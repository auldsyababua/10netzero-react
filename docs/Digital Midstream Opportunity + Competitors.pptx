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5"/>
    <p:sldMasterId id="2147483683" r:id="rId6"/>
    <p:sldMasterId id="214748368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Lst>
  <p:sldSz cy="5143500" cx="9144000"/>
  <p:notesSz cx="6858000" cy="9144000"/>
  <p:embeddedFontLst>
    <p:embeddedFont>
      <p:font typeface="Quattrocento Sans"/>
      <p:regular r:id="rId30"/>
      <p:bold r:id="rId31"/>
      <p:italic r:id="rId32"/>
      <p:boldItalic r:id="rId33"/>
    </p:embeddedFont>
    <p:embeddedFont>
      <p:font typeface="Arial Black"/>
      <p:regular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FFE5A1-D430-4675-B8FF-07BCE57D9119}">
  <a:tblStyle styleId="{73FFE5A1-D430-4675-B8FF-07BCE57D9119}" styleName="Table_0">
    <a:wholeTbl>
      <a:tcTxStyle b="off" i="off">
        <a:font>
          <a:latin typeface="Segoe UI"/>
          <a:ea typeface="Segoe UI"/>
          <a:cs typeface="Segoe U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B"/>
          </a:solidFill>
        </a:fill>
      </a:tcStyle>
    </a:wholeTbl>
    <a:band1H>
      <a:tcTxStyle/>
      <a:tcStyle>
        <a:fill>
          <a:solidFill>
            <a:srgbClr val="CACDD6"/>
          </a:solidFill>
        </a:fill>
      </a:tcStyle>
    </a:band1H>
    <a:band2H>
      <a:tcTxStyle/>
    </a:band2H>
    <a:band1V>
      <a:tcTxStyle/>
      <a:tcStyle>
        <a:fill>
          <a:solidFill>
            <a:srgbClr val="CACDD6"/>
          </a:solidFill>
        </a:fill>
      </a:tcStyle>
    </a:band1V>
    <a:band2V>
      <a:tcTxStyle/>
    </a:band2V>
    <a:lastCol>
      <a:tcTxStyle b="on" i="off">
        <a:font>
          <a:latin typeface="Segoe UI"/>
          <a:ea typeface="Segoe UI"/>
          <a:cs typeface="Segoe UI"/>
        </a:font>
        <a:schemeClr val="lt1"/>
      </a:tcTxStyle>
      <a:tcStyle>
        <a:fill>
          <a:solidFill>
            <a:schemeClr val="accent1"/>
          </a:solidFill>
        </a:fill>
      </a:tcStyle>
    </a:lastCol>
    <a:firstCol>
      <a:tcTxStyle b="on" i="off">
        <a:font>
          <a:latin typeface="Segoe UI"/>
          <a:ea typeface="Segoe UI"/>
          <a:cs typeface="Segoe UI"/>
        </a:font>
        <a:schemeClr val="lt1"/>
      </a:tcTxStyle>
      <a:tcStyle>
        <a:fill>
          <a:solidFill>
            <a:schemeClr val="accent1"/>
          </a:solidFill>
        </a:fill>
      </a:tcStyle>
    </a:firstCol>
    <a:lastRow>
      <a:tcTxStyle b="on" i="off">
        <a:font>
          <a:latin typeface="Segoe UI"/>
          <a:ea typeface="Segoe UI"/>
          <a:cs typeface="Segoe U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Segoe UI"/>
          <a:ea typeface="Segoe UI"/>
          <a:cs typeface="Segoe U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QuattrocentoSans-bold.fntdata"/><Relationship Id="rId30" Type="http://schemas.openxmlformats.org/officeDocument/2006/relationships/font" Target="fonts/QuattrocentoSans-regular.fntdata"/><Relationship Id="rId11" Type="http://schemas.openxmlformats.org/officeDocument/2006/relationships/slide" Target="slides/slide3.xml"/><Relationship Id="rId33" Type="http://schemas.openxmlformats.org/officeDocument/2006/relationships/font" Target="fonts/QuattrocentoSans-boldItalic.fntdata"/><Relationship Id="rId10" Type="http://schemas.openxmlformats.org/officeDocument/2006/relationships/slide" Target="slides/slide2.xml"/><Relationship Id="rId32" Type="http://schemas.openxmlformats.org/officeDocument/2006/relationships/font" Target="fonts/QuattrocentoSans-italic.fntdata"/><Relationship Id="rId13" Type="http://schemas.openxmlformats.org/officeDocument/2006/relationships/slide" Target="slides/slide5.xml"/><Relationship Id="rId12" Type="http://schemas.openxmlformats.org/officeDocument/2006/relationships/slide" Target="slides/slide4.xml"/><Relationship Id="rId34" Type="http://schemas.openxmlformats.org/officeDocument/2006/relationships/font" Target="fonts/ArialBlack-regular.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73" name="Google Shape;14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3adebabe1b8_0_2283: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9" name="Google Shape;1479;g3adebabe1b8_0_22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EPCm – building, commissioning, operating third party projects. Modest growth but not a main revenue/value driver. 🡪 Integrate into AI data center building and operating 🡪 1GW under management, 20% EBITA, @2-3X multiple.</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None/>
            </a:pPr>
            <a:r>
              <a:rPr lang="en-GB"/>
              <a:t>Digital Midstream™ - $20M capital, grow through revenue. 50+MW by end of 2030. 200+MW by 2035, 60-75MMcf/d day of digital midstream capacity, 65% EBITA @5-7X multiple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AI Data Center Builds – NG to power +AI data centers 🡪 sell deal and then build. Sell sites + PPA deals. Drill more wells and repeat. $10-15M per MW value.🡪 Scale to 1+GW of capacity with long term PPAs, 30% EBITA @5-7X multiple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Manufacturing – Leasing then manufacturing containers for use in Digital Midstream™ and other off-grid data center projects - $1M - $6M CAPEX per MW (BTC – AI), 100MW. Scale 1GW/yr, 20% EBITA @3X multiple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Generator Rental Fleet – SPGOS power generation – increase production. Service O&amp;G and AI data center customers. $6.5kW, 100+MW 🡪 Scale to 1GW fleet, 40+% EBITDA, @4-6X multiple</a:t>
            </a:r>
            <a:endParaRPr/>
          </a:p>
        </p:txBody>
      </p:sp>
      <p:sp>
        <p:nvSpPr>
          <p:cNvPr id="1480" name="Google Shape;1480;g3adebabe1b8_0_22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3adebabe1b8_0_2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g3adebabe1b8_0_2367: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3adebabe1b8_0_6198: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0" name="Google Shape;1600;g3adebabe1b8_0_61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Font typeface="Arial"/>
              <a:buNone/>
            </a:pPr>
            <a:r>
              <a:rPr lang="en-GB"/>
              <a:t>Threats of Substitutes:</a:t>
            </a:r>
            <a:endParaRPr/>
          </a:p>
          <a:p>
            <a:pPr indent="-285750" lvl="0" marL="285750" rtl="0" algn="l">
              <a:spcBef>
                <a:spcPts val="0"/>
              </a:spcBef>
              <a:spcAft>
                <a:spcPts val="0"/>
              </a:spcAft>
              <a:buClr>
                <a:schemeClr val="dk1"/>
              </a:buClr>
              <a:buSzPts val="1600"/>
              <a:buFont typeface="Arial"/>
              <a:buChar char="•"/>
            </a:pPr>
            <a:r>
              <a:rPr lang="en-GB"/>
              <a:t>Substitute goods or services that can be used in place of a company's products or services pose a threat. Companies that produce goods or services for which there are no close substitutes will have more power to increase prices and lock in favorable terms. When close substitutes are available, customers will have the option to forgo buying a company's product, and a company's power can be weakened</a:t>
            </a:r>
            <a:endParaRPr/>
          </a:p>
        </p:txBody>
      </p:sp>
      <p:sp>
        <p:nvSpPr>
          <p:cNvPr id="1601" name="Google Shape;1601;g3adebabe1b8_0_61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g3adebabe1b8_0_6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g3adebabe1b8_0_6239: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g3adebabe1b8_0_6315: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9" name="Google Shape;1719;g3adebabe1b8_0_63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8192Threat of New Entrants:</a:t>
            </a:r>
            <a:endParaRPr/>
          </a:p>
          <a:p>
            <a:pPr indent="-285750" lvl="0" marL="285750" rtl="0" algn="l">
              <a:spcBef>
                <a:spcPts val="0"/>
              </a:spcBef>
              <a:spcAft>
                <a:spcPts val="0"/>
              </a:spcAft>
              <a:buClr>
                <a:schemeClr val="dk1"/>
              </a:buClr>
              <a:buSzPts val="1600"/>
              <a:buFont typeface="Arial"/>
              <a:buChar char="•"/>
            </a:pPr>
            <a:r>
              <a:rPr lang="en-GB"/>
              <a:t>A company's power is also affected by the force of new entrants into its market. The less time and money it costs for a competitor to enter a company's market and be an effective competitor, the more an established company's position could be significantly weakened. An industry with strong barriers to entry is ideal for existing companies within that industry since the company would be able to charge higher prices and negotiate better terms.</a:t>
            </a:r>
            <a:endParaRPr/>
          </a:p>
          <a:p>
            <a:pPr indent="-184150" lvl="0" marL="285750" rtl="0" algn="l">
              <a:spcBef>
                <a:spcPts val="0"/>
              </a:spcBef>
              <a:spcAft>
                <a:spcPts val="0"/>
              </a:spcAft>
              <a:buClr>
                <a:schemeClr val="dk1"/>
              </a:buClr>
              <a:buSzPts val="1600"/>
              <a:buFont typeface="Arial"/>
              <a:buNone/>
            </a:pPr>
            <a:r>
              <a:t/>
            </a:r>
            <a:endParaRPr/>
          </a:p>
          <a:p>
            <a:pPr indent="-285750" lvl="0" marL="285750" rtl="0" algn="l">
              <a:spcBef>
                <a:spcPts val="0"/>
              </a:spcBef>
              <a:spcAft>
                <a:spcPts val="0"/>
              </a:spcAft>
              <a:buClr>
                <a:schemeClr val="dk1"/>
              </a:buClr>
              <a:buSzPts val="1600"/>
              <a:buFont typeface="Arial"/>
              <a:buChar char="•"/>
            </a:pPr>
            <a:r>
              <a:rPr lang="en-GB"/>
              <a:t>3-12months to enter the market. 3-months if you already have natural gas. Time to acquire and deploy the equipment/asics to site and be operational; 12 months if you have capital and are sourcing natural gas/contracts and equipment to deploy. </a:t>
            </a:r>
            <a:endParaRPr/>
          </a:p>
          <a:p>
            <a:pPr indent="-184150" lvl="0" marL="285750" rtl="0" algn="l">
              <a:spcBef>
                <a:spcPts val="0"/>
              </a:spcBef>
              <a:spcAft>
                <a:spcPts val="0"/>
              </a:spcAft>
              <a:buClr>
                <a:schemeClr val="dk1"/>
              </a:buClr>
              <a:buSzPts val="1600"/>
              <a:buFont typeface="Arial"/>
              <a:buNone/>
            </a:pPr>
            <a:r>
              <a:t/>
            </a:r>
            <a:endParaRPr/>
          </a:p>
          <a:p>
            <a:pPr indent="0" lvl="0" marL="0" rtl="0" algn="l">
              <a:spcBef>
                <a:spcPts val="0"/>
              </a:spcBef>
              <a:spcAft>
                <a:spcPts val="0"/>
              </a:spcAft>
              <a:buNone/>
            </a:pPr>
            <a:r>
              <a:t/>
            </a:r>
            <a:endParaRPr/>
          </a:p>
        </p:txBody>
      </p:sp>
      <p:sp>
        <p:nvSpPr>
          <p:cNvPr id="1720" name="Google Shape;1720;g3adebabe1b8_0_63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g3adebabe1b8_0_6353: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8" name="Google Shape;1758;g3adebabe1b8_0_63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Font typeface="Arial"/>
              <a:buNone/>
            </a:pPr>
            <a:r>
              <a:rPr lang="en-GB"/>
              <a:t>Power of Customers:</a:t>
            </a:r>
            <a:endParaRPr/>
          </a:p>
          <a:p>
            <a:pPr indent="-285750" lvl="0" marL="285750" rtl="0" algn="l">
              <a:spcBef>
                <a:spcPts val="0"/>
              </a:spcBef>
              <a:spcAft>
                <a:spcPts val="0"/>
              </a:spcAft>
              <a:buClr>
                <a:schemeClr val="dk1"/>
              </a:buClr>
              <a:buSzPts val="1600"/>
              <a:buFont typeface="Arial"/>
              <a:buChar char="•"/>
            </a:pPr>
            <a:r>
              <a:rPr lang="en-GB"/>
              <a:t>The ability that customers have to drive prices lower or their level of power. It is affected by how many buyers or customers a company has, how significant each customer is, and how much it would cost a company to find new customers or markets for its output. A smaller and more powerful client base means that each customer has more power to negotiate for lower prices and better deals. A company that has many, smaller, independent customers will have an easier time charging higher prices to increase profitability.</a:t>
            </a:r>
            <a:endParaRPr/>
          </a:p>
          <a:p>
            <a:pPr indent="0" lvl="0" marL="0" rtl="0" algn="l">
              <a:spcBef>
                <a:spcPts val="0"/>
              </a:spcBef>
              <a:spcAft>
                <a:spcPts val="0"/>
              </a:spcAft>
              <a:buNone/>
            </a:pPr>
            <a:r>
              <a:t/>
            </a:r>
            <a:endParaRPr/>
          </a:p>
        </p:txBody>
      </p:sp>
      <p:sp>
        <p:nvSpPr>
          <p:cNvPr id="1759" name="Google Shape;1759;g3adebabe1b8_0_63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3adebabe1b8_0_6390: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6" name="Google Shape;1796;g3adebabe1b8_0_63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Font typeface="Arial"/>
              <a:buNone/>
            </a:pPr>
            <a:r>
              <a:rPr lang="en-GB"/>
              <a:t>Power of Suppliers</a:t>
            </a:r>
            <a:endParaRPr/>
          </a:p>
          <a:p>
            <a:pPr indent="-285750" lvl="0" marL="285750" rtl="0" algn="l">
              <a:spcBef>
                <a:spcPts val="0"/>
              </a:spcBef>
              <a:spcAft>
                <a:spcPts val="0"/>
              </a:spcAft>
              <a:buClr>
                <a:schemeClr val="dk1"/>
              </a:buClr>
              <a:buSzPts val="1600"/>
              <a:buFont typeface="Arial"/>
              <a:buChar char="•"/>
            </a:pPr>
            <a:r>
              <a:rPr lang="en-GB"/>
              <a:t>How easily suppliers can drive up the cost of inputs. It is affected by the number of suppliers of key inputs of a good or service, how unique these inputs are, and how much it would cost a company to switch to another supplier. The fewer suppliers to an industry, the more a company would depend on a supplier. As a result, the supplier has more power and can drive up input costs and push for other advantages in trade. On the other hand, when there are many suppliers or low switching costs between rival suppliers, a company can keep its input costs lower and enhance its profits.</a:t>
            </a:r>
            <a:endParaRPr/>
          </a:p>
          <a:p>
            <a:pPr indent="0" lvl="0" marL="0" rtl="0" algn="l">
              <a:spcBef>
                <a:spcPts val="0"/>
              </a:spcBef>
              <a:spcAft>
                <a:spcPts val="0"/>
              </a:spcAft>
              <a:buNone/>
            </a:pPr>
            <a:r>
              <a:t/>
            </a:r>
            <a:endParaRPr/>
          </a:p>
        </p:txBody>
      </p:sp>
      <p:sp>
        <p:nvSpPr>
          <p:cNvPr id="1797" name="Google Shape;1797;g3adebabe1b8_0_63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g3adebabe1b8_0_6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g3adebabe1b8_0_6435: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9" name="Shape 1879"/>
        <p:cNvGrpSpPr/>
        <p:nvPr/>
      </p:nvGrpSpPr>
      <p:grpSpPr>
        <a:xfrm>
          <a:off x="0" y="0"/>
          <a:ext cx="0" cy="0"/>
          <a:chOff x="0" y="0"/>
          <a:chExt cx="0" cy="0"/>
        </a:xfrm>
      </p:grpSpPr>
      <p:sp>
        <p:nvSpPr>
          <p:cNvPr id="1880" name="Google Shape;1880;g3adebabe1b8_0_6473: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1" name="Google Shape;1881;g3adebabe1b8_0_64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2" name="Google Shape;1882;g3adebabe1b8_0_64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g3adebabe1b8_0_6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g3adebabe1b8_0_6534: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8" name="Shape 1988"/>
        <p:cNvGrpSpPr/>
        <p:nvPr/>
      </p:nvGrpSpPr>
      <p:grpSpPr>
        <a:xfrm>
          <a:off x="0" y="0"/>
          <a:ext cx="0" cy="0"/>
          <a:chOff x="0" y="0"/>
          <a:chExt cx="0" cy="0"/>
        </a:xfrm>
      </p:grpSpPr>
      <p:sp>
        <p:nvSpPr>
          <p:cNvPr id="1989" name="Google Shape;1989;g3adebabe1b8_0_6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g3adebabe1b8_0_6580: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g3adebabe1b8_0_6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g3adebabe1b8_0_6607: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g3adebabe1b8_0_6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g3adebabe1b8_0_6680: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g3adebabe1b8_0_6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g3adebabe1b8_0_6712: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g3adebabe1b8_0_6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g3adebabe1b8_0_6722: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1" name="Shape 2261"/>
        <p:cNvGrpSpPr/>
        <p:nvPr/>
      </p:nvGrpSpPr>
      <p:grpSpPr>
        <a:xfrm>
          <a:off x="0" y="0"/>
          <a:ext cx="0" cy="0"/>
          <a:chOff x="0" y="0"/>
          <a:chExt cx="0" cy="0"/>
        </a:xfrm>
      </p:grpSpPr>
      <p:sp>
        <p:nvSpPr>
          <p:cNvPr id="2262" name="Google Shape;2262;g3adebabe1b8_0_6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g3adebabe1b8_0_6848: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1" name="Shape 2301"/>
        <p:cNvGrpSpPr/>
        <p:nvPr/>
      </p:nvGrpSpPr>
      <p:grpSpPr>
        <a:xfrm>
          <a:off x="0" y="0"/>
          <a:ext cx="0" cy="0"/>
          <a:chOff x="0" y="0"/>
          <a:chExt cx="0" cy="0"/>
        </a:xfrm>
      </p:grpSpPr>
      <p:sp>
        <p:nvSpPr>
          <p:cNvPr id="2302" name="Google Shape;2302;g3adebabe1b8_0_6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g3adebabe1b8_0_6887: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7" name="Shape 2317"/>
        <p:cNvGrpSpPr/>
        <p:nvPr/>
      </p:nvGrpSpPr>
      <p:grpSpPr>
        <a:xfrm>
          <a:off x="0" y="0"/>
          <a:ext cx="0" cy="0"/>
          <a:chOff x="0" y="0"/>
          <a:chExt cx="0" cy="0"/>
        </a:xfrm>
      </p:grpSpPr>
      <p:sp>
        <p:nvSpPr>
          <p:cNvPr id="2318" name="Google Shape;2318;g3adebabe1b8_0_6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g3adebabe1b8_0_6902: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g3adebabe1b8_0_6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g3adebabe1b8_0_6917: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9" name="Shape 2349"/>
        <p:cNvGrpSpPr/>
        <p:nvPr/>
      </p:nvGrpSpPr>
      <p:grpSpPr>
        <a:xfrm>
          <a:off x="0" y="0"/>
          <a:ext cx="0" cy="0"/>
          <a:chOff x="0" y="0"/>
          <a:chExt cx="0" cy="0"/>
        </a:xfrm>
      </p:grpSpPr>
      <p:sp>
        <p:nvSpPr>
          <p:cNvPr id="2350" name="Google Shape;2350;g3adebabe1b8_0_6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g3adebabe1b8_0_6932:notes"/>
          <p:cNvSpPr/>
          <p:nvPr>
            <p:ph idx="2" type="sldImg"/>
          </p:nvPr>
        </p:nvSpPr>
        <p:spPr>
          <a:xfrm>
            <a:off x="380206" y="685800"/>
            <a:ext cx="6097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81000">
              <a:srgbClr val="EEEEEE"/>
            </a:gs>
            <a:gs pos="100000">
              <a:srgbClr val="D8D8D8"/>
            </a:gs>
          </a:gsLst>
          <a:path path="circle">
            <a:fillToRect b="50%" l="50%" r="50%" t="50%"/>
          </a:path>
          <a:tileRect/>
        </a:gra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rgbClr val="3F3F3F"/>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model2">
  <p:cSld name="slidemodel2">
    <p:bg>
      <p:bgPr>
        <a:gradFill>
          <a:gsLst>
            <a:gs pos="0">
              <a:srgbClr val="1181AE"/>
            </a:gs>
            <a:gs pos="55000">
              <a:srgbClr val="1181AE"/>
            </a:gs>
            <a:gs pos="100000">
              <a:srgbClr val="095474"/>
            </a:gs>
          </a:gsLst>
          <a:path path="circle">
            <a:fillToRect b="50%" l="50%" r="50%" t="50%"/>
          </a:path>
          <a:tileRect/>
        </a:gradFill>
      </p:bgPr>
    </p:bg>
    <p:spTree>
      <p:nvGrpSpPr>
        <p:cNvPr id="61" name="Shape 61"/>
        <p:cNvGrpSpPr/>
        <p:nvPr/>
      </p:nvGrpSpPr>
      <p:grpSpPr>
        <a:xfrm>
          <a:off x="0" y="0"/>
          <a:ext cx="0" cy="0"/>
          <a:chOff x="0" y="0"/>
          <a:chExt cx="0" cy="0"/>
        </a:xfrm>
      </p:grpSpPr>
      <p:sp>
        <p:nvSpPr>
          <p:cNvPr id="62" name="Google Shape;62;p15"/>
          <p:cNvSpPr txBox="1"/>
          <p:nvPr>
            <p:ph type="title"/>
          </p:nvPr>
        </p:nvSpPr>
        <p:spPr>
          <a:xfrm>
            <a:off x="2414004" y="2152975"/>
            <a:ext cx="4449300" cy="533400"/>
          </a:xfrm>
          <a:prstGeom prst="rect">
            <a:avLst/>
          </a:prstGeom>
          <a:noFill/>
          <a:ln>
            <a:noFill/>
          </a:ln>
        </p:spPr>
        <p:txBody>
          <a:bodyPr anchorCtr="0" anchor="ctr" bIns="45700" lIns="0" spcFirstLastPara="1" rIns="0" wrap="square" tIns="45700">
            <a:normAutofit/>
          </a:bodyPr>
          <a:lstStyle>
            <a:lvl1pPr lvl="0" algn="ctr">
              <a:spcBef>
                <a:spcPts val="0"/>
              </a:spcBef>
              <a:spcAft>
                <a:spcPts val="0"/>
              </a:spcAft>
              <a:buClr>
                <a:schemeClr val="lt1"/>
              </a:buClr>
              <a:buSzPts val="2700"/>
              <a:buFont typeface="Calibri"/>
              <a:buNone/>
              <a:defRPr b="0" sz="2700">
                <a:solidFill>
                  <a:schemeClr val="lt1"/>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gradFill>
          <a:gsLst>
            <a:gs pos="0">
              <a:schemeClr val="lt1"/>
            </a:gs>
            <a:gs pos="81000">
              <a:srgbClr val="EEEEEE"/>
            </a:gs>
            <a:gs pos="100000">
              <a:srgbClr val="D8D8D8"/>
            </a:gs>
          </a:gsLst>
          <a:path path="circle">
            <a:fillToRect b="50%" l="50%" r="50%" t="50%"/>
          </a:path>
          <a:tileRect/>
        </a:gradFill>
      </p:bgPr>
    </p:bg>
    <p:spTree>
      <p:nvGrpSpPr>
        <p:cNvPr id="66" name="Shape 66"/>
        <p:cNvGrpSpPr/>
        <p:nvPr/>
      </p:nvGrpSpPr>
      <p:grpSpPr>
        <a:xfrm>
          <a:off x="0" y="0"/>
          <a:ext cx="0" cy="0"/>
          <a:chOff x="0" y="0"/>
          <a:chExt cx="0" cy="0"/>
        </a:xfrm>
      </p:grpSpPr>
      <p:sp>
        <p:nvSpPr>
          <p:cNvPr id="67" name="Google Shape;67;p16"/>
          <p:cNvSpPr txBox="1"/>
          <p:nvPr>
            <p:ph type="ctrTitle"/>
          </p:nvPr>
        </p:nvSpPr>
        <p:spPr>
          <a:xfrm>
            <a:off x="470709" y="2282798"/>
            <a:ext cx="4104600" cy="1603500"/>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3F3F3F"/>
              </a:buClr>
              <a:buSzPts val="3000"/>
              <a:buFont typeface="Arial"/>
              <a:buNone/>
              <a:defRPr b="0" sz="3000">
                <a:solidFill>
                  <a:srgbClr val="3F3F3F"/>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9" name="Google Shape;69;p1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71" name="Google Shape;71;p16"/>
          <p:cNvSpPr txBox="1"/>
          <p:nvPr>
            <p:ph idx="1" type="body"/>
          </p:nvPr>
        </p:nvSpPr>
        <p:spPr>
          <a:xfrm>
            <a:off x="460723" y="4018197"/>
            <a:ext cx="4111500" cy="553800"/>
          </a:xfrm>
          <a:prstGeom prst="rect">
            <a:avLst/>
          </a:prstGeom>
          <a:noFill/>
          <a:ln>
            <a:noFill/>
          </a:ln>
        </p:spPr>
        <p:txBody>
          <a:bodyPr anchorCtr="0" anchor="t" bIns="45700" lIns="0" spcFirstLastPara="1" rIns="0" wrap="square" tIns="45700">
            <a:normAutofit/>
          </a:bodyPr>
          <a:lstStyle>
            <a:lvl1pPr indent="-228600" lvl="0" marL="457200" algn="l">
              <a:spcBef>
                <a:spcPts val="300"/>
              </a:spcBef>
              <a:spcAft>
                <a:spcPts val="0"/>
              </a:spcAft>
              <a:buClr>
                <a:srgbClr val="3F3F3F"/>
              </a:buClr>
              <a:buSzPts val="1400"/>
              <a:buFont typeface="Arial"/>
              <a:buNone/>
              <a:defRPr sz="1400">
                <a:latin typeface="Arial"/>
                <a:ea typeface="Arial"/>
                <a:cs typeface="Arial"/>
                <a:sym typeface="Arial"/>
              </a:defRPr>
            </a:lvl1pPr>
            <a:lvl2pPr indent="-228600" lvl="1" marL="914400" algn="l">
              <a:spcBef>
                <a:spcPts val="300"/>
              </a:spcBef>
              <a:spcAft>
                <a:spcPts val="0"/>
              </a:spcAft>
              <a:buClr>
                <a:schemeClr val="dk1"/>
              </a:buClr>
              <a:buSzPts val="1400"/>
              <a:buNone/>
              <a:defRPr/>
            </a:lvl2pPr>
            <a:lvl3pPr indent="-228600" lvl="2" marL="1371600" algn="l">
              <a:spcBef>
                <a:spcPts val="300"/>
              </a:spcBef>
              <a:spcAft>
                <a:spcPts val="0"/>
              </a:spcAft>
              <a:buClr>
                <a:schemeClr val="dk1"/>
              </a:buClr>
              <a:buSzPts val="1400"/>
              <a:buNone/>
              <a:defRPr/>
            </a:lvl3pPr>
            <a:lvl4pPr indent="-228600" lvl="3" marL="1828800" algn="l">
              <a:spcBef>
                <a:spcPts val="300"/>
              </a:spcBef>
              <a:spcAft>
                <a:spcPts val="0"/>
              </a:spcAft>
              <a:buClr>
                <a:schemeClr val="dk1"/>
              </a:buClr>
              <a:buSzPts val="1400"/>
              <a:buNone/>
              <a:defRPr/>
            </a:lvl4pPr>
            <a:lvl5pPr indent="-228600" lvl="4" marL="2286000" algn="l">
              <a:spcBef>
                <a:spcPts val="300"/>
              </a:spcBef>
              <a:spcAft>
                <a:spcPts val="0"/>
              </a:spcAft>
              <a:buClr>
                <a:schemeClr val="dk1"/>
              </a:buClr>
              <a:buSzPts val="1400"/>
              <a:buNone/>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gradFill>
          <a:gsLst>
            <a:gs pos="0">
              <a:schemeClr val="lt1"/>
            </a:gs>
            <a:gs pos="81000">
              <a:srgbClr val="EEEEEE"/>
            </a:gs>
            <a:gs pos="100000">
              <a:srgbClr val="D8D8D8"/>
            </a:gs>
          </a:gsLst>
          <a:path path="circle">
            <a:fillToRect b="50%" l="50%" r="50%" t="50%"/>
          </a:path>
          <a:tileRect/>
        </a:gradFill>
      </p:bgPr>
    </p:bg>
    <p:spTree>
      <p:nvGrpSpPr>
        <p:cNvPr id="72" name="Shape 72"/>
        <p:cNvGrpSpPr/>
        <p:nvPr/>
      </p:nvGrpSpPr>
      <p:grpSpPr>
        <a:xfrm>
          <a:off x="0" y="0"/>
          <a:ext cx="0" cy="0"/>
          <a:chOff x="0" y="0"/>
          <a:chExt cx="0" cy="0"/>
        </a:xfrm>
      </p:grpSpPr>
      <p:sp>
        <p:nvSpPr>
          <p:cNvPr id="73" name="Google Shape;73;p17"/>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457200" y="853819"/>
            <a:ext cx="8229600" cy="3741000"/>
          </a:xfrm>
          <a:prstGeom prst="rect">
            <a:avLst/>
          </a:prstGeom>
          <a:noFill/>
          <a:ln>
            <a:noFill/>
          </a:ln>
        </p:spPr>
        <p:txBody>
          <a:bodyPr anchorCtr="0" anchor="t" bIns="45700" lIns="0" spcFirstLastPara="1" rIns="0" wrap="square" tIns="45700">
            <a:normAutofit/>
          </a:bodyPr>
          <a:lstStyle>
            <a:lvl1pPr indent="-228600" lvl="0" marL="457200" algn="l">
              <a:spcBef>
                <a:spcPts val="300"/>
              </a:spcBef>
              <a:spcAft>
                <a:spcPts val="0"/>
              </a:spcAft>
              <a:buClr>
                <a:srgbClr val="3F3F3F"/>
              </a:buClr>
              <a:buSzPts val="1400"/>
              <a:buNone/>
              <a:defRPr/>
            </a:lvl1pPr>
            <a:lvl2pPr indent="-228600" lvl="1" marL="914400" algn="l">
              <a:spcBef>
                <a:spcPts val="300"/>
              </a:spcBef>
              <a:spcAft>
                <a:spcPts val="0"/>
              </a:spcAft>
              <a:buClr>
                <a:schemeClr val="dk1"/>
              </a:buClr>
              <a:buSzPts val="1400"/>
              <a:buNone/>
              <a:defRPr/>
            </a:lvl2pPr>
            <a:lvl3pPr indent="-228600" lvl="2" marL="1371600" algn="l">
              <a:spcBef>
                <a:spcPts val="300"/>
              </a:spcBef>
              <a:spcAft>
                <a:spcPts val="0"/>
              </a:spcAft>
              <a:buClr>
                <a:schemeClr val="dk1"/>
              </a:buClr>
              <a:buSzPts val="1400"/>
              <a:buNone/>
              <a:defRPr/>
            </a:lvl3pPr>
            <a:lvl4pPr indent="-228600" lvl="3" marL="1828800" algn="l">
              <a:spcBef>
                <a:spcPts val="300"/>
              </a:spcBef>
              <a:spcAft>
                <a:spcPts val="0"/>
              </a:spcAft>
              <a:buClr>
                <a:schemeClr val="dk1"/>
              </a:buClr>
              <a:buSzPts val="1400"/>
              <a:buNone/>
              <a:defRPr/>
            </a:lvl4pPr>
            <a:lvl5pPr indent="-228600" lvl="4" marL="2286000" algn="l">
              <a:spcBef>
                <a:spcPts val="300"/>
              </a:spcBef>
              <a:spcAft>
                <a:spcPts val="0"/>
              </a:spcAft>
              <a:buClr>
                <a:schemeClr val="dk1"/>
              </a:buClr>
              <a:buSzPts val="1400"/>
              <a:buNone/>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5" name="Google Shape;75;p1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gradFill>
          <a:gsLst>
            <a:gs pos="0">
              <a:schemeClr val="lt1"/>
            </a:gs>
            <a:gs pos="81000">
              <a:srgbClr val="EEEEEE"/>
            </a:gs>
            <a:gs pos="100000">
              <a:srgbClr val="D8D8D8"/>
            </a:gs>
          </a:gsLst>
          <a:path path="circle">
            <a:fillToRect b="50%" l="50%" r="50%" t="50%"/>
          </a:path>
          <a:tileRect/>
        </a:gradFill>
      </p:bgPr>
    </p:bg>
    <p:spTree>
      <p:nvGrpSpPr>
        <p:cNvPr id="78" name="Shape 78"/>
        <p:cNvGrpSpPr/>
        <p:nvPr/>
      </p:nvGrpSpPr>
      <p:grpSpPr>
        <a:xfrm>
          <a:off x="0" y="0"/>
          <a:ext cx="0" cy="0"/>
          <a:chOff x="0" y="0"/>
          <a:chExt cx="0" cy="0"/>
        </a:xfrm>
      </p:grpSpPr>
      <p:sp>
        <p:nvSpPr>
          <p:cNvPr id="79" name="Google Shape;79;p18"/>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457200" y="1200151"/>
            <a:ext cx="4038600" cy="3394500"/>
          </a:xfrm>
          <a:prstGeom prst="rect">
            <a:avLst/>
          </a:prstGeom>
          <a:noFill/>
          <a:ln>
            <a:noFill/>
          </a:ln>
        </p:spPr>
        <p:txBody>
          <a:bodyPr anchorCtr="0" anchor="t" bIns="45700" lIns="0" spcFirstLastPara="1" rIns="0" wrap="square" tIns="45700">
            <a:normAutofit/>
          </a:bodyPr>
          <a:lstStyle>
            <a:lvl1pPr indent="-228600" lvl="0" marL="457200" algn="l">
              <a:spcBef>
                <a:spcPts val="300"/>
              </a:spcBef>
              <a:spcAft>
                <a:spcPts val="0"/>
              </a:spcAft>
              <a:buClr>
                <a:srgbClr val="3F3F3F"/>
              </a:buClr>
              <a:buSzPts val="1400"/>
              <a:buFont typeface="Arial"/>
              <a:buNone/>
              <a:defRPr sz="1400">
                <a:solidFill>
                  <a:srgbClr val="3F3F3F"/>
                </a:solidFill>
              </a:defRPr>
            </a:lvl1pPr>
            <a:lvl2pPr indent="-228600" lvl="1" marL="914400" algn="l">
              <a:spcBef>
                <a:spcPts val="400"/>
              </a:spcBef>
              <a:spcAft>
                <a:spcPts val="0"/>
              </a:spcAft>
              <a:buClr>
                <a:schemeClr val="dk1"/>
              </a:buClr>
              <a:buSzPts val="2100"/>
              <a:buFont typeface="Arial"/>
              <a:buNone/>
              <a:defRPr sz="2100"/>
            </a:lvl2pPr>
            <a:lvl3pPr indent="-228600" lvl="2" marL="1371600" algn="l">
              <a:spcBef>
                <a:spcPts val="400"/>
              </a:spcBef>
              <a:spcAft>
                <a:spcPts val="0"/>
              </a:spcAft>
              <a:buClr>
                <a:schemeClr val="dk1"/>
              </a:buClr>
              <a:buSzPts val="1800"/>
              <a:buFont typeface="Arial"/>
              <a:buNone/>
              <a:defRPr sz="1800"/>
            </a:lvl3pPr>
            <a:lvl4pPr indent="-228600" lvl="3" marL="1828800" algn="l">
              <a:spcBef>
                <a:spcPts val="300"/>
              </a:spcBef>
              <a:spcAft>
                <a:spcPts val="0"/>
              </a:spcAft>
              <a:buClr>
                <a:schemeClr val="dk1"/>
              </a:buClr>
              <a:buSzPts val="1500"/>
              <a:buFont typeface="Arial"/>
              <a:buNone/>
              <a:defRPr sz="1500"/>
            </a:lvl4pPr>
            <a:lvl5pPr indent="-228600" lvl="4" marL="2286000" algn="l">
              <a:spcBef>
                <a:spcPts val="300"/>
              </a:spcBef>
              <a:spcAft>
                <a:spcPts val="0"/>
              </a:spcAft>
              <a:buClr>
                <a:schemeClr val="dk1"/>
              </a:buClr>
              <a:buSzPts val="1500"/>
              <a:buFont typeface="Arial"/>
              <a:buNone/>
              <a:defRPr sz="15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81" name="Google Shape;81;p18"/>
          <p:cNvSpPr txBox="1"/>
          <p:nvPr>
            <p:ph idx="2" type="body"/>
          </p:nvPr>
        </p:nvSpPr>
        <p:spPr>
          <a:xfrm>
            <a:off x="4648200" y="1200151"/>
            <a:ext cx="4038600" cy="3394500"/>
          </a:xfrm>
          <a:prstGeom prst="rect">
            <a:avLst/>
          </a:prstGeom>
          <a:noFill/>
          <a:ln>
            <a:noFill/>
          </a:ln>
        </p:spPr>
        <p:txBody>
          <a:bodyPr anchorCtr="0" anchor="t" bIns="45700" lIns="0" spcFirstLastPara="1" rIns="0" wrap="square" tIns="45700">
            <a:normAutofit/>
          </a:bodyPr>
          <a:lstStyle>
            <a:lvl1pPr indent="-228600" lvl="0" marL="457200" algn="l">
              <a:spcBef>
                <a:spcPts val="300"/>
              </a:spcBef>
              <a:spcAft>
                <a:spcPts val="0"/>
              </a:spcAft>
              <a:buClr>
                <a:srgbClr val="3F3F3F"/>
              </a:buClr>
              <a:buSzPts val="1400"/>
              <a:buFont typeface="Arial"/>
              <a:buNone/>
              <a:defRPr sz="1400">
                <a:solidFill>
                  <a:srgbClr val="3F3F3F"/>
                </a:solidFill>
              </a:defRPr>
            </a:lvl1pPr>
            <a:lvl2pPr indent="-228600" lvl="1" marL="914400" algn="l">
              <a:spcBef>
                <a:spcPts val="400"/>
              </a:spcBef>
              <a:spcAft>
                <a:spcPts val="0"/>
              </a:spcAft>
              <a:buClr>
                <a:schemeClr val="dk1"/>
              </a:buClr>
              <a:buSzPts val="2100"/>
              <a:buFont typeface="Arial"/>
              <a:buNone/>
              <a:defRPr sz="2100"/>
            </a:lvl2pPr>
            <a:lvl3pPr indent="-228600" lvl="2" marL="1371600" algn="l">
              <a:spcBef>
                <a:spcPts val="400"/>
              </a:spcBef>
              <a:spcAft>
                <a:spcPts val="0"/>
              </a:spcAft>
              <a:buClr>
                <a:schemeClr val="dk1"/>
              </a:buClr>
              <a:buSzPts val="1800"/>
              <a:buFont typeface="Arial"/>
              <a:buNone/>
              <a:defRPr sz="1800"/>
            </a:lvl3pPr>
            <a:lvl4pPr indent="-228600" lvl="3" marL="1828800" algn="l">
              <a:spcBef>
                <a:spcPts val="300"/>
              </a:spcBef>
              <a:spcAft>
                <a:spcPts val="0"/>
              </a:spcAft>
              <a:buClr>
                <a:schemeClr val="dk1"/>
              </a:buClr>
              <a:buSzPts val="1500"/>
              <a:buFont typeface="Arial"/>
              <a:buNone/>
              <a:defRPr sz="1500"/>
            </a:lvl4pPr>
            <a:lvl5pPr indent="-228600" lvl="4" marL="2286000" algn="l">
              <a:spcBef>
                <a:spcPts val="300"/>
              </a:spcBef>
              <a:spcAft>
                <a:spcPts val="0"/>
              </a:spcAft>
              <a:buClr>
                <a:schemeClr val="dk1"/>
              </a:buClr>
              <a:buSzPts val="1500"/>
              <a:buFont typeface="Arial"/>
              <a:buNone/>
              <a:defRPr sz="15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82" name="Google Shape;82;p1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gradFill>
          <a:gsLst>
            <a:gs pos="0">
              <a:schemeClr val="lt1"/>
            </a:gs>
            <a:gs pos="81000">
              <a:srgbClr val="EEEEEE"/>
            </a:gs>
            <a:gs pos="100000">
              <a:srgbClr val="D8D8D8"/>
            </a:gs>
          </a:gsLst>
          <a:path path="circle">
            <a:fillToRect b="50%" l="50%" r="50%" t="50%"/>
          </a:path>
          <a:tileRect/>
        </a:gradFill>
      </p:bgPr>
    </p:bg>
    <p:spTree>
      <p:nvGrpSpPr>
        <p:cNvPr id="85" name="Shape 85"/>
        <p:cNvGrpSpPr/>
        <p:nvPr/>
      </p:nvGrpSpPr>
      <p:grpSpPr>
        <a:xfrm>
          <a:off x="0" y="0"/>
          <a:ext cx="0" cy="0"/>
          <a:chOff x="0" y="0"/>
          <a:chExt cx="0" cy="0"/>
        </a:xfrm>
      </p:grpSpPr>
      <p:sp>
        <p:nvSpPr>
          <p:cNvPr id="86" name="Google Shape;86;p1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1" showMasterSp="0" type="title">
  <p:cSld name="TITLE">
    <p:spTree>
      <p:nvGrpSpPr>
        <p:cNvPr id="89" name="Shape 89"/>
        <p:cNvGrpSpPr/>
        <p:nvPr/>
      </p:nvGrpSpPr>
      <p:grpSpPr>
        <a:xfrm>
          <a:off x="0" y="0"/>
          <a:ext cx="0" cy="0"/>
          <a:chOff x="0" y="0"/>
          <a:chExt cx="0" cy="0"/>
        </a:xfrm>
      </p:grpSpPr>
      <p:sp>
        <p:nvSpPr>
          <p:cNvPr id="90" name="Google Shape;90;p20"/>
          <p:cNvSpPr txBox="1"/>
          <p:nvPr>
            <p:ph type="ctrTitle"/>
          </p:nvPr>
        </p:nvSpPr>
        <p:spPr>
          <a:xfrm>
            <a:off x="952655" y="1275606"/>
            <a:ext cx="3457500" cy="1719900"/>
          </a:xfrm>
          <a:prstGeom prst="rect">
            <a:avLst/>
          </a:prstGeom>
          <a:noFill/>
          <a:ln>
            <a:noFill/>
          </a:ln>
        </p:spPr>
        <p:txBody>
          <a:bodyPr anchorCtr="0" anchor="b" bIns="45700" lIns="0" spcFirstLastPara="1" rIns="0" wrap="square" tIns="45700">
            <a:noAutofit/>
          </a:bodyPr>
          <a:lstStyle>
            <a:lvl1pPr lvl="0" algn="l">
              <a:lnSpc>
                <a:spcPct val="80000"/>
              </a:lnSpc>
              <a:spcBef>
                <a:spcPts val="0"/>
              </a:spcBef>
              <a:spcAft>
                <a:spcPts val="0"/>
              </a:spcAft>
              <a:buClr>
                <a:schemeClr val="accent6"/>
              </a:buClr>
              <a:buSzPts val="4500"/>
              <a:buFont typeface="Quattrocento Sans"/>
              <a:buNone/>
              <a:defRPr b="1" sz="4500">
                <a:solidFill>
                  <a:schemeClr val="accent6"/>
                </a:solidFill>
                <a:latin typeface="Quattrocento Sans"/>
                <a:ea typeface="Quattrocento Sans"/>
                <a:cs typeface="Quattrocento Sans"/>
                <a:sym typeface="Quattrocento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1" name="Google Shape;91;p20"/>
          <p:cNvSpPr txBox="1"/>
          <p:nvPr>
            <p:ph idx="1" type="subTitle"/>
          </p:nvPr>
        </p:nvSpPr>
        <p:spPr>
          <a:xfrm>
            <a:off x="952654" y="2995411"/>
            <a:ext cx="3457500" cy="573300"/>
          </a:xfrm>
          <a:prstGeom prst="rect">
            <a:avLst/>
          </a:prstGeom>
          <a:noFill/>
          <a:ln>
            <a:noFill/>
          </a:ln>
        </p:spPr>
        <p:txBody>
          <a:bodyPr anchorCtr="0" anchor="t" bIns="45700" lIns="0" spcFirstLastPara="1" rIns="0" wrap="square" tIns="45700">
            <a:noAutofit/>
          </a:bodyPr>
          <a:lstStyle>
            <a:lvl1pPr lvl="0" algn="l">
              <a:spcBef>
                <a:spcPts val="500"/>
              </a:spcBef>
              <a:spcAft>
                <a:spcPts val="0"/>
              </a:spcAft>
              <a:buClr>
                <a:srgbClr val="595959"/>
              </a:buClr>
              <a:buSzPts val="2400"/>
              <a:buNone/>
              <a:defRPr sz="2400">
                <a:solidFill>
                  <a:srgbClr val="595959"/>
                </a:solidFill>
                <a:latin typeface="Calibri"/>
                <a:ea typeface="Calibri"/>
                <a:cs typeface="Calibri"/>
                <a:sym typeface="Calibri"/>
              </a:defRPr>
            </a:lvl1pPr>
            <a:lvl2pPr lvl="1" algn="ctr">
              <a:spcBef>
                <a:spcPts val="500"/>
              </a:spcBef>
              <a:spcAft>
                <a:spcPts val="0"/>
              </a:spcAft>
              <a:buClr>
                <a:srgbClr val="888888"/>
              </a:buClr>
              <a:buSzPts val="24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2" name="Google Shape;92;p20"/>
          <p:cNvSpPr/>
          <p:nvPr/>
        </p:nvSpPr>
        <p:spPr>
          <a:xfrm rot="10800000">
            <a:off x="-28922" y="-3657"/>
            <a:ext cx="1825306" cy="5171172"/>
          </a:xfrm>
          <a:custGeom>
            <a:rect b="b" l="l" r="r" t="t"/>
            <a:pathLst>
              <a:path extrusionOk="0" h="79876" w="36406">
                <a:moveTo>
                  <a:pt x="3549" y="0"/>
                </a:moveTo>
                <a:lnTo>
                  <a:pt x="3549" y="167"/>
                </a:lnTo>
                <a:cubicBezTo>
                  <a:pt x="4817" y="6305"/>
                  <a:pt x="8886" y="11942"/>
                  <a:pt x="12789" y="16912"/>
                </a:cubicBezTo>
                <a:cubicBezTo>
                  <a:pt x="16959" y="22183"/>
                  <a:pt x="22463" y="26452"/>
                  <a:pt x="25465" y="32490"/>
                </a:cubicBezTo>
                <a:cubicBezTo>
                  <a:pt x="28133" y="37794"/>
                  <a:pt x="28167" y="43865"/>
                  <a:pt x="26032" y="49369"/>
                </a:cubicBezTo>
                <a:cubicBezTo>
                  <a:pt x="23897" y="54906"/>
                  <a:pt x="19694" y="59276"/>
                  <a:pt x="14957" y="63045"/>
                </a:cubicBezTo>
                <a:cubicBezTo>
                  <a:pt x="14390" y="63512"/>
                  <a:pt x="13790" y="63979"/>
                  <a:pt x="13189" y="64446"/>
                </a:cubicBezTo>
                <a:cubicBezTo>
                  <a:pt x="10788" y="66281"/>
                  <a:pt x="8319" y="68082"/>
                  <a:pt x="6118" y="70117"/>
                </a:cubicBezTo>
                <a:cubicBezTo>
                  <a:pt x="3382" y="72552"/>
                  <a:pt x="1314" y="75621"/>
                  <a:pt x="80" y="79090"/>
                </a:cubicBezTo>
                <a:cubicBezTo>
                  <a:pt x="13" y="79323"/>
                  <a:pt x="-20" y="79557"/>
                  <a:pt x="13" y="79824"/>
                </a:cubicBezTo>
                <a:cubicBezTo>
                  <a:pt x="2348" y="79963"/>
                  <a:pt x="8069" y="79778"/>
                  <a:pt x="14090" y="79806"/>
                </a:cubicBezTo>
                <a:lnTo>
                  <a:pt x="36139" y="79756"/>
                </a:lnTo>
                <a:cubicBezTo>
                  <a:pt x="36172" y="71683"/>
                  <a:pt x="36172" y="63846"/>
                  <a:pt x="36206" y="55773"/>
                </a:cubicBezTo>
                <a:cubicBezTo>
                  <a:pt x="36250" y="43542"/>
                  <a:pt x="36295" y="31311"/>
                  <a:pt x="36339" y="19080"/>
                </a:cubicBezTo>
                <a:cubicBezTo>
                  <a:pt x="36372" y="12776"/>
                  <a:pt x="36372" y="6438"/>
                  <a:pt x="36406" y="100"/>
                </a:cubicBezTo>
                <a:lnTo>
                  <a:pt x="3549" y="0"/>
                </a:lnTo>
                <a:close/>
              </a:path>
            </a:pathLst>
          </a:custGeom>
          <a:solidFill>
            <a:schemeClr val="accent2"/>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800"/>
              <a:buFont typeface="Quattrocento Sans"/>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93" name="Google Shape;93;p20"/>
          <p:cNvSpPr/>
          <p:nvPr/>
        </p:nvSpPr>
        <p:spPr>
          <a:xfrm rot="10800000">
            <a:off x="7446617" y="-23494"/>
            <a:ext cx="1707493" cy="916124"/>
          </a:xfrm>
          <a:custGeom>
            <a:rect b="b" l="l" r="r" t="t"/>
            <a:pathLst>
              <a:path extrusionOk="0" h="25599" w="47702">
                <a:moveTo>
                  <a:pt x="18961" y="1"/>
                </a:moveTo>
                <a:cubicBezTo>
                  <a:pt x="17039" y="1"/>
                  <a:pt x="15071" y="494"/>
                  <a:pt x="13377" y="1215"/>
                </a:cubicBezTo>
                <a:cubicBezTo>
                  <a:pt x="6772" y="3983"/>
                  <a:pt x="2802" y="11155"/>
                  <a:pt x="1235" y="17827"/>
                </a:cubicBezTo>
                <a:cubicBezTo>
                  <a:pt x="1135" y="18227"/>
                  <a:pt x="0" y="24898"/>
                  <a:pt x="201" y="24898"/>
                </a:cubicBezTo>
                <a:lnTo>
                  <a:pt x="47700" y="25599"/>
                </a:lnTo>
                <a:lnTo>
                  <a:pt x="47700" y="25599"/>
                </a:lnTo>
                <a:cubicBezTo>
                  <a:pt x="47531" y="25594"/>
                  <a:pt x="46467" y="24097"/>
                  <a:pt x="46267" y="23898"/>
                </a:cubicBezTo>
                <a:cubicBezTo>
                  <a:pt x="42898" y="20695"/>
                  <a:pt x="38061" y="20195"/>
                  <a:pt x="34558" y="17293"/>
                </a:cubicBezTo>
                <a:cubicBezTo>
                  <a:pt x="31656" y="14891"/>
                  <a:pt x="30089" y="11522"/>
                  <a:pt x="28554" y="8186"/>
                </a:cubicBezTo>
                <a:cubicBezTo>
                  <a:pt x="27287" y="5351"/>
                  <a:pt x="25819" y="2282"/>
                  <a:pt x="22883" y="848"/>
                </a:cubicBezTo>
                <a:cubicBezTo>
                  <a:pt x="21676" y="251"/>
                  <a:pt x="20330" y="1"/>
                  <a:pt x="18961" y="1"/>
                </a:cubicBezTo>
                <a:close/>
                <a:moveTo>
                  <a:pt x="47700" y="25599"/>
                </a:moveTo>
                <a:cubicBezTo>
                  <a:pt x="47701" y="25599"/>
                  <a:pt x="47701" y="25599"/>
                  <a:pt x="47701" y="25599"/>
                </a:cubicBezTo>
                <a:lnTo>
                  <a:pt x="47700" y="25599"/>
                </a:lnTo>
                <a:close/>
              </a:path>
            </a:pathLst>
          </a:custGeom>
          <a:solidFill>
            <a:schemeClr val="accent4"/>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800"/>
              <a:buFont typeface="Quattrocento Sans"/>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94" name="Google Shape;94;p20"/>
          <p:cNvSpPr/>
          <p:nvPr/>
        </p:nvSpPr>
        <p:spPr>
          <a:xfrm rot="10800000">
            <a:off x="6446312" y="4575090"/>
            <a:ext cx="2700547" cy="579839"/>
          </a:xfrm>
          <a:custGeom>
            <a:rect b="b" l="l" r="r" t="t"/>
            <a:pathLst>
              <a:path extrusionOk="0" h="13777" w="64146">
                <a:moveTo>
                  <a:pt x="67" y="0"/>
                </a:moveTo>
                <a:cubicBezTo>
                  <a:pt x="67" y="0"/>
                  <a:pt x="1" y="13631"/>
                  <a:pt x="0" y="13776"/>
                </a:cubicBezTo>
                <a:lnTo>
                  <a:pt x="0" y="13776"/>
                </a:lnTo>
                <a:cubicBezTo>
                  <a:pt x="3" y="13442"/>
                  <a:pt x="1268" y="12676"/>
                  <a:pt x="1501" y="12509"/>
                </a:cubicBezTo>
                <a:cubicBezTo>
                  <a:pt x="4108" y="10682"/>
                  <a:pt x="7306" y="9877"/>
                  <a:pt x="10492" y="9877"/>
                </a:cubicBezTo>
                <a:cubicBezTo>
                  <a:pt x="10854" y="9877"/>
                  <a:pt x="11215" y="9887"/>
                  <a:pt x="11575" y="9907"/>
                </a:cubicBezTo>
                <a:cubicBezTo>
                  <a:pt x="14277" y="10074"/>
                  <a:pt x="16779" y="11175"/>
                  <a:pt x="19414" y="11809"/>
                </a:cubicBezTo>
                <a:cubicBezTo>
                  <a:pt x="20921" y="12177"/>
                  <a:pt x="22448" y="12347"/>
                  <a:pt x="23971" y="12347"/>
                </a:cubicBezTo>
                <a:cubicBezTo>
                  <a:pt x="28111" y="12347"/>
                  <a:pt x="32226" y="11091"/>
                  <a:pt x="35859" y="9140"/>
                </a:cubicBezTo>
                <a:cubicBezTo>
                  <a:pt x="39302" y="7274"/>
                  <a:pt x="42454" y="6423"/>
                  <a:pt x="46035" y="6423"/>
                </a:cubicBezTo>
                <a:cubicBezTo>
                  <a:pt x="46999" y="6423"/>
                  <a:pt x="47995" y="6485"/>
                  <a:pt x="49035" y="6605"/>
                </a:cubicBezTo>
                <a:cubicBezTo>
                  <a:pt x="50812" y="6804"/>
                  <a:pt x="52632" y="7024"/>
                  <a:pt x="54414" y="7024"/>
                </a:cubicBezTo>
                <a:cubicBezTo>
                  <a:pt x="57113" y="7024"/>
                  <a:pt x="59727" y="6519"/>
                  <a:pt x="61978" y="4670"/>
                </a:cubicBezTo>
                <a:cubicBezTo>
                  <a:pt x="63612" y="3336"/>
                  <a:pt x="64146" y="2269"/>
                  <a:pt x="64146" y="267"/>
                </a:cubicBezTo>
                <a:lnTo>
                  <a:pt x="67" y="0"/>
                </a:lnTo>
                <a:close/>
                <a:moveTo>
                  <a:pt x="0" y="13776"/>
                </a:moveTo>
                <a:lnTo>
                  <a:pt x="0" y="13776"/>
                </a:lnTo>
                <a:cubicBezTo>
                  <a:pt x="0" y="13776"/>
                  <a:pt x="0" y="13777"/>
                  <a:pt x="0" y="13777"/>
                </a:cubicBezTo>
                <a:cubicBezTo>
                  <a:pt x="0" y="13777"/>
                  <a:pt x="0" y="13777"/>
                  <a:pt x="0" y="13776"/>
                </a:cubicBezTo>
                <a:close/>
              </a:path>
            </a:pathLst>
          </a:custGeom>
          <a:solidFill>
            <a:schemeClr val="accent1"/>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800"/>
              <a:buFont typeface="Quattrocento Sans"/>
              <a:buNone/>
            </a:pPr>
            <a:r>
              <a:t/>
            </a:r>
            <a:endParaRPr b="0" i="0" sz="1800" u="none" cap="none" strike="noStrike">
              <a:solidFill>
                <a:schemeClr val="dk1"/>
              </a:solidFill>
              <a:latin typeface="Quattrocento Sans"/>
              <a:ea typeface="Quattrocento Sans"/>
              <a:cs typeface="Quattrocento Sans"/>
              <a:sym typeface="Quattrocento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showMasterSp="0">
  <p:cSld name="1_Title Only">
    <p:spTree>
      <p:nvGrpSpPr>
        <p:cNvPr id="95" name="Shape 95"/>
        <p:cNvGrpSpPr/>
        <p:nvPr/>
      </p:nvGrpSpPr>
      <p:grpSpPr>
        <a:xfrm>
          <a:off x="0" y="0"/>
          <a:ext cx="0" cy="0"/>
          <a:chOff x="0" y="0"/>
          <a:chExt cx="0" cy="0"/>
        </a:xfrm>
      </p:grpSpPr>
      <p:sp>
        <p:nvSpPr>
          <p:cNvPr id="96" name="Google Shape;96;p21"/>
          <p:cNvSpPr/>
          <p:nvPr/>
        </p:nvSpPr>
        <p:spPr>
          <a:xfrm>
            <a:off x="8644088" y="4761860"/>
            <a:ext cx="267900" cy="267900"/>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97" name="Google Shape;97;p21"/>
          <p:cNvSpPr txBox="1"/>
          <p:nvPr/>
        </p:nvSpPr>
        <p:spPr>
          <a:xfrm>
            <a:off x="8643882" y="4821906"/>
            <a:ext cx="267300" cy="14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fld id="{00000000-1234-1234-1234-123412341234}" type="slidenum">
              <a:rPr b="1" lang="en-GB" sz="800">
                <a:solidFill>
                  <a:schemeClr val="lt1"/>
                </a:solidFill>
                <a:latin typeface="Quattrocento Sans"/>
                <a:ea typeface="Quattrocento Sans"/>
                <a:cs typeface="Quattrocento Sans"/>
                <a:sym typeface="Quattrocento Sans"/>
              </a:rPr>
              <a:t>‹#›</a:t>
            </a:fld>
            <a:endParaRPr b="1" sz="800">
              <a:solidFill>
                <a:schemeClr val="lt1"/>
              </a:solidFill>
              <a:latin typeface="Quattrocento Sans"/>
              <a:ea typeface="Quattrocento Sans"/>
              <a:cs typeface="Quattrocento Sans"/>
              <a:sym typeface="Quattrocento Sans"/>
            </a:endParaRPr>
          </a:p>
        </p:txBody>
      </p:sp>
      <p:sp>
        <p:nvSpPr>
          <p:cNvPr id="98" name="Google Shape;98;p21"/>
          <p:cNvSpPr/>
          <p:nvPr/>
        </p:nvSpPr>
        <p:spPr>
          <a:xfrm>
            <a:off x="2024639" y="4809126"/>
            <a:ext cx="1767300" cy="230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GB" sz="1200">
                <a:solidFill>
                  <a:schemeClr val="dk2"/>
                </a:solidFill>
                <a:latin typeface="Quattrocento Sans"/>
                <a:ea typeface="Quattrocento Sans"/>
                <a:cs typeface="Quattrocento Sans"/>
                <a:sym typeface="Quattrocento Sans"/>
              </a:rPr>
              <a:t>Presentation Template</a:t>
            </a:r>
            <a:endParaRPr sz="1100"/>
          </a:p>
        </p:txBody>
      </p:sp>
      <p:sp>
        <p:nvSpPr>
          <p:cNvPr id="99" name="Google Shape;99;p21"/>
          <p:cNvSpPr txBox="1"/>
          <p:nvPr/>
        </p:nvSpPr>
        <p:spPr>
          <a:xfrm>
            <a:off x="1505574" y="4809126"/>
            <a:ext cx="717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200">
                <a:solidFill>
                  <a:schemeClr val="accent2"/>
                </a:solidFill>
                <a:latin typeface="Calibri"/>
                <a:ea typeface="Calibri"/>
                <a:cs typeface="Calibri"/>
                <a:sym typeface="Calibri"/>
              </a:rPr>
              <a:t>Analysis</a:t>
            </a:r>
            <a:endParaRPr sz="1100"/>
          </a:p>
        </p:txBody>
      </p:sp>
      <p:sp>
        <p:nvSpPr>
          <p:cNvPr id="100" name="Google Shape;100;p21"/>
          <p:cNvSpPr txBox="1"/>
          <p:nvPr/>
        </p:nvSpPr>
        <p:spPr>
          <a:xfrm>
            <a:off x="669336" y="4809126"/>
            <a:ext cx="9315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chemeClr val="accent1"/>
                </a:solidFill>
                <a:latin typeface="Quattrocento Sans"/>
                <a:ea typeface="Quattrocento Sans"/>
                <a:cs typeface="Quattrocento Sans"/>
                <a:sym typeface="Quattrocento Sans"/>
              </a:rPr>
              <a:t>Competitive</a:t>
            </a:r>
            <a:endParaRPr b="1" sz="1200">
              <a:solidFill>
                <a:schemeClr val="accent4"/>
              </a:solidFill>
              <a:latin typeface="Quattrocento Sans"/>
              <a:ea typeface="Quattrocento Sans"/>
              <a:cs typeface="Quattrocento Sans"/>
              <a:sym typeface="Quattrocento Sans"/>
            </a:endParaRPr>
          </a:p>
        </p:txBody>
      </p:sp>
      <p:cxnSp>
        <p:nvCxnSpPr>
          <p:cNvPr id="101" name="Google Shape;101;p21"/>
          <p:cNvCxnSpPr/>
          <p:nvPr/>
        </p:nvCxnSpPr>
        <p:spPr>
          <a:xfrm>
            <a:off x="2141097" y="4846099"/>
            <a:ext cx="0" cy="183600"/>
          </a:xfrm>
          <a:prstGeom prst="straightConnector1">
            <a:avLst/>
          </a:prstGeom>
          <a:noFill/>
          <a:ln cap="flat" cmpd="sng" w="14300">
            <a:solidFill>
              <a:schemeClr val="accent3"/>
            </a:solidFill>
            <a:prstDash val="solid"/>
            <a:round/>
            <a:headEnd len="sm" w="sm" type="none"/>
            <a:tailEnd len="sm" w="sm" type="none"/>
          </a:ln>
        </p:spPr>
      </p:cxnSp>
      <p:grpSp>
        <p:nvGrpSpPr>
          <p:cNvPr id="102" name="Google Shape;102;p21"/>
          <p:cNvGrpSpPr/>
          <p:nvPr/>
        </p:nvGrpSpPr>
        <p:grpSpPr>
          <a:xfrm>
            <a:off x="285568" y="4786676"/>
            <a:ext cx="296179" cy="296100"/>
            <a:chOff x="380656" y="6382234"/>
            <a:chExt cx="394800" cy="394800"/>
          </a:xfrm>
        </p:grpSpPr>
        <p:sp>
          <p:nvSpPr>
            <p:cNvPr id="103" name="Google Shape;103;p21"/>
            <p:cNvSpPr/>
            <p:nvPr/>
          </p:nvSpPr>
          <p:spPr>
            <a:xfrm>
              <a:off x="380656" y="6382234"/>
              <a:ext cx="394800" cy="394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Pie chart with solid fill" id="104" name="Google Shape;104;p21"/>
            <p:cNvGrpSpPr/>
            <p:nvPr/>
          </p:nvGrpSpPr>
          <p:grpSpPr>
            <a:xfrm>
              <a:off x="462648" y="6464153"/>
              <a:ext cx="230331" cy="230635"/>
              <a:chOff x="5732462" y="3067050"/>
              <a:chExt cx="722947" cy="723900"/>
            </a:xfrm>
          </p:grpSpPr>
          <p:sp>
            <p:nvSpPr>
              <p:cNvPr id="105" name="Google Shape;105;p21"/>
              <p:cNvSpPr/>
              <p:nvPr/>
            </p:nvSpPr>
            <p:spPr>
              <a:xfrm>
                <a:off x="5732462" y="3067050"/>
                <a:ext cx="603885" cy="723900"/>
              </a:xfrm>
              <a:custGeom>
                <a:rect b="b" l="l" r="r" t="t"/>
                <a:pathLst>
                  <a:path extrusionOk="0" h="723900" w="603885">
                    <a:moveTo>
                      <a:pt x="342900" y="0"/>
                    </a:moveTo>
                    <a:cubicBezTo>
                      <a:pt x="152400" y="9525"/>
                      <a:pt x="0" y="169545"/>
                      <a:pt x="0" y="361950"/>
                    </a:cubicBezTo>
                    <a:cubicBezTo>
                      <a:pt x="0" y="561975"/>
                      <a:pt x="161925" y="723900"/>
                      <a:pt x="361950" y="723900"/>
                    </a:cubicBezTo>
                    <a:cubicBezTo>
                      <a:pt x="452438" y="723900"/>
                      <a:pt x="537210" y="691515"/>
                      <a:pt x="603885" y="630555"/>
                    </a:cubicBezTo>
                    <a:lnTo>
                      <a:pt x="342900" y="369570"/>
                    </a:lnTo>
                    <a:lnTo>
                      <a:pt x="342900"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 name="Google Shape;106;p21"/>
              <p:cNvSpPr/>
              <p:nvPr/>
            </p:nvSpPr>
            <p:spPr>
              <a:xfrm>
                <a:off x="6113462" y="3067050"/>
                <a:ext cx="341947" cy="342900"/>
              </a:xfrm>
              <a:custGeom>
                <a:rect b="b" l="l" r="r" t="t"/>
                <a:pathLst>
                  <a:path extrusionOk="0" h="342900" w="341947">
                    <a:moveTo>
                      <a:pt x="0" y="0"/>
                    </a:moveTo>
                    <a:lnTo>
                      <a:pt x="0" y="342900"/>
                    </a:lnTo>
                    <a:lnTo>
                      <a:pt x="341948" y="342900"/>
                    </a:lnTo>
                    <a:cubicBezTo>
                      <a:pt x="332423" y="157163"/>
                      <a:pt x="184785" y="9525"/>
                      <a:pt x="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7" name="Google Shape;107;p21"/>
              <p:cNvSpPr/>
              <p:nvPr/>
            </p:nvSpPr>
            <p:spPr>
              <a:xfrm>
                <a:off x="6140131" y="3448050"/>
                <a:ext cx="315277" cy="222885"/>
              </a:xfrm>
              <a:custGeom>
                <a:rect b="b" l="l" r="r" t="t"/>
                <a:pathLst>
                  <a:path extrusionOk="0" h="222885" w="315277">
                    <a:moveTo>
                      <a:pt x="0" y="0"/>
                    </a:moveTo>
                    <a:lnTo>
                      <a:pt x="222885" y="222885"/>
                    </a:lnTo>
                    <a:cubicBezTo>
                      <a:pt x="279083" y="160973"/>
                      <a:pt x="311468" y="82868"/>
                      <a:pt x="315278" y="0"/>
                    </a:cubicBezTo>
                    <a:lnTo>
                      <a:pt x="0"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108" name="Google Shape;108;p21"/>
          <p:cNvGrpSpPr/>
          <p:nvPr/>
        </p:nvGrpSpPr>
        <p:grpSpPr>
          <a:xfrm>
            <a:off x="7845732" y="-739564"/>
            <a:ext cx="2131200" cy="1841257"/>
            <a:chOff x="8994775" y="-1887538"/>
            <a:chExt cx="4159251" cy="3594100"/>
          </a:xfrm>
        </p:grpSpPr>
        <p:sp>
          <p:nvSpPr>
            <p:cNvPr id="109" name="Google Shape;109;p21"/>
            <p:cNvSpPr/>
            <p:nvPr/>
          </p:nvSpPr>
          <p:spPr>
            <a:xfrm>
              <a:off x="11858625" y="1566862"/>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 name="Google Shape;110;p21"/>
            <p:cNvSpPr/>
            <p:nvPr/>
          </p:nvSpPr>
          <p:spPr>
            <a:xfrm>
              <a:off x="12126913" y="1668462"/>
              <a:ext cx="42863" cy="38100"/>
            </a:xfrm>
            <a:custGeom>
              <a:rect b="b" l="l" r="r" t="t"/>
              <a:pathLst>
                <a:path extrusionOk="0" h="9" w="10">
                  <a:moveTo>
                    <a:pt x="3"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 name="Google Shape;111;p21"/>
            <p:cNvSpPr/>
            <p:nvPr/>
          </p:nvSpPr>
          <p:spPr>
            <a:xfrm>
              <a:off x="12241213" y="1562100"/>
              <a:ext cx="42863" cy="38100"/>
            </a:xfrm>
            <a:custGeom>
              <a:rect b="b" l="l" r="r" t="t"/>
              <a:pathLst>
                <a:path extrusionOk="0" h="9" w="10">
                  <a:moveTo>
                    <a:pt x="3" y="2"/>
                  </a:moveTo>
                  <a:cubicBezTo>
                    <a:pt x="2" y="2"/>
                    <a:pt x="2" y="2"/>
                    <a:pt x="2" y="2"/>
                  </a:cubicBezTo>
                  <a:cubicBezTo>
                    <a:pt x="1" y="4"/>
                    <a:pt x="0" y="6"/>
                    <a:pt x="2" y="8"/>
                  </a:cubicBezTo>
                  <a:cubicBezTo>
                    <a:pt x="3" y="9"/>
                    <a:pt x="4" y="9"/>
                    <a:pt x="5" y="9"/>
                  </a:cubicBezTo>
                  <a:cubicBezTo>
                    <a:pt x="6" y="9"/>
                    <a:pt x="7" y="9"/>
                    <a:pt x="8" y="8"/>
                  </a:cubicBezTo>
                  <a:cubicBezTo>
                    <a:pt x="9" y="8"/>
                    <a:pt x="9" y="8"/>
                    <a:pt x="9"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 name="Google Shape;112;p21"/>
            <p:cNvSpPr/>
            <p:nvPr/>
          </p:nvSpPr>
          <p:spPr>
            <a:xfrm>
              <a:off x="12539663" y="1638300"/>
              <a:ext cx="42863" cy="42863"/>
            </a:xfrm>
            <a:custGeom>
              <a:rect b="b" l="l" r="r" t="t"/>
              <a:pathLst>
                <a:path extrusionOk="0" h="10" w="10">
                  <a:moveTo>
                    <a:pt x="2"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 name="Google Shape;113;p21"/>
            <p:cNvSpPr/>
            <p:nvPr/>
          </p:nvSpPr>
          <p:spPr>
            <a:xfrm>
              <a:off x="9351963" y="-1016000"/>
              <a:ext cx="4763" cy="17463"/>
            </a:xfrm>
            <a:custGeom>
              <a:rect b="b" l="l" r="r" t="t"/>
              <a:pathLst>
                <a:path extrusionOk="0" h="4" w="1">
                  <a:moveTo>
                    <a:pt x="1" y="4"/>
                  </a:moveTo>
                  <a:cubicBezTo>
                    <a:pt x="1" y="3"/>
                    <a:pt x="0" y="1"/>
                    <a:pt x="0" y="0"/>
                  </a:cubicBezTo>
                  <a:cubicBezTo>
                    <a:pt x="0" y="1"/>
                    <a:pt x="0" y="3"/>
                    <a:pt x="1" y="4"/>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 name="Google Shape;114;p21"/>
            <p:cNvSpPr/>
            <p:nvPr/>
          </p:nvSpPr>
          <p:spPr>
            <a:xfrm>
              <a:off x="10264775" y="1306512"/>
              <a:ext cx="12700" cy="4763"/>
            </a:xfrm>
            <a:custGeom>
              <a:rect b="b" l="l" r="r" t="t"/>
              <a:pathLst>
                <a:path extrusionOk="0" h="1" w="3">
                  <a:moveTo>
                    <a:pt x="1" y="1"/>
                  </a:moveTo>
                  <a:cubicBezTo>
                    <a:pt x="2" y="1"/>
                    <a:pt x="3" y="1"/>
                    <a:pt x="3" y="0"/>
                  </a:cubicBezTo>
                  <a:cubicBezTo>
                    <a:pt x="2" y="0"/>
                    <a:pt x="1" y="1"/>
                    <a:pt x="0" y="1"/>
                  </a:cubicBezTo>
                  <a:lnTo>
                    <a:pt x="1" y="1"/>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 name="Google Shape;115;p21"/>
            <p:cNvSpPr/>
            <p:nvPr/>
          </p:nvSpPr>
          <p:spPr>
            <a:xfrm>
              <a:off x="9566275" y="-1568450"/>
              <a:ext cx="42863"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 name="Google Shape;116;p21"/>
            <p:cNvSpPr/>
            <p:nvPr/>
          </p:nvSpPr>
          <p:spPr>
            <a:xfrm>
              <a:off x="9680575" y="-1674813"/>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 name="Google Shape;117;p21"/>
            <p:cNvSpPr/>
            <p:nvPr/>
          </p:nvSpPr>
          <p:spPr>
            <a:xfrm>
              <a:off x="9915525" y="-1887538"/>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 name="Google Shape;118;p21"/>
            <p:cNvSpPr/>
            <p:nvPr/>
          </p:nvSpPr>
          <p:spPr>
            <a:xfrm>
              <a:off x="9799638" y="-1781175"/>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 name="Google Shape;119;p21"/>
            <p:cNvSpPr/>
            <p:nvPr/>
          </p:nvSpPr>
          <p:spPr>
            <a:xfrm>
              <a:off x="9447213" y="-1462088"/>
              <a:ext cx="41275" cy="38100"/>
            </a:xfrm>
            <a:custGeom>
              <a:rect b="b" l="l" r="r" t="t"/>
              <a:pathLst>
                <a:path extrusionOk="0" h="9" w="10">
                  <a:moveTo>
                    <a:pt x="5" y="9"/>
                  </a:moveTo>
                  <a:cubicBezTo>
                    <a:pt x="6" y="9"/>
                    <a:pt x="7"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 name="Google Shape;120;p21"/>
            <p:cNvSpPr/>
            <p:nvPr/>
          </p:nvSpPr>
          <p:spPr>
            <a:xfrm>
              <a:off x="10290175" y="-1879600"/>
              <a:ext cx="42863" cy="39688"/>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 name="Google Shape;121;p21"/>
            <p:cNvSpPr/>
            <p:nvPr/>
          </p:nvSpPr>
          <p:spPr>
            <a:xfrm>
              <a:off x="10171113" y="-1773238"/>
              <a:ext cx="42863" cy="39688"/>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 name="Google Shape;122;p21"/>
            <p:cNvSpPr/>
            <p:nvPr/>
          </p:nvSpPr>
          <p:spPr>
            <a:xfrm>
              <a:off x="9351963" y="-1028700"/>
              <a:ext cx="39688" cy="38100"/>
            </a:xfrm>
            <a:custGeom>
              <a:rect b="b" l="l" r="r" t="t"/>
              <a:pathLst>
                <a:path extrusionOk="0" h="9" w="9">
                  <a:moveTo>
                    <a:pt x="4" y="9"/>
                  </a:moveTo>
                  <a:cubicBezTo>
                    <a:pt x="5" y="9"/>
                    <a:pt x="6" y="8"/>
                    <a:pt x="7" y="8"/>
                  </a:cubicBezTo>
                  <a:cubicBezTo>
                    <a:pt x="8" y="7"/>
                    <a:pt x="8" y="7"/>
                    <a:pt x="8" y="7"/>
                  </a:cubicBezTo>
                  <a:cubicBezTo>
                    <a:pt x="9" y="6"/>
                    <a:pt x="9" y="3"/>
                    <a:pt x="8" y="1"/>
                  </a:cubicBezTo>
                  <a:cubicBezTo>
                    <a:pt x="6" y="0"/>
                    <a:pt x="4" y="0"/>
                    <a:pt x="2" y="1"/>
                  </a:cubicBezTo>
                  <a:cubicBezTo>
                    <a:pt x="1" y="2"/>
                    <a:pt x="1" y="2"/>
                    <a:pt x="1" y="2"/>
                  </a:cubicBezTo>
                  <a:cubicBezTo>
                    <a:pt x="1" y="2"/>
                    <a:pt x="1" y="3"/>
                    <a:pt x="0" y="3"/>
                  </a:cubicBezTo>
                  <a:cubicBezTo>
                    <a:pt x="0" y="4"/>
                    <a:pt x="1" y="6"/>
                    <a:pt x="1" y="7"/>
                  </a:cubicBezTo>
                  <a:cubicBezTo>
                    <a:pt x="1" y="8"/>
                    <a:pt x="1" y="8"/>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 name="Google Shape;123;p21"/>
            <p:cNvSpPr/>
            <p:nvPr/>
          </p:nvSpPr>
          <p:spPr>
            <a:xfrm>
              <a:off x="9467850" y="-1135063"/>
              <a:ext cx="42863" cy="38100"/>
            </a:xfrm>
            <a:custGeom>
              <a:rect b="b" l="l" r="r" t="t"/>
              <a:pathLst>
                <a:path extrusionOk="0" h="9" w="10">
                  <a:moveTo>
                    <a:pt x="2" y="2"/>
                  </a:moveTo>
                  <a:cubicBezTo>
                    <a:pt x="0" y="3"/>
                    <a:pt x="0" y="6"/>
                    <a:pt x="2" y="8"/>
                  </a:cubicBezTo>
                  <a:cubicBezTo>
                    <a:pt x="2" y="8"/>
                    <a:pt x="3" y="9"/>
                    <a:pt x="4" y="9"/>
                  </a:cubicBezTo>
                  <a:cubicBezTo>
                    <a:pt x="5" y="9"/>
                    <a:pt x="6" y="8"/>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 name="Google Shape;124;p21"/>
            <p:cNvSpPr/>
            <p:nvPr/>
          </p:nvSpPr>
          <p:spPr>
            <a:xfrm>
              <a:off x="9702800" y="-1347788"/>
              <a:ext cx="41275" cy="38100"/>
            </a:xfrm>
            <a:custGeom>
              <a:rect b="b" l="l" r="r" t="t"/>
              <a:pathLst>
                <a:path extrusionOk="0" h="9" w="10">
                  <a:moveTo>
                    <a:pt x="2" y="2"/>
                  </a:moveTo>
                  <a:cubicBezTo>
                    <a:pt x="0" y="3"/>
                    <a:pt x="0" y="6"/>
                    <a:pt x="2" y="8"/>
                  </a:cubicBezTo>
                  <a:cubicBezTo>
                    <a:pt x="2" y="8"/>
                    <a:pt x="4" y="9"/>
                    <a:pt x="5" y="9"/>
                  </a:cubicBezTo>
                  <a:cubicBezTo>
                    <a:pt x="6" y="9"/>
                    <a:pt x="7" y="8"/>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 name="Google Shape;125;p21"/>
            <p:cNvSpPr/>
            <p:nvPr/>
          </p:nvSpPr>
          <p:spPr>
            <a:xfrm>
              <a:off x="9936163" y="-1560513"/>
              <a:ext cx="42863" cy="39688"/>
            </a:xfrm>
            <a:custGeom>
              <a:rect b="b" l="l" r="r" t="t"/>
              <a:pathLst>
                <a:path extrusionOk="0" h="9" w="10">
                  <a:moveTo>
                    <a:pt x="2" y="2"/>
                  </a:move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 name="Google Shape;126;p21"/>
            <p:cNvSpPr/>
            <p:nvPr/>
          </p:nvSpPr>
          <p:spPr>
            <a:xfrm>
              <a:off x="9821863" y="-1454150"/>
              <a:ext cx="38100" cy="38100"/>
            </a:xfrm>
            <a:custGeom>
              <a:rect b="b" l="l" r="r" t="t"/>
              <a:pathLst>
                <a:path extrusionOk="0" h="9" w="9">
                  <a:moveTo>
                    <a:pt x="1" y="2"/>
                  </a:moveTo>
                  <a:cubicBezTo>
                    <a:pt x="0" y="3"/>
                    <a:pt x="0" y="6"/>
                    <a:pt x="1" y="8"/>
                  </a:cubicBezTo>
                  <a:cubicBezTo>
                    <a:pt x="2" y="8"/>
                    <a:pt x="3" y="9"/>
                    <a:pt x="4" y="9"/>
                  </a:cubicBezTo>
                  <a:cubicBezTo>
                    <a:pt x="5" y="9"/>
                    <a:pt x="6" y="8"/>
                    <a:pt x="7" y="8"/>
                  </a:cubicBezTo>
                  <a:cubicBezTo>
                    <a:pt x="8" y="7"/>
                    <a:pt x="8" y="7"/>
                    <a:pt x="8" y="7"/>
                  </a:cubicBezTo>
                  <a:cubicBezTo>
                    <a:pt x="9" y="6"/>
                    <a:pt x="9" y="3"/>
                    <a:pt x="8" y="1"/>
                  </a:cubicBezTo>
                  <a:cubicBezTo>
                    <a:pt x="7" y="0"/>
                    <a:pt x="4" y="0"/>
                    <a:pt x="2" y="1"/>
                  </a:cubicBezTo>
                  <a:lnTo>
                    <a:pt x="1"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 name="Google Shape;127;p21"/>
            <p:cNvSpPr/>
            <p:nvPr/>
          </p:nvSpPr>
          <p:spPr>
            <a:xfrm>
              <a:off x="9586913" y="-1241425"/>
              <a:ext cx="38100" cy="38100"/>
            </a:xfrm>
            <a:custGeom>
              <a:rect b="b" l="l" r="r" t="t"/>
              <a:pathLst>
                <a:path extrusionOk="0" h="9" w="9">
                  <a:moveTo>
                    <a:pt x="1" y="2"/>
                  </a:moveTo>
                  <a:cubicBezTo>
                    <a:pt x="0" y="3"/>
                    <a:pt x="0" y="6"/>
                    <a:pt x="1" y="8"/>
                  </a:cubicBezTo>
                  <a:cubicBezTo>
                    <a:pt x="2" y="8"/>
                    <a:pt x="3" y="9"/>
                    <a:pt x="4" y="9"/>
                  </a:cubicBezTo>
                  <a:cubicBezTo>
                    <a:pt x="5" y="9"/>
                    <a:pt x="6" y="8"/>
                    <a:pt x="7" y="8"/>
                  </a:cubicBezTo>
                  <a:cubicBezTo>
                    <a:pt x="8" y="7"/>
                    <a:pt x="8" y="7"/>
                    <a:pt x="8" y="7"/>
                  </a:cubicBezTo>
                  <a:cubicBezTo>
                    <a:pt x="9" y="5"/>
                    <a:pt x="9" y="3"/>
                    <a:pt x="8" y="1"/>
                  </a:cubicBezTo>
                  <a:cubicBezTo>
                    <a:pt x="6" y="0"/>
                    <a:pt x="4" y="0"/>
                    <a:pt x="2" y="1"/>
                  </a:cubicBezTo>
                  <a:lnTo>
                    <a:pt x="1"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 name="Google Shape;128;p21"/>
            <p:cNvSpPr/>
            <p:nvPr/>
          </p:nvSpPr>
          <p:spPr>
            <a:xfrm>
              <a:off x="10055225" y="-1666875"/>
              <a:ext cx="42863" cy="39688"/>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 name="Google Shape;129;p21"/>
            <p:cNvSpPr/>
            <p:nvPr/>
          </p:nvSpPr>
          <p:spPr>
            <a:xfrm>
              <a:off x="9779000" y="-1074738"/>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 name="Google Shape;130;p21"/>
            <p:cNvSpPr/>
            <p:nvPr/>
          </p:nvSpPr>
          <p:spPr>
            <a:xfrm>
              <a:off x="10013950" y="-1287463"/>
              <a:ext cx="41275" cy="42863"/>
            </a:xfrm>
            <a:custGeom>
              <a:rect b="b" l="l" r="r" t="t"/>
              <a:pathLst>
                <a:path extrusionOk="0" h="10" w="10">
                  <a:moveTo>
                    <a:pt x="5" y="10"/>
                  </a:moveTo>
                  <a:cubicBezTo>
                    <a:pt x="6" y="10"/>
                    <a:pt x="7" y="9"/>
                    <a:pt x="8" y="8"/>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 name="Google Shape;131;p21"/>
            <p:cNvSpPr/>
            <p:nvPr/>
          </p:nvSpPr>
          <p:spPr>
            <a:xfrm>
              <a:off x="10601325" y="-1819275"/>
              <a:ext cx="42863" cy="42863"/>
            </a:xfrm>
            <a:custGeom>
              <a:rect b="b" l="l" r="r" t="t"/>
              <a:pathLst>
                <a:path extrusionOk="0" h="10" w="10">
                  <a:moveTo>
                    <a:pt x="5"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 name="Google Shape;132;p21"/>
            <p:cNvSpPr/>
            <p:nvPr/>
          </p:nvSpPr>
          <p:spPr>
            <a:xfrm>
              <a:off x="9898063" y="-1181100"/>
              <a:ext cx="42863" cy="42863"/>
            </a:xfrm>
            <a:custGeom>
              <a:rect b="b" l="l" r="r" t="t"/>
              <a:pathLst>
                <a:path extrusionOk="0" h="10" w="10">
                  <a:moveTo>
                    <a:pt x="4" y="10"/>
                  </a:moveTo>
                  <a:cubicBezTo>
                    <a:pt x="5" y="10"/>
                    <a:pt x="6" y="9"/>
                    <a:pt x="7" y="8"/>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 name="Google Shape;133;p21"/>
            <p:cNvSpPr/>
            <p:nvPr/>
          </p:nvSpPr>
          <p:spPr>
            <a:xfrm>
              <a:off x="10247313" y="-1500188"/>
              <a:ext cx="42863" cy="42863"/>
            </a:xfrm>
            <a:custGeom>
              <a:rect b="b" l="l" r="r" t="t"/>
              <a:pathLst>
                <a:path extrusionOk="0" h="10" w="10">
                  <a:moveTo>
                    <a:pt x="5" y="10"/>
                  </a:moveTo>
                  <a:cubicBezTo>
                    <a:pt x="6" y="10"/>
                    <a:pt x="7" y="9"/>
                    <a:pt x="8" y="8"/>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 name="Google Shape;134;p21"/>
            <p:cNvSpPr/>
            <p:nvPr/>
          </p:nvSpPr>
          <p:spPr>
            <a:xfrm>
              <a:off x="10366375" y="-1606550"/>
              <a:ext cx="42863" cy="42863"/>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 name="Google Shape;135;p21"/>
            <p:cNvSpPr/>
            <p:nvPr/>
          </p:nvSpPr>
          <p:spPr>
            <a:xfrm>
              <a:off x="9663113" y="-968375"/>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 name="Google Shape;136;p21"/>
            <p:cNvSpPr/>
            <p:nvPr/>
          </p:nvSpPr>
          <p:spPr>
            <a:xfrm>
              <a:off x="10133013" y="-1393825"/>
              <a:ext cx="42863" cy="42863"/>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 name="Google Shape;137;p21"/>
            <p:cNvSpPr/>
            <p:nvPr/>
          </p:nvSpPr>
          <p:spPr>
            <a:xfrm>
              <a:off x="9429750" y="-755650"/>
              <a:ext cx="38100" cy="42863"/>
            </a:xfrm>
            <a:custGeom>
              <a:rect b="b" l="l" r="r" t="t"/>
              <a:pathLst>
                <a:path extrusionOk="0" h="10" w="9">
                  <a:moveTo>
                    <a:pt x="8" y="8"/>
                  </a:moveTo>
                  <a:cubicBezTo>
                    <a:pt x="9" y="6"/>
                    <a:pt x="9" y="4"/>
                    <a:pt x="8" y="2"/>
                  </a:cubicBezTo>
                  <a:cubicBezTo>
                    <a:pt x="6" y="0"/>
                    <a:pt x="4" y="0"/>
                    <a:pt x="2" y="2"/>
                  </a:cubicBezTo>
                  <a:cubicBezTo>
                    <a:pt x="1" y="3"/>
                    <a:pt x="1" y="3"/>
                    <a:pt x="1"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 name="Google Shape;138;p21"/>
            <p:cNvSpPr/>
            <p:nvPr/>
          </p:nvSpPr>
          <p:spPr>
            <a:xfrm>
              <a:off x="9544050" y="-862013"/>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 name="Google Shape;139;p21"/>
            <p:cNvSpPr/>
            <p:nvPr/>
          </p:nvSpPr>
          <p:spPr>
            <a:xfrm>
              <a:off x="10487025" y="-1712913"/>
              <a:ext cx="38100" cy="42863"/>
            </a:xfrm>
            <a:custGeom>
              <a:rect b="b" l="l" r="r" t="t"/>
              <a:pathLst>
                <a:path extrusionOk="0" h="10" w="9">
                  <a:moveTo>
                    <a:pt x="4" y="10"/>
                  </a:moveTo>
                  <a:cubicBezTo>
                    <a:pt x="5" y="10"/>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0" name="Google Shape;140;p21"/>
            <p:cNvSpPr/>
            <p:nvPr/>
          </p:nvSpPr>
          <p:spPr>
            <a:xfrm>
              <a:off x="10634663" y="-1504950"/>
              <a:ext cx="42863" cy="42863"/>
            </a:xfrm>
            <a:custGeom>
              <a:rect b="b" l="l" r="r" t="t"/>
              <a:pathLst>
                <a:path extrusionOk="0" h="10" w="10">
                  <a:moveTo>
                    <a:pt x="2" y="8"/>
                  </a:move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1" name="Google Shape;141;p21"/>
            <p:cNvSpPr/>
            <p:nvPr/>
          </p:nvSpPr>
          <p:spPr>
            <a:xfrm>
              <a:off x="10755313" y="-1611313"/>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2" name="Google Shape;142;p21"/>
            <p:cNvSpPr/>
            <p:nvPr/>
          </p:nvSpPr>
          <p:spPr>
            <a:xfrm>
              <a:off x="9463088" y="-441325"/>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3" name="Google Shape;143;p21"/>
            <p:cNvSpPr/>
            <p:nvPr/>
          </p:nvSpPr>
          <p:spPr>
            <a:xfrm>
              <a:off x="10166350" y="-1079500"/>
              <a:ext cx="42863" cy="42863"/>
            </a:xfrm>
            <a:custGeom>
              <a:rect b="b" l="l" r="r" t="t"/>
              <a:pathLst>
                <a:path extrusionOk="0" h="10" w="10">
                  <a:moveTo>
                    <a:pt x="1" y="8"/>
                  </a:move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4" name="Google Shape;144;p21"/>
            <p:cNvSpPr/>
            <p:nvPr/>
          </p:nvSpPr>
          <p:spPr>
            <a:xfrm>
              <a:off x="9932988" y="-866775"/>
              <a:ext cx="41275"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5" name="Google Shape;145;p21"/>
            <p:cNvSpPr/>
            <p:nvPr/>
          </p:nvSpPr>
          <p:spPr>
            <a:xfrm>
              <a:off x="10282238" y="-1185863"/>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6" name="Google Shape;146;p21"/>
            <p:cNvSpPr/>
            <p:nvPr/>
          </p:nvSpPr>
          <p:spPr>
            <a:xfrm>
              <a:off x="10047288" y="-973138"/>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7" name="Google Shape;147;p21"/>
            <p:cNvSpPr/>
            <p:nvPr/>
          </p:nvSpPr>
          <p:spPr>
            <a:xfrm>
              <a:off x="10515600" y="-1398588"/>
              <a:ext cx="42863" cy="42863"/>
            </a:xfrm>
            <a:custGeom>
              <a:rect b="b" l="l" r="r" t="t"/>
              <a:pathLst>
                <a:path extrusionOk="0" h="10" w="10">
                  <a:moveTo>
                    <a:pt x="2" y="8"/>
                  </a:moveTo>
                  <a:cubicBezTo>
                    <a:pt x="3" y="9"/>
                    <a:pt x="4" y="10"/>
                    <a:pt x="5" y="10"/>
                  </a:cubicBezTo>
                  <a:cubicBezTo>
                    <a:pt x="6" y="10"/>
                    <a:pt x="7" y="9"/>
                    <a:pt x="8" y="8"/>
                  </a:cubicBezTo>
                  <a:cubicBezTo>
                    <a:pt x="9" y="8"/>
                    <a:pt x="9" y="8"/>
                    <a:pt x="9" y="8"/>
                  </a:cubicBezTo>
                  <a:cubicBezTo>
                    <a:pt x="10" y="6"/>
                    <a:pt x="10" y="4"/>
                    <a:pt x="9" y="2"/>
                  </a:cubicBezTo>
                  <a:cubicBezTo>
                    <a:pt x="7" y="0"/>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8" name="Google Shape;148;p21"/>
            <p:cNvSpPr/>
            <p:nvPr/>
          </p:nvSpPr>
          <p:spPr>
            <a:xfrm>
              <a:off x="10869613" y="-1717675"/>
              <a:ext cx="42863" cy="38100"/>
            </a:xfrm>
            <a:custGeom>
              <a:rect b="b" l="l" r="r" t="t"/>
              <a:pathLst>
                <a:path extrusionOk="0" h="9" w="10">
                  <a:moveTo>
                    <a:pt x="5" y="9"/>
                  </a:moveTo>
                  <a:cubicBezTo>
                    <a:pt x="6" y="9"/>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49" name="Google Shape;149;p21"/>
            <p:cNvSpPr/>
            <p:nvPr/>
          </p:nvSpPr>
          <p:spPr>
            <a:xfrm>
              <a:off x="9698038" y="-654050"/>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0" name="Google Shape;150;p21"/>
            <p:cNvSpPr/>
            <p:nvPr/>
          </p:nvSpPr>
          <p:spPr>
            <a:xfrm>
              <a:off x="10401300" y="-1292225"/>
              <a:ext cx="42863" cy="42863"/>
            </a:xfrm>
            <a:custGeom>
              <a:rect b="b" l="l" r="r" t="t"/>
              <a:pathLst>
                <a:path extrusionOk="0" h="10" w="10">
                  <a:moveTo>
                    <a:pt x="1" y="8"/>
                  </a:move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1" name="Google Shape;151;p21"/>
            <p:cNvSpPr/>
            <p:nvPr/>
          </p:nvSpPr>
          <p:spPr>
            <a:xfrm>
              <a:off x="9578975" y="-547688"/>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2" name="Google Shape;152;p21"/>
            <p:cNvSpPr/>
            <p:nvPr/>
          </p:nvSpPr>
          <p:spPr>
            <a:xfrm>
              <a:off x="9812338" y="-760413"/>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3" name="Google Shape;153;p21"/>
            <p:cNvSpPr/>
            <p:nvPr/>
          </p:nvSpPr>
          <p:spPr>
            <a:xfrm>
              <a:off x="10580688" y="-1104900"/>
              <a:ext cx="41275" cy="38100"/>
            </a:xfrm>
            <a:custGeom>
              <a:rect b="b" l="l" r="r" t="t"/>
              <a:pathLst>
                <a:path extrusionOk="0" h="9" w="10">
                  <a:moveTo>
                    <a:pt x="4" y="9"/>
                  </a:moveTo>
                  <a:cubicBezTo>
                    <a:pt x="5" y="9"/>
                    <a:pt x="6" y="8"/>
                    <a:pt x="7" y="8"/>
                  </a:cubicBezTo>
                  <a:cubicBezTo>
                    <a:pt x="8" y="7"/>
                    <a:pt x="8" y="7"/>
                    <a:pt x="8" y="7"/>
                  </a:cubicBezTo>
                  <a:cubicBezTo>
                    <a:pt x="9" y="5"/>
                    <a:pt x="10" y="3"/>
                    <a:pt x="8" y="1"/>
                  </a:cubicBezTo>
                  <a:cubicBezTo>
                    <a:pt x="7" y="0"/>
                    <a:pt x="4" y="0"/>
                    <a:pt x="2" y="1"/>
                  </a:cubicBezTo>
                  <a:cubicBezTo>
                    <a:pt x="2" y="2"/>
                    <a:pt x="2" y="2"/>
                    <a:pt x="2"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4" name="Google Shape;154;p21"/>
            <p:cNvSpPr/>
            <p:nvPr/>
          </p:nvSpPr>
          <p:spPr>
            <a:xfrm>
              <a:off x="9420225" y="-41275"/>
              <a:ext cx="26988" cy="38100"/>
            </a:xfrm>
            <a:custGeom>
              <a:rect b="b" l="l" r="r" t="t"/>
              <a:pathLst>
                <a:path extrusionOk="0" h="9" w="6">
                  <a:moveTo>
                    <a:pt x="4" y="8"/>
                  </a:moveTo>
                  <a:cubicBezTo>
                    <a:pt x="5" y="7"/>
                    <a:pt x="5" y="7"/>
                    <a:pt x="5" y="7"/>
                  </a:cubicBezTo>
                  <a:cubicBezTo>
                    <a:pt x="6" y="6"/>
                    <a:pt x="6" y="3"/>
                    <a:pt x="5" y="1"/>
                  </a:cubicBezTo>
                  <a:cubicBezTo>
                    <a:pt x="4" y="1"/>
                    <a:pt x="3" y="0"/>
                    <a:pt x="2" y="0"/>
                  </a:cubicBezTo>
                  <a:cubicBezTo>
                    <a:pt x="2" y="1"/>
                    <a:pt x="2" y="2"/>
                    <a:pt x="1" y="3"/>
                  </a:cubicBezTo>
                  <a:cubicBezTo>
                    <a:pt x="1" y="5"/>
                    <a:pt x="0" y="7"/>
                    <a:pt x="0" y="9"/>
                  </a:cubicBezTo>
                  <a:cubicBezTo>
                    <a:pt x="0" y="9"/>
                    <a:pt x="0" y="9"/>
                    <a:pt x="1" y="9"/>
                  </a:cubicBezTo>
                  <a:cubicBezTo>
                    <a:pt x="2" y="9"/>
                    <a:pt x="3" y="9"/>
                    <a:pt x="4"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 name="Google Shape;155;p21"/>
            <p:cNvSpPr/>
            <p:nvPr/>
          </p:nvSpPr>
          <p:spPr>
            <a:xfrm>
              <a:off x="11163300" y="-1641475"/>
              <a:ext cx="42863" cy="42863"/>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6" name="Google Shape;156;p21"/>
            <p:cNvSpPr/>
            <p:nvPr/>
          </p:nvSpPr>
          <p:spPr>
            <a:xfrm>
              <a:off x="10929938" y="-1428750"/>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 name="Google Shape;157;p21"/>
            <p:cNvSpPr/>
            <p:nvPr/>
          </p:nvSpPr>
          <p:spPr>
            <a:xfrm>
              <a:off x="10694988" y="-1216025"/>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8" name="Google Shape;158;p21"/>
            <p:cNvSpPr/>
            <p:nvPr/>
          </p:nvSpPr>
          <p:spPr>
            <a:xfrm>
              <a:off x="10814050" y="-1322388"/>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9" name="Google Shape;159;p21"/>
            <p:cNvSpPr/>
            <p:nvPr/>
          </p:nvSpPr>
          <p:spPr>
            <a:xfrm>
              <a:off x="9642475" y="-25400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0" name="Google Shape;160;p21"/>
            <p:cNvSpPr/>
            <p:nvPr/>
          </p:nvSpPr>
          <p:spPr>
            <a:xfrm>
              <a:off x="11049000" y="-1535113"/>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1" name="Google Shape;161;p21"/>
            <p:cNvSpPr/>
            <p:nvPr/>
          </p:nvSpPr>
          <p:spPr>
            <a:xfrm>
              <a:off x="9756775" y="-360363"/>
              <a:ext cx="42863" cy="38100"/>
            </a:xfrm>
            <a:custGeom>
              <a:rect b="b" l="l" r="r" t="t"/>
              <a:pathLst>
                <a:path extrusionOk="0" h="9" w="10">
                  <a:moveTo>
                    <a:pt x="5"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2" name="Google Shape;162;p21"/>
            <p:cNvSpPr/>
            <p:nvPr/>
          </p:nvSpPr>
          <p:spPr>
            <a:xfrm>
              <a:off x="9877425" y="-466725"/>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3" name="Google Shape;163;p21"/>
            <p:cNvSpPr/>
            <p:nvPr/>
          </p:nvSpPr>
          <p:spPr>
            <a:xfrm>
              <a:off x="10460038" y="-998538"/>
              <a:ext cx="42863" cy="38100"/>
            </a:xfrm>
            <a:custGeom>
              <a:rect b="b" l="l" r="r" t="t"/>
              <a:pathLst>
                <a:path extrusionOk="0" h="9" w="10">
                  <a:moveTo>
                    <a:pt x="5" y="9"/>
                  </a:moveTo>
                  <a:cubicBezTo>
                    <a:pt x="6" y="9"/>
                    <a:pt x="7" y="8"/>
                    <a:pt x="7" y="8"/>
                  </a:cubicBezTo>
                  <a:cubicBezTo>
                    <a:pt x="8" y="7"/>
                    <a:pt x="8" y="7"/>
                    <a:pt x="8" y="7"/>
                  </a:cubicBezTo>
                  <a:cubicBezTo>
                    <a:pt x="10" y="5"/>
                    <a:pt x="10" y="3"/>
                    <a:pt x="9" y="1"/>
                  </a:cubicBezTo>
                  <a:cubicBezTo>
                    <a:pt x="7" y="0"/>
                    <a:pt x="4" y="0"/>
                    <a:pt x="3" y="1"/>
                  </a:cubicBezTo>
                  <a:cubicBezTo>
                    <a:pt x="2" y="2"/>
                    <a:pt x="2" y="2"/>
                    <a:pt x="2" y="2"/>
                  </a:cubicBezTo>
                  <a:cubicBezTo>
                    <a:pt x="0"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4" name="Google Shape;164;p21"/>
            <p:cNvSpPr/>
            <p:nvPr/>
          </p:nvSpPr>
          <p:spPr>
            <a:xfrm>
              <a:off x="9523413" y="-147638"/>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5" name="Google Shape;165;p21"/>
            <p:cNvSpPr/>
            <p:nvPr/>
          </p:nvSpPr>
          <p:spPr>
            <a:xfrm>
              <a:off x="9991725" y="-573088"/>
              <a:ext cx="42863" cy="38100"/>
            </a:xfrm>
            <a:custGeom>
              <a:rect b="b" l="l" r="r" t="t"/>
              <a:pathLst>
                <a:path extrusionOk="0" h="9" w="10">
                  <a:moveTo>
                    <a:pt x="5" y="9"/>
                  </a:moveTo>
                  <a:cubicBezTo>
                    <a:pt x="6"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6" name="Google Shape;166;p21"/>
            <p:cNvSpPr/>
            <p:nvPr/>
          </p:nvSpPr>
          <p:spPr>
            <a:xfrm>
              <a:off x="10345738" y="-892175"/>
              <a:ext cx="38100" cy="38100"/>
            </a:xfrm>
            <a:custGeom>
              <a:rect b="b" l="l" r="r" t="t"/>
              <a:pathLst>
                <a:path extrusionOk="0" h="9" w="9">
                  <a:moveTo>
                    <a:pt x="4" y="9"/>
                  </a:moveTo>
                  <a:cubicBezTo>
                    <a:pt x="5" y="9"/>
                    <a:pt x="6" y="8"/>
                    <a:pt x="7" y="8"/>
                  </a:cubicBezTo>
                  <a:cubicBezTo>
                    <a:pt x="8" y="7"/>
                    <a:pt x="8" y="7"/>
                    <a:pt x="8" y="7"/>
                  </a:cubicBezTo>
                  <a:cubicBezTo>
                    <a:pt x="9" y="5"/>
                    <a:pt x="9" y="3"/>
                    <a:pt x="8" y="1"/>
                  </a:cubicBezTo>
                  <a:cubicBezTo>
                    <a:pt x="7" y="0"/>
                    <a:pt x="4" y="0"/>
                    <a:pt x="2" y="1"/>
                  </a:cubicBezTo>
                  <a:cubicBezTo>
                    <a:pt x="1" y="2"/>
                    <a:pt x="1" y="2"/>
                    <a:pt x="1"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7" name="Google Shape;167;p21"/>
            <p:cNvSpPr/>
            <p:nvPr/>
          </p:nvSpPr>
          <p:spPr>
            <a:xfrm>
              <a:off x="10226675" y="-785813"/>
              <a:ext cx="42863" cy="38100"/>
            </a:xfrm>
            <a:custGeom>
              <a:rect b="b" l="l" r="r" t="t"/>
              <a:pathLst>
                <a:path extrusionOk="0" h="9" w="10">
                  <a:moveTo>
                    <a:pt x="5" y="9"/>
                  </a:moveTo>
                  <a:cubicBezTo>
                    <a:pt x="6" y="9"/>
                    <a:pt x="7"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2" y="8"/>
                  </a:cubicBezTo>
                  <a:cubicBezTo>
                    <a:pt x="2"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8" name="Google Shape;168;p21"/>
            <p:cNvSpPr/>
            <p:nvPr/>
          </p:nvSpPr>
          <p:spPr>
            <a:xfrm>
              <a:off x="10110788" y="-67945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9" name="Google Shape;169;p21"/>
            <p:cNvSpPr/>
            <p:nvPr/>
          </p:nvSpPr>
          <p:spPr>
            <a:xfrm>
              <a:off x="10171113" y="-390525"/>
              <a:ext cx="38100" cy="42863"/>
            </a:xfrm>
            <a:custGeom>
              <a:rect b="b" l="l" r="r" t="t"/>
              <a:pathLst>
                <a:path extrusionOk="0" h="10" w="9">
                  <a:moveTo>
                    <a:pt x="4" y="10"/>
                  </a:moveTo>
                  <a:cubicBezTo>
                    <a:pt x="5" y="10"/>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0" name="Google Shape;170;p21"/>
            <p:cNvSpPr/>
            <p:nvPr/>
          </p:nvSpPr>
          <p:spPr>
            <a:xfrm>
              <a:off x="10285413" y="-496888"/>
              <a:ext cx="42863" cy="38100"/>
            </a:xfrm>
            <a:custGeom>
              <a:rect b="b" l="l" r="r" t="t"/>
              <a:pathLst>
                <a:path extrusionOk="0" h="9" w="10">
                  <a:moveTo>
                    <a:pt x="5" y="9"/>
                  </a:moveTo>
                  <a:cubicBezTo>
                    <a:pt x="6" y="9"/>
                    <a:pt x="7" y="9"/>
                    <a:pt x="7" y="8"/>
                  </a:cubicBezTo>
                  <a:cubicBezTo>
                    <a:pt x="8" y="8"/>
                    <a:pt x="8" y="8"/>
                    <a:pt x="8" y="8"/>
                  </a:cubicBezTo>
                  <a:cubicBezTo>
                    <a:pt x="10" y="6"/>
                    <a:pt x="10" y="4"/>
                    <a:pt x="9" y="2"/>
                  </a:cubicBezTo>
                  <a:cubicBezTo>
                    <a:pt x="7" y="0"/>
                    <a:pt x="4" y="0"/>
                    <a:pt x="3" y="2"/>
                  </a:cubicBezTo>
                  <a:cubicBezTo>
                    <a:pt x="2" y="3"/>
                    <a:pt x="2" y="3"/>
                    <a:pt x="2" y="3"/>
                  </a:cubicBezTo>
                  <a:cubicBezTo>
                    <a:pt x="0" y="4"/>
                    <a:pt x="0" y="7"/>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1" name="Google Shape;171;p21"/>
            <p:cNvSpPr/>
            <p:nvPr/>
          </p:nvSpPr>
          <p:spPr>
            <a:xfrm>
              <a:off x="9467850" y="247650"/>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2" name="Google Shape;172;p21"/>
            <p:cNvSpPr/>
            <p:nvPr/>
          </p:nvSpPr>
          <p:spPr>
            <a:xfrm>
              <a:off x="9348788" y="354012"/>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3" name="Google Shape;173;p21"/>
            <p:cNvSpPr/>
            <p:nvPr/>
          </p:nvSpPr>
          <p:spPr>
            <a:xfrm>
              <a:off x="9702800" y="34925"/>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4" name="Google Shape;174;p21"/>
            <p:cNvSpPr/>
            <p:nvPr/>
          </p:nvSpPr>
          <p:spPr>
            <a:xfrm>
              <a:off x="9936163" y="-177800"/>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5" name="Google Shape;175;p21"/>
            <p:cNvSpPr/>
            <p:nvPr/>
          </p:nvSpPr>
          <p:spPr>
            <a:xfrm>
              <a:off x="9817100" y="-71438"/>
              <a:ext cx="42863" cy="42863"/>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6" name="Google Shape;176;p21"/>
            <p:cNvSpPr/>
            <p:nvPr/>
          </p:nvSpPr>
          <p:spPr>
            <a:xfrm>
              <a:off x="10052050" y="-284163"/>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7" name="Google Shape;177;p21"/>
            <p:cNvSpPr/>
            <p:nvPr/>
          </p:nvSpPr>
          <p:spPr>
            <a:xfrm>
              <a:off x="9582150" y="141287"/>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5"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8" name="Google Shape;178;p21"/>
            <p:cNvSpPr/>
            <p:nvPr/>
          </p:nvSpPr>
          <p:spPr>
            <a:xfrm>
              <a:off x="10406063" y="-603250"/>
              <a:ext cx="41275" cy="38100"/>
            </a:xfrm>
            <a:custGeom>
              <a:rect b="b" l="l" r="r" t="t"/>
              <a:pathLst>
                <a:path extrusionOk="0" h="9" w="10">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9" name="Google Shape;179;p21"/>
            <p:cNvSpPr/>
            <p:nvPr/>
          </p:nvSpPr>
          <p:spPr>
            <a:xfrm>
              <a:off x="10520363" y="-709613"/>
              <a:ext cx="42863"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0" name="Google Shape;180;p21"/>
            <p:cNvSpPr/>
            <p:nvPr/>
          </p:nvSpPr>
          <p:spPr>
            <a:xfrm>
              <a:off x="10639425" y="-815975"/>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1" name="Google Shape;181;p21"/>
            <p:cNvSpPr/>
            <p:nvPr/>
          </p:nvSpPr>
          <p:spPr>
            <a:xfrm>
              <a:off x="9232900" y="460375"/>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2" name="Google Shape;182;p21"/>
            <p:cNvSpPr/>
            <p:nvPr/>
          </p:nvSpPr>
          <p:spPr>
            <a:xfrm>
              <a:off x="11107738" y="-1241425"/>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 name="Google Shape;183;p21"/>
            <p:cNvSpPr/>
            <p:nvPr/>
          </p:nvSpPr>
          <p:spPr>
            <a:xfrm>
              <a:off x="9113838" y="571500"/>
              <a:ext cx="42863" cy="38100"/>
            </a:xfrm>
            <a:custGeom>
              <a:rect b="b" l="l" r="r" t="t"/>
              <a:pathLst>
                <a:path extrusionOk="0" h="9" w="10">
                  <a:moveTo>
                    <a:pt x="3" y="1"/>
                  </a:moveTo>
                  <a:cubicBezTo>
                    <a:pt x="2" y="2"/>
                    <a:pt x="2" y="2"/>
                    <a:pt x="2" y="2"/>
                  </a:cubicBezTo>
                  <a:cubicBezTo>
                    <a:pt x="0" y="3"/>
                    <a:pt x="0" y="6"/>
                    <a:pt x="1" y="7"/>
                  </a:cubicBezTo>
                  <a:cubicBezTo>
                    <a:pt x="2" y="8"/>
                    <a:pt x="3" y="9"/>
                    <a:pt x="4" y="9"/>
                  </a:cubicBezTo>
                  <a:cubicBezTo>
                    <a:pt x="5"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4" name="Google Shape;184;p21"/>
            <p:cNvSpPr/>
            <p:nvPr/>
          </p:nvSpPr>
          <p:spPr>
            <a:xfrm>
              <a:off x="8994775" y="677862"/>
              <a:ext cx="42863" cy="38100"/>
            </a:xfrm>
            <a:custGeom>
              <a:rect b="b" l="l" r="r" t="t"/>
              <a:pathLst>
                <a:path extrusionOk="0" h="9" w="10">
                  <a:moveTo>
                    <a:pt x="3" y="1"/>
                  </a:moveTo>
                  <a:cubicBezTo>
                    <a:pt x="2" y="2"/>
                    <a:pt x="2" y="2"/>
                    <a:pt x="2" y="2"/>
                  </a:cubicBezTo>
                  <a:cubicBezTo>
                    <a:pt x="1" y="3"/>
                    <a:pt x="0" y="6"/>
                    <a:pt x="2" y="7"/>
                  </a:cubicBezTo>
                  <a:cubicBezTo>
                    <a:pt x="3" y="8"/>
                    <a:pt x="4" y="9"/>
                    <a:pt x="5" y="9"/>
                  </a:cubicBezTo>
                  <a:cubicBezTo>
                    <a:pt x="6" y="9"/>
                    <a:pt x="7" y="8"/>
                    <a:pt x="8" y="8"/>
                  </a:cubicBezTo>
                  <a:cubicBezTo>
                    <a:pt x="8" y="7"/>
                    <a:pt x="8" y="7"/>
                    <a:pt x="8" y="7"/>
                  </a:cubicBezTo>
                  <a:cubicBezTo>
                    <a:pt x="10" y="5"/>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5" name="Google Shape;185;p21"/>
            <p:cNvSpPr/>
            <p:nvPr/>
          </p:nvSpPr>
          <p:spPr>
            <a:xfrm>
              <a:off x="10755313" y="-922338"/>
              <a:ext cx="41275"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6" name="Google Shape;186;p21"/>
            <p:cNvSpPr/>
            <p:nvPr/>
          </p:nvSpPr>
          <p:spPr>
            <a:xfrm>
              <a:off x="11342688" y="-1454150"/>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7" name="Google Shape;187;p21"/>
            <p:cNvSpPr/>
            <p:nvPr/>
          </p:nvSpPr>
          <p:spPr>
            <a:xfrm>
              <a:off x="11223625" y="-1347788"/>
              <a:ext cx="42863" cy="38100"/>
            </a:xfrm>
            <a:custGeom>
              <a:rect b="b" l="l" r="r" t="t"/>
              <a:pathLst>
                <a:path extrusionOk="0" h="9" w="10">
                  <a:moveTo>
                    <a:pt x="5" y="9"/>
                  </a:moveTo>
                  <a:cubicBezTo>
                    <a:pt x="6" y="9"/>
                    <a:pt x="7" y="9"/>
                    <a:pt x="8" y="8"/>
                  </a:cubicBezTo>
                  <a:cubicBezTo>
                    <a:pt x="8" y="7"/>
                    <a:pt x="8" y="7"/>
                    <a:pt x="8" y="7"/>
                  </a:cubicBezTo>
                  <a:cubicBezTo>
                    <a:pt x="10" y="6"/>
                    <a:pt x="10" y="3"/>
                    <a:pt x="9" y="2"/>
                  </a:cubicBezTo>
                  <a:cubicBezTo>
                    <a:pt x="7" y="0"/>
                    <a:pt x="5" y="0"/>
                    <a:pt x="3" y="2"/>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8" name="Google Shape;188;p21"/>
            <p:cNvSpPr/>
            <p:nvPr/>
          </p:nvSpPr>
          <p:spPr>
            <a:xfrm>
              <a:off x="11458575" y="-1560513"/>
              <a:ext cx="41275" cy="39688"/>
            </a:xfrm>
            <a:custGeom>
              <a:rect b="b" l="l" r="r" t="t"/>
              <a:pathLst>
                <a:path extrusionOk="0" h="9" w="10">
                  <a:moveTo>
                    <a:pt x="5" y="9"/>
                  </a:moveTo>
                  <a:cubicBezTo>
                    <a:pt x="6" y="9"/>
                    <a:pt x="7" y="9"/>
                    <a:pt x="8" y="8"/>
                  </a:cubicBezTo>
                  <a:cubicBezTo>
                    <a:pt x="8" y="7"/>
                    <a:pt x="8" y="7"/>
                    <a:pt x="8" y="7"/>
                  </a:cubicBezTo>
                  <a:cubicBezTo>
                    <a:pt x="10" y="6"/>
                    <a:pt x="10" y="3"/>
                    <a:pt x="9" y="2"/>
                  </a:cubicBezTo>
                  <a:cubicBezTo>
                    <a:pt x="7" y="0"/>
                    <a:pt x="5" y="0"/>
                    <a:pt x="3" y="1"/>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9" name="Google Shape;189;p21"/>
            <p:cNvSpPr/>
            <p:nvPr/>
          </p:nvSpPr>
          <p:spPr>
            <a:xfrm>
              <a:off x="10874375" y="-1028700"/>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0" name="Google Shape;190;p21"/>
            <p:cNvSpPr/>
            <p:nvPr/>
          </p:nvSpPr>
          <p:spPr>
            <a:xfrm>
              <a:off x="11577638" y="-1666875"/>
              <a:ext cx="42863" cy="39688"/>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1" name="Google Shape;191;p21"/>
            <p:cNvSpPr/>
            <p:nvPr/>
          </p:nvSpPr>
          <p:spPr>
            <a:xfrm>
              <a:off x="10988675" y="-1135063"/>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2" name="Google Shape;192;p21"/>
            <p:cNvSpPr/>
            <p:nvPr/>
          </p:nvSpPr>
          <p:spPr>
            <a:xfrm>
              <a:off x="11985625" y="-1695450"/>
              <a:ext cx="42863" cy="41275"/>
            </a:xfrm>
            <a:custGeom>
              <a:rect b="b" l="l" r="r" t="t"/>
              <a:pathLst>
                <a:path extrusionOk="0" h="10" w="10">
                  <a:moveTo>
                    <a:pt x="5" y="10"/>
                  </a:moveTo>
                  <a:cubicBezTo>
                    <a:pt x="6" y="10"/>
                    <a:pt x="7" y="9"/>
                    <a:pt x="8" y="9"/>
                  </a:cubicBezTo>
                  <a:cubicBezTo>
                    <a:pt x="9" y="8"/>
                    <a:pt x="9" y="8"/>
                    <a:pt x="9"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3" name="Google Shape;193;p21"/>
            <p:cNvSpPr/>
            <p:nvPr/>
          </p:nvSpPr>
          <p:spPr>
            <a:xfrm>
              <a:off x="9528175" y="54133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4" name="Google Shape;194;p21"/>
            <p:cNvSpPr/>
            <p:nvPr/>
          </p:nvSpPr>
          <p:spPr>
            <a:xfrm>
              <a:off x="9642475" y="434975"/>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5" name="Google Shape;195;p21"/>
            <p:cNvSpPr/>
            <p:nvPr/>
          </p:nvSpPr>
          <p:spPr>
            <a:xfrm>
              <a:off x="10699750" y="-522288"/>
              <a:ext cx="42863" cy="38100"/>
            </a:xfrm>
            <a:custGeom>
              <a:rect b="b" l="l" r="r" t="t"/>
              <a:pathLst>
                <a:path extrusionOk="0" h="9" w="10">
                  <a:moveTo>
                    <a:pt x="2" y="1"/>
                  </a:moveTo>
                  <a:cubicBezTo>
                    <a:pt x="2" y="2"/>
                    <a:pt x="2" y="2"/>
                    <a:pt x="2" y="2"/>
                  </a:cubicBezTo>
                  <a:cubicBezTo>
                    <a:pt x="0" y="3"/>
                    <a:pt x="0" y="6"/>
                    <a:pt x="1" y="8"/>
                  </a:cubicBezTo>
                  <a:cubicBezTo>
                    <a:pt x="2" y="9"/>
                    <a:pt x="3" y="9"/>
                    <a:pt x="4" y="9"/>
                  </a:cubicBezTo>
                  <a:cubicBezTo>
                    <a:pt x="5" y="9"/>
                    <a:pt x="6" y="9"/>
                    <a:pt x="7" y="8"/>
                  </a:cubicBezTo>
                  <a:cubicBezTo>
                    <a:pt x="8" y="7"/>
                    <a:pt x="8" y="7"/>
                    <a:pt x="8" y="7"/>
                  </a:cubicBezTo>
                  <a:cubicBezTo>
                    <a:pt x="9"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6" name="Google Shape;196;p21"/>
            <p:cNvSpPr/>
            <p:nvPr/>
          </p:nvSpPr>
          <p:spPr>
            <a:xfrm>
              <a:off x="11049000" y="-841375"/>
              <a:ext cx="42863" cy="38100"/>
            </a:xfrm>
            <a:custGeom>
              <a:rect b="b" l="l" r="r" t="t"/>
              <a:pathLst>
                <a:path extrusionOk="0" h="9" w="10">
                  <a:moveTo>
                    <a:pt x="3" y="1"/>
                  </a:moveTo>
                  <a:cubicBezTo>
                    <a:pt x="2" y="2"/>
                    <a:pt x="2" y="2"/>
                    <a:pt x="2" y="2"/>
                  </a:cubicBezTo>
                  <a:cubicBezTo>
                    <a:pt x="0" y="3"/>
                    <a:pt x="0" y="6"/>
                    <a:pt x="2" y="8"/>
                  </a:cubicBezTo>
                  <a:cubicBezTo>
                    <a:pt x="3" y="8"/>
                    <a:pt x="4" y="9"/>
                    <a:pt x="5" y="9"/>
                  </a:cubicBezTo>
                  <a:cubicBezTo>
                    <a:pt x="6" y="9"/>
                    <a:pt x="7" y="9"/>
                    <a:pt x="8"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7" name="Google Shape;197;p21"/>
            <p:cNvSpPr/>
            <p:nvPr/>
          </p:nvSpPr>
          <p:spPr>
            <a:xfrm>
              <a:off x="11517313" y="-1270000"/>
              <a:ext cx="42863" cy="41275"/>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8" name="Google Shape;198;p21"/>
            <p:cNvSpPr/>
            <p:nvPr/>
          </p:nvSpPr>
          <p:spPr>
            <a:xfrm>
              <a:off x="11168063" y="-947738"/>
              <a:ext cx="42863" cy="38100"/>
            </a:xfrm>
            <a:custGeom>
              <a:rect b="b" l="l" r="r" t="t"/>
              <a:pathLst>
                <a:path extrusionOk="0" h="9" w="10">
                  <a:moveTo>
                    <a:pt x="3" y="1"/>
                  </a:moveTo>
                  <a:cubicBezTo>
                    <a:pt x="2" y="2"/>
                    <a:pt x="2" y="2"/>
                    <a:pt x="2" y="2"/>
                  </a:cubicBezTo>
                  <a:cubicBezTo>
                    <a:pt x="0" y="3"/>
                    <a:pt x="0" y="6"/>
                    <a:pt x="1" y="8"/>
                  </a:cubicBezTo>
                  <a:cubicBezTo>
                    <a:pt x="2" y="8"/>
                    <a:pt x="3" y="9"/>
                    <a:pt x="4" y="9"/>
                  </a:cubicBezTo>
                  <a:cubicBezTo>
                    <a:pt x="5"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99" name="Google Shape;199;p21"/>
            <p:cNvSpPr/>
            <p:nvPr/>
          </p:nvSpPr>
          <p:spPr>
            <a:xfrm>
              <a:off x="11403013" y="-1163638"/>
              <a:ext cx="41275"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0" name="Google Shape;200;p21"/>
            <p:cNvSpPr/>
            <p:nvPr/>
          </p:nvSpPr>
          <p:spPr>
            <a:xfrm>
              <a:off x="11282363" y="-1054100"/>
              <a:ext cx="42863" cy="38100"/>
            </a:xfrm>
            <a:custGeom>
              <a:rect b="b" l="l" r="r" t="t"/>
              <a:pathLst>
                <a:path extrusionOk="0" h="9" w="10">
                  <a:moveTo>
                    <a:pt x="5" y="9"/>
                  </a:moveTo>
                  <a:cubicBezTo>
                    <a:pt x="6" y="9"/>
                    <a:pt x="7" y="8"/>
                    <a:pt x="8" y="8"/>
                  </a:cubicBezTo>
                  <a:cubicBezTo>
                    <a:pt x="8" y="7"/>
                    <a:pt x="8" y="7"/>
                    <a:pt x="8" y="7"/>
                  </a:cubicBezTo>
                  <a:cubicBezTo>
                    <a:pt x="10" y="5"/>
                    <a:pt x="10" y="3"/>
                    <a:pt x="9" y="1"/>
                  </a:cubicBezTo>
                  <a:cubicBezTo>
                    <a:pt x="7" y="0"/>
                    <a:pt x="5" y="0"/>
                    <a:pt x="3" y="1"/>
                  </a:cubicBezTo>
                  <a:cubicBezTo>
                    <a:pt x="2" y="2"/>
                    <a:pt x="2" y="2"/>
                    <a:pt x="2" y="2"/>
                  </a:cubicBezTo>
                  <a:cubicBezTo>
                    <a:pt x="1"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1" name="Google Shape;201;p21"/>
            <p:cNvSpPr/>
            <p:nvPr/>
          </p:nvSpPr>
          <p:spPr>
            <a:xfrm>
              <a:off x="10933113" y="-735013"/>
              <a:ext cx="42863" cy="38100"/>
            </a:xfrm>
            <a:custGeom>
              <a:rect b="b" l="l" r="r" t="t"/>
              <a:pathLst>
                <a:path extrusionOk="0" h="9" w="10">
                  <a:moveTo>
                    <a:pt x="2" y="1"/>
                  </a:moveTo>
                  <a:cubicBezTo>
                    <a:pt x="2" y="2"/>
                    <a:pt x="2" y="2"/>
                    <a:pt x="2" y="2"/>
                  </a:cubicBezTo>
                  <a:cubicBezTo>
                    <a:pt x="0" y="3"/>
                    <a:pt x="0" y="6"/>
                    <a:pt x="1" y="8"/>
                  </a:cubicBezTo>
                  <a:cubicBezTo>
                    <a:pt x="2" y="8"/>
                    <a:pt x="3" y="9"/>
                    <a:pt x="4" y="9"/>
                  </a:cubicBezTo>
                  <a:cubicBezTo>
                    <a:pt x="5" y="9"/>
                    <a:pt x="6" y="9"/>
                    <a:pt x="7" y="8"/>
                  </a:cubicBezTo>
                  <a:cubicBezTo>
                    <a:pt x="8" y="7"/>
                    <a:pt x="8" y="7"/>
                    <a:pt x="8" y="7"/>
                  </a:cubicBezTo>
                  <a:cubicBezTo>
                    <a:pt x="10"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2" name="Google Shape;202;p21"/>
            <p:cNvSpPr/>
            <p:nvPr/>
          </p:nvSpPr>
          <p:spPr>
            <a:xfrm>
              <a:off x="10229850" y="-96838"/>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3" name="Google Shape;203;p21"/>
            <p:cNvSpPr/>
            <p:nvPr/>
          </p:nvSpPr>
          <p:spPr>
            <a:xfrm>
              <a:off x="10345738" y="-203200"/>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4" name="Google Shape;204;p21"/>
            <p:cNvSpPr/>
            <p:nvPr/>
          </p:nvSpPr>
          <p:spPr>
            <a:xfrm>
              <a:off x="10464800" y="-309563"/>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5" name="Google Shape;205;p21"/>
            <p:cNvSpPr/>
            <p:nvPr/>
          </p:nvSpPr>
          <p:spPr>
            <a:xfrm>
              <a:off x="10580688" y="-415925"/>
              <a:ext cx="41275"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6" name="Google Shape;206;p21"/>
            <p:cNvSpPr/>
            <p:nvPr/>
          </p:nvSpPr>
          <p:spPr>
            <a:xfrm>
              <a:off x="9996488" y="115887"/>
              <a:ext cx="42863" cy="38100"/>
            </a:xfrm>
            <a:custGeom>
              <a:rect b="b" l="l" r="r" t="t"/>
              <a:pathLst>
                <a:path extrusionOk="0" h="9" w="10">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7" name="Google Shape;207;p21"/>
            <p:cNvSpPr/>
            <p:nvPr/>
          </p:nvSpPr>
          <p:spPr>
            <a:xfrm>
              <a:off x="10814050" y="-628650"/>
              <a:ext cx="42863" cy="38100"/>
            </a:xfrm>
            <a:custGeom>
              <a:rect b="b" l="l" r="r" t="t"/>
              <a:pathLst>
                <a:path extrusionOk="0" h="9" w="10">
                  <a:moveTo>
                    <a:pt x="3" y="1"/>
                  </a:moveTo>
                  <a:cubicBezTo>
                    <a:pt x="2" y="2"/>
                    <a:pt x="2" y="2"/>
                    <a:pt x="2" y="2"/>
                  </a:cubicBez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8" name="Google Shape;208;p21"/>
            <p:cNvSpPr/>
            <p:nvPr/>
          </p:nvSpPr>
          <p:spPr>
            <a:xfrm>
              <a:off x="9877425" y="222250"/>
              <a:ext cx="42863" cy="38100"/>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9"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09" name="Google Shape;209;p21"/>
            <p:cNvSpPr/>
            <p:nvPr/>
          </p:nvSpPr>
          <p:spPr>
            <a:xfrm>
              <a:off x="10110788" y="9525"/>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0" name="Google Shape;210;p21"/>
            <p:cNvSpPr/>
            <p:nvPr/>
          </p:nvSpPr>
          <p:spPr>
            <a:xfrm>
              <a:off x="9761538" y="328612"/>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1" name="Google Shape;211;p21"/>
            <p:cNvSpPr/>
            <p:nvPr/>
          </p:nvSpPr>
          <p:spPr>
            <a:xfrm>
              <a:off x="11752263" y="-1482725"/>
              <a:ext cx="42863" cy="41275"/>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2" name="Google Shape;212;p21"/>
            <p:cNvSpPr/>
            <p:nvPr/>
          </p:nvSpPr>
          <p:spPr>
            <a:xfrm>
              <a:off x="9174163" y="860425"/>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3" name="Google Shape;213;p21"/>
            <p:cNvSpPr/>
            <p:nvPr/>
          </p:nvSpPr>
          <p:spPr>
            <a:xfrm>
              <a:off x="9293225" y="754062"/>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4" name="Google Shape;214;p21"/>
            <p:cNvSpPr/>
            <p:nvPr/>
          </p:nvSpPr>
          <p:spPr>
            <a:xfrm>
              <a:off x="9058275" y="96678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5" name="Google Shape;215;p21"/>
            <p:cNvSpPr/>
            <p:nvPr/>
          </p:nvSpPr>
          <p:spPr>
            <a:xfrm>
              <a:off x="9407525" y="647700"/>
              <a:ext cx="42863" cy="38100"/>
            </a:xfrm>
            <a:custGeom>
              <a:rect b="b" l="l" r="r" t="t"/>
              <a:pathLst>
                <a:path extrusionOk="0" h="9" w="10">
                  <a:moveTo>
                    <a:pt x="5" y="9"/>
                  </a:moveTo>
                  <a:cubicBezTo>
                    <a:pt x="6" y="9"/>
                    <a:pt x="7"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6" name="Google Shape;216;p21"/>
            <p:cNvSpPr/>
            <p:nvPr/>
          </p:nvSpPr>
          <p:spPr>
            <a:xfrm>
              <a:off x="11871325" y="-1589088"/>
              <a:ext cx="42863"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7" name="Google Shape;217;p21"/>
            <p:cNvSpPr/>
            <p:nvPr/>
          </p:nvSpPr>
          <p:spPr>
            <a:xfrm>
              <a:off x="11636375" y="-1376363"/>
              <a:ext cx="42863"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8" name="Google Shape;218;p21"/>
            <p:cNvSpPr/>
            <p:nvPr/>
          </p:nvSpPr>
          <p:spPr>
            <a:xfrm>
              <a:off x="12106275" y="-1801813"/>
              <a:ext cx="41275" cy="41275"/>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19" name="Google Shape;219;p21"/>
            <p:cNvSpPr/>
            <p:nvPr/>
          </p:nvSpPr>
          <p:spPr>
            <a:xfrm>
              <a:off x="11585575" y="-981075"/>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0" name="Google Shape;220;p21"/>
            <p:cNvSpPr/>
            <p:nvPr/>
          </p:nvSpPr>
          <p:spPr>
            <a:xfrm>
              <a:off x="12169775" y="-1512888"/>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1" name="Google Shape;221;p21"/>
            <p:cNvSpPr/>
            <p:nvPr/>
          </p:nvSpPr>
          <p:spPr>
            <a:xfrm>
              <a:off x="12523788" y="-1831975"/>
              <a:ext cx="41275" cy="38100"/>
            </a:xfrm>
            <a:custGeom>
              <a:rect b="b" l="l" r="r" t="t"/>
              <a:pathLst>
                <a:path extrusionOk="0" h="9" w="10">
                  <a:moveTo>
                    <a:pt x="4" y="9"/>
                  </a:moveTo>
                  <a:cubicBezTo>
                    <a:pt x="5" y="9"/>
                    <a:pt x="6"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2" name="Google Shape;222;p21"/>
            <p:cNvSpPr/>
            <p:nvPr/>
          </p:nvSpPr>
          <p:spPr>
            <a:xfrm>
              <a:off x="12403138" y="-1725613"/>
              <a:ext cx="42863" cy="38100"/>
            </a:xfrm>
            <a:custGeom>
              <a:rect b="b" l="l" r="r" t="t"/>
              <a:pathLst>
                <a:path extrusionOk="0" h="9" w="10">
                  <a:moveTo>
                    <a:pt x="5" y="9"/>
                  </a:moveTo>
                  <a:cubicBezTo>
                    <a:pt x="6" y="9"/>
                    <a:pt x="7" y="8"/>
                    <a:pt x="8" y="8"/>
                  </a:cubicBezTo>
                  <a:cubicBezTo>
                    <a:pt x="8" y="7"/>
                    <a:pt x="8" y="7"/>
                    <a:pt x="8" y="7"/>
                  </a:cubicBezTo>
                  <a:cubicBezTo>
                    <a:pt x="10" y="5"/>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3" name="Google Shape;223;p21"/>
            <p:cNvSpPr/>
            <p:nvPr/>
          </p:nvSpPr>
          <p:spPr>
            <a:xfrm>
              <a:off x="12288838" y="-1619250"/>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4" name="Google Shape;224;p21"/>
            <p:cNvSpPr/>
            <p:nvPr/>
          </p:nvSpPr>
          <p:spPr>
            <a:xfrm>
              <a:off x="11231563" y="-661988"/>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5" name="Google Shape;225;p21"/>
            <p:cNvSpPr/>
            <p:nvPr/>
          </p:nvSpPr>
          <p:spPr>
            <a:xfrm>
              <a:off x="11350625" y="-768350"/>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6" name="Google Shape;226;p21"/>
            <p:cNvSpPr/>
            <p:nvPr/>
          </p:nvSpPr>
          <p:spPr>
            <a:xfrm>
              <a:off x="11701463" y="-1087438"/>
              <a:ext cx="41275"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7" name="Google Shape;227;p21"/>
            <p:cNvSpPr/>
            <p:nvPr/>
          </p:nvSpPr>
          <p:spPr>
            <a:xfrm>
              <a:off x="11466513" y="-874713"/>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8" name="Google Shape;228;p21"/>
            <p:cNvSpPr/>
            <p:nvPr/>
          </p:nvSpPr>
          <p:spPr>
            <a:xfrm>
              <a:off x="11117263" y="-555625"/>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9" name="Google Shape;229;p21"/>
            <p:cNvSpPr/>
            <p:nvPr/>
          </p:nvSpPr>
          <p:spPr>
            <a:xfrm>
              <a:off x="11934825" y="-1300163"/>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0" name="Google Shape;230;p21"/>
            <p:cNvSpPr/>
            <p:nvPr/>
          </p:nvSpPr>
          <p:spPr>
            <a:xfrm>
              <a:off x="12053888" y="-1406525"/>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1" name="Google Shape;231;p21"/>
            <p:cNvSpPr/>
            <p:nvPr/>
          </p:nvSpPr>
          <p:spPr>
            <a:xfrm>
              <a:off x="11820525" y="-1193800"/>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2" name="Google Shape;232;p21"/>
            <p:cNvSpPr/>
            <p:nvPr/>
          </p:nvSpPr>
          <p:spPr>
            <a:xfrm>
              <a:off x="9710738" y="720725"/>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1"/>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3" name="Google Shape;233;p21"/>
            <p:cNvSpPr/>
            <p:nvPr/>
          </p:nvSpPr>
          <p:spPr>
            <a:xfrm>
              <a:off x="10059988" y="401637"/>
              <a:ext cx="42863" cy="41275"/>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4" name="Google Shape;234;p21"/>
            <p:cNvSpPr/>
            <p:nvPr/>
          </p:nvSpPr>
          <p:spPr>
            <a:xfrm>
              <a:off x="10763250" y="-236538"/>
              <a:ext cx="42863"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5" name="Google Shape;235;p21"/>
            <p:cNvSpPr/>
            <p:nvPr/>
          </p:nvSpPr>
          <p:spPr>
            <a:xfrm>
              <a:off x="9945688" y="508000"/>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6" name="Google Shape;236;p21"/>
            <p:cNvSpPr/>
            <p:nvPr/>
          </p:nvSpPr>
          <p:spPr>
            <a:xfrm>
              <a:off x="10998200" y="-449263"/>
              <a:ext cx="41275"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7" name="Google Shape;237;p21"/>
            <p:cNvSpPr/>
            <p:nvPr/>
          </p:nvSpPr>
          <p:spPr>
            <a:xfrm>
              <a:off x="9825038" y="614362"/>
              <a:ext cx="42863" cy="41275"/>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8" name="Google Shape;238;p21"/>
            <p:cNvSpPr/>
            <p:nvPr/>
          </p:nvSpPr>
          <p:spPr>
            <a:xfrm>
              <a:off x="9242425" y="1149350"/>
              <a:ext cx="38100" cy="38100"/>
            </a:xfrm>
            <a:custGeom>
              <a:rect b="b" l="l" r="r" t="t"/>
              <a:pathLst>
                <a:path extrusionOk="0" h="9" w="9">
                  <a:moveTo>
                    <a:pt x="2" y="1"/>
                  </a:moveTo>
                  <a:cubicBezTo>
                    <a:pt x="1" y="2"/>
                    <a:pt x="1" y="2"/>
                    <a:pt x="1" y="2"/>
                  </a:cubicBezTo>
                  <a:cubicBezTo>
                    <a:pt x="0" y="3"/>
                    <a:pt x="0" y="6"/>
                    <a:pt x="1" y="8"/>
                  </a:cubicBezTo>
                  <a:cubicBezTo>
                    <a:pt x="2" y="8"/>
                    <a:pt x="3" y="9"/>
                    <a:pt x="4" y="9"/>
                  </a:cubicBezTo>
                  <a:cubicBezTo>
                    <a:pt x="5" y="9"/>
                    <a:pt x="6" y="9"/>
                    <a:pt x="7" y="8"/>
                  </a:cubicBezTo>
                  <a:cubicBezTo>
                    <a:pt x="8" y="7"/>
                    <a:pt x="8" y="7"/>
                    <a:pt x="8" y="7"/>
                  </a:cubicBezTo>
                  <a:cubicBezTo>
                    <a:pt x="9" y="6"/>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9" name="Google Shape;239;p21"/>
            <p:cNvSpPr/>
            <p:nvPr/>
          </p:nvSpPr>
          <p:spPr>
            <a:xfrm>
              <a:off x="10528300" y="-23813"/>
              <a:ext cx="42863" cy="38100"/>
            </a:xfrm>
            <a:custGeom>
              <a:rect b="b" l="l" r="r" t="t"/>
              <a:pathLst>
                <a:path extrusionOk="0" h="9" w="10">
                  <a:moveTo>
                    <a:pt x="3" y="2"/>
                  </a:moveTo>
                  <a:cubicBezTo>
                    <a:pt x="2" y="2"/>
                    <a:pt x="2" y="2"/>
                    <a:pt x="2" y="2"/>
                  </a:cubicBezTo>
                  <a:cubicBezTo>
                    <a:pt x="0" y="4"/>
                    <a:pt x="0" y="7"/>
                    <a:pt x="2" y="8"/>
                  </a:cubicBezTo>
                  <a:cubicBezTo>
                    <a:pt x="3" y="9"/>
                    <a:pt x="4" y="9"/>
                    <a:pt x="5" y="9"/>
                  </a:cubicBezTo>
                  <a:cubicBezTo>
                    <a:pt x="6" y="9"/>
                    <a:pt x="7" y="9"/>
                    <a:pt x="7" y="8"/>
                  </a:cubicBezTo>
                  <a:cubicBezTo>
                    <a:pt x="8" y="8"/>
                    <a:pt x="8" y="8"/>
                    <a:pt x="8" y="8"/>
                  </a:cubicBezTo>
                  <a:cubicBezTo>
                    <a:pt x="10" y="6"/>
                    <a:pt x="10" y="4"/>
                    <a:pt x="9"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0" name="Google Shape;240;p21"/>
            <p:cNvSpPr/>
            <p:nvPr/>
          </p:nvSpPr>
          <p:spPr>
            <a:xfrm>
              <a:off x="10294938" y="188912"/>
              <a:ext cx="42863" cy="42863"/>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1" name="Google Shape;241;p21"/>
            <p:cNvSpPr/>
            <p:nvPr/>
          </p:nvSpPr>
          <p:spPr>
            <a:xfrm>
              <a:off x="10179050" y="295275"/>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2" name="Google Shape;242;p21"/>
            <p:cNvSpPr/>
            <p:nvPr/>
          </p:nvSpPr>
          <p:spPr>
            <a:xfrm>
              <a:off x="9356725" y="1042987"/>
              <a:ext cx="42863" cy="38100"/>
            </a:xfrm>
            <a:custGeom>
              <a:rect b="b" l="l" r="r" t="t"/>
              <a:pathLst>
                <a:path extrusionOk="0" h="9" w="10">
                  <a:moveTo>
                    <a:pt x="3" y="1"/>
                  </a:moveTo>
                  <a:cubicBezTo>
                    <a:pt x="2" y="2"/>
                    <a:pt x="2" y="2"/>
                    <a:pt x="2" y="2"/>
                  </a:cubicBezTo>
                  <a:cubicBezTo>
                    <a:pt x="0" y="3"/>
                    <a:pt x="0" y="6"/>
                    <a:pt x="2" y="8"/>
                  </a:cubicBezTo>
                  <a:cubicBezTo>
                    <a:pt x="2" y="8"/>
                    <a:pt x="3" y="9"/>
                    <a:pt x="5" y="9"/>
                  </a:cubicBezTo>
                  <a:cubicBezTo>
                    <a:pt x="6"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3" name="Google Shape;243;p21"/>
            <p:cNvSpPr/>
            <p:nvPr/>
          </p:nvSpPr>
          <p:spPr>
            <a:xfrm>
              <a:off x="10648950" y="-130175"/>
              <a:ext cx="41275" cy="38100"/>
            </a:xfrm>
            <a:custGeom>
              <a:rect b="b" l="l" r="r" t="t"/>
              <a:pathLst>
                <a:path extrusionOk="0" h="9" w="10">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4" name="Google Shape;244;p21"/>
            <p:cNvSpPr/>
            <p:nvPr/>
          </p:nvSpPr>
          <p:spPr>
            <a:xfrm>
              <a:off x="10414000" y="82550"/>
              <a:ext cx="38100" cy="38100"/>
            </a:xfrm>
            <a:custGeom>
              <a:rect b="b" l="l" r="r" t="t"/>
              <a:pathLst>
                <a:path extrusionOk="0" h="9" w="9">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9"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5" name="Google Shape;245;p21"/>
            <p:cNvSpPr/>
            <p:nvPr/>
          </p:nvSpPr>
          <p:spPr>
            <a:xfrm>
              <a:off x="9475788" y="936625"/>
              <a:ext cx="38100" cy="38100"/>
            </a:xfrm>
            <a:custGeom>
              <a:rect b="b" l="l" r="r" t="t"/>
              <a:pathLst>
                <a:path extrusionOk="0" h="9" w="9">
                  <a:moveTo>
                    <a:pt x="2" y="1"/>
                  </a:moveTo>
                  <a:cubicBezTo>
                    <a:pt x="1" y="2"/>
                    <a:pt x="1" y="2"/>
                    <a:pt x="1" y="2"/>
                  </a:cubicBezTo>
                  <a:cubicBezTo>
                    <a:pt x="0" y="3"/>
                    <a:pt x="0" y="6"/>
                    <a:pt x="1" y="7"/>
                  </a:cubicBezTo>
                  <a:cubicBezTo>
                    <a:pt x="2" y="8"/>
                    <a:pt x="3" y="9"/>
                    <a:pt x="4" y="9"/>
                  </a:cubicBezTo>
                  <a:cubicBezTo>
                    <a:pt x="5" y="9"/>
                    <a:pt x="6" y="8"/>
                    <a:pt x="7" y="8"/>
                  </a:cubicBezTo>
                  <a:cubicBezTo>
                    <a:pt x="8" y="7"/>
                    <a:pt x="8" y="7"/>
                    <a:pt x="8" y="7"/>
                  </a:cubicBezTo>
                  <a:cubicBezTo>
                    <a:pt x="9" y="5"/>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6" name="Google Shape;246;p21"/>
            <p:cNvSpPr/>
            <p:nvPr/>
          </p:nvSpPr>
          <p:spPr>
            <a:xfrm>
              <a:off x="10882313" y="-342900"/>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7" name="Google Shape;247;p21"/>
            <p:cNvSpPr/>
            <p:nvPr/>
          </p:nvSpPr>
          <p:spPr>
            <a:xfrm>
              <a:off x="9591675" y="827087"/>
              <a:ext cx="42863" cy="41275"/>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7"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8" name="Google Shape;248;p21"/>
            <p:cNvSpPr/>
            <p:nvPr/>
          </p:nvSpPr>
          <p:spPr>
            <a:xfrm>
              <a:off x="12215813" y="-120650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49" name="Google Shape;249;p21"/>
            <p:cNvSpPr/>
            <p:nvPr/>
          </p:nvSpPr>
          <p:spPr>
            <a:xfrm>
              <a:off x="9518650" y="1243012"/>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0" name="Google Shape;250;p21"/>
            <p:cNvSpPr/>
            <p:nvPr/>
          </p:nvSpPr>
          <p:spPr>
            <a:xfrm>
              <a:off x="11512550" y="-568325"/>
              <a:ext cx="39688" cy="38100"/>
            </a:xfrm>
            <a:custGeom>
              <a:rect b="b" l="l" r="r" t="t"/>
              <a:pathLst>
                <a:path extrusionOk="0" h="9" w="9">
                  <a:moveTo>
                    <a:pt x="4" y="9"/>
                  </a:moveTo>
                  <a:cubicBezTo>
                    <a:pt x="5" y="9"/>
                    <a:pt x="6" y="9"/>
                    <a:pt x="7" y="8"/>
                  </a:cubicBezTo>
                  <a:cubicBezTo>
                    <a:pt x="8" y="7"/>
                    <a:pt x="8" y="7"/>
                    <a:pt x="8" y="7"/>
                  </a:cubicBezTo>
                  <a:cubicBezTo>
                    <a:pt x="9" y="6"/>
                    <a:pt x="9" y="3"/>
                    <a:pt x="8" y="2"/>
                  </a:cubicBezTo>
                  <a:cubicBezTo>
                    <a:pt x="7" y="0"/>
                    <a:pt x="4" y="0"/>
                    <a:pt x="2" y="1"/>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1" name="Google Shape;251;p21"/>
            <p:cNvSpPr/>
            <p:nvPr/>
          </p:nvSpPr>
          <p:spPr>
            <a:xfrm>
              <a:off x="9412288" y="1349375"/>
              <a:ext cx="30163" cy="12700"/>
            </a:xfrm>
            <a:custGeom>
              <a:rect b="b" l="l" r="r" t="t"/>
              <a:pathLst>
                <a:path extrusionOk="0" h="3" w="7">
                  <a:moveTo>
                    <a:pt x="6" y="1"/>
                  </a:moveTo>
                  <a:cubicBezTo>
                    <a:pt x="4" y="0"/>
                    <a:pt x="2" y="0"/>
                    <a:pt x="0" y="1"/>
                  </a:cubicBezTo>
                  <a:cubicBezTo>
                    <a:pt x="0" y="2"/>
                    <a:pt x="0" y="2"/>
                    <a:pt x="0" y="2"/>
                  </a:cubicBezTo>
                  <a:cubicBezTo>
                    <a:pt x="2" y="2"/>
                    <a:pt x="4" y="3"/>
                    <a:pt x="7" y="3"/>
                  </a:cubicBezTo>
                  <a:cubicBezTo>
                    <a:pt x="7" y="3"/>
                    <a:pt x="6" y="2"/>
                    <a:pt x="6"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2" name="Google Shape;252;p21"/>
            <p:cNvSpPr/>
            <p:nvPr/>
          </p:nvSpPr>
          <p:spPr>
            <a:xfrm>
              <a:off x="12331700" y="-1312863"/>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3" name="Google Shape;253;p21"/>
            <p:cNvSpPr/>
            <p:nvPr/>
          </p:nvSpPr>
          <p:spPr>
            <a:xfrm>
              <a:off x="10340975" y="495300"/>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4" name="Google Shape;254;p21"/>
            <p:cNvSpPr/>
            <p:nvPr/>
          </p:nvSpPr>
          <p:spPr>
            <a:xfrm>
              <a:off x="10221913" y="601662"/>
              <a:ext cx="42863" cy="41275"/>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5" name="Google Shape;255;p21"/>
            <p:cNvSpPr/>
            <p:nvPr/>
          </p:nvSpPr>
          <p:spPr>
            <a:xfrm>
              <a:off x="12800013" y="-1738313"/>
              <a:ext cx="42863" cy="38100"/>
            </a:xfrm>
            <a:custGeom>
              <a:rect b="b" l="l" r="r" t="t"/>
              <a:pathLst>
                <a:path extrusionOk="0" h="9" w="10">
                  <a:moveTo>
                    <a:pt x="5" y="9"/>
                  </a:moveTo>
                  <a:cubicBezTo>
                    <a:pt x="6" y="9"/>
                    <a:pt x="7" y="8"/>
                    <a:pt x="7" y="8"/>
                  </a:cubicBezTo>
                  <a:cubicBezTo>
                    <a:pt x="8" y="7"/>
                    <a:pt x="8" y="7"/>
                    <a:pt x="8" y="7"/>
                  </a:cubicBezTo>
                  <a:cubicBezTo>
                    <a:pt x="10" y="5"/>
                    <a:pt x="10" y="3"/>
                    <a:pt x="9" y="1"/>
                  </a:cubicBezTo>
                  <a:cubicBezTo>
                    <a:pt x="7" y="0"/>
                    <a:pt x="5" y="0"/>
                    <a:pt x="3" y="1"/>
                  </a:cubicBezTo>
                  <a:cubicBezTo>
                    <a:pt x="2" y="2"/>
                    <a:pt x="2" y="2"/>
                    <a:pt x="2" y="2"/>
                  </a:cubicBezTo>
                  <a:cubicBezTo>
                    <a:pt x="0"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6" name="Google Shape;256;p21"/>
            <p:cNvSpPr/>
            <p:nvPr/>
          </p:nvSpPr>
          <p:spPr>
            <a:xfrm>
              <a:off x="11393488" y="-461963"/>
              <a:ext cx="42863" cy="38100"/>
            </a:xfrm>
            <a:custGeom>
              <a:rect b="b" l="l" r="r" t="t"/>
              <a:pathLst>
                <a:path extrusionOk="0" h="9" w="10">
                  <a:moveTo>
                    <a:pt x="5" y="9"/>
                  </a:moveTo>
                  <a:cubicBezTo>
                    <a:pt x="6" y="9"/>
                    <a:pt x="7"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7" name="Google Shape;257;p21"/>
            <p:cNvSpPr/>
            <p:nvPr/>
          </p:nvSpPr>
          <p:spPr>
            <a:xfrm>
              <a:off x="9637713" y="113665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8" name="Google Shape;258;p21"/>
            <p:cNvSpPr/>
            <p:nvPr/>
          </p:nvSpPr>
          <p:spPr>
            <a:xfrm>
              <a:off x="9872663" y="923925"/>
              <a:ext cx="38100" cy="38100"/>
            </a:xfrm>
            <a:custGeom>
              <a:rect b="b" l="l" r="r" t="t"/>
              <a:pathLst>
                <a:path extrusionOk="0" h="9" w="9">
                  <a:moveTo>
                    <a:pt x="4" y="9"/>
                  </a:moveTo>
                  <a:cubicBezTo>
                    <a:pt x="5" y="9"/>
                    <a:pt x="6" y="8"/>
                    <a:pt x="7" y="8"/>
                  </a:cubicBezTo>
                  <a:cubicBezTo>
                    <a:pt x="8" y="7"/>
                    <a:pt x="8" y="7"/>
                    <a:pt x="8" y="7"/>
                  </a:cubicBezTo>
                  <a:cubicBezTo>
                    <a:pt x="9" y="5"/>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59" name="Google Shape;259;p21"/>
            <p:cNvSpPr/>
            <p:nvPr/>
          </p:nvSpPr>
          <p:spPr>
            <a:xfrm>
              <a:off x="11747500" y="-78105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0" name="Google Shape;260;p21"/>
            <p:cNvSpPr/>
            <p:nvPr/>
          </p:nvSpPr>
          <p:spPr>
            <a:xfrm>
              <a:off x="11863388" y="-887413"/>
              <a:ext cx="41275"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1" name="Google Shape;261;p21"/>
            <p:cNvSpPr/>
            <p:nvPr/>
          </p:nvSpPr>
          <p:spPr>
            <a:xfrm>
              <a:off x="11982450" y="-993775"/>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2" name="Google Shape;262;p21"/>
            <p:cNvSpPr/>
            <p:nvPr/>
          </p:nvSpPr>
          <p:spPr>
            <a:xfrm>
              <a:off x="10107613" y="708025"/>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3" name="Google Shape;263;p21"/>
            <p:cNvSpPr/>
            <p:nvPr/>
          </p:nvSpPr>
          <p:spPr>
            <a:xfrm>
              <a:off x="9753600" y="1030287"/>
              <a:ext cx="42863" cy="38100"/>
            </a:xfrm>
            <a:custGeom>
              <a:rect b="b" l="l" r="r" t="t"/>
              <a:pathLst>
                <a:path extrusionOk="0" h="9" w="10">
                  <a:moveTo>
                    <a:pt x="5"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4" name="Google Shape;264;p21"/>
            <p:cNvSpPr/>
            <p:nvPr/>
          </p:nvSpPr>
          <p:spPr>
            <a:xfrm>
              <a:off x="12450763" y="-1419225"/>
              <a:ext cx="42863"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5" name="Google Shape;265;p21"/>
            <p:cNvSpPr/>
            <p:nvPr/>
          </p:nvSpPr>
          <p:spPr>
            <a:xfrm>
              <a:off x="9986963" y="817562"/>
              <a:ext cx="42863" cy="38100"/>
            </a:xfrm>
            <a:custGeom>
              <a:rect b="b" l="l" r="r" t="t"/>
              <a:pathLst>
                <a:path extrusionOk="0" h="9" w="10">
                  <a:moveTo>
                    <a:pt x="5" y="9"/>
                  </a:moveTo>
                  <a:cubicBezTo>
                    <a:pt x="5" y="9"/>
                    <a:pt x="6"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2" y="7"/>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6" name="Google Shape;266;p21"/>
            <p:cNvSpPr/>
            <p:nvPr/>
          </p:nvSpPr>
          <p:spPr>
            <a:xfrm>
              <a:off x="12096750" y="-110013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7" name="Google Shape;267;p21"/>
            <p:cNvSpPr/>
            <p:nvPr/>
          </p:nvSpPr>
          <p:spPr>
            <a:xfrm>
              <a:off x="11628438" y="-67468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8" name="Google Shape;268;p21"/>
            <p:cNvSpPr/>
            <p:nvPr/>
          </p:nvSpPr>
          <p:spPr>
            <a:xfrm>
              <a:off x="10690225" y="176212"/>
              <a:ext cx="42863" cy="41275"/>
            </a:xfrm>
            <a:custGeom>
              <a:rect b="b" l="l" r="r" t="t"/>
              <a:pathLst>
                <a:path extrusionOk="0" h="10" w="10">
                  <a:moveTo>
                    <a:pt x="5" y="10"/>
                  </a:moveTo>
                  <a:cubicBezTo>
                    <a:pt x="6" y="10"/>
                    <a:pt x="7"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69" name="Google Shape;269;p21"/>
            <p:cNvSpPr/>
            <p:nvPr/>
          </p:nvSpPr>
          <p:spPr>
            <a:xfrm>
              <a:off x="10575925" y="282575"/>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0" name="Google Shape;270;p21"/>
            <p:cNvSpPr/>
            <p:nvPr/>
          </p:nvSpPr>
          <p:spPr>
            <a:xfrm>
              <a:off x="12565063" y="-1525588"/>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1" name="Google Shape;271;p21"/>
            <p:cNvSpPr/>
            <p:nvPr/>
          </p:nvSpPr>
          <p:spPr>
            <a:xfrm>
              <a:off x="11044238" y="-142875"/>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2" name="Google Shape;272;p21"/>
            <p:cNvSpPr/>
            <p:nvPr/>
          </p:nvSpPr>
          <p:spPr>
            <a:xfrm>
              <a:off x="10810875" y="69850"/>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3" name="Google Shape;273;p21"/>
            <p:cNvSpPr/>
            <p:nvPr/>
          </p:nvSpPr>
          <p:spPr>
            <a:xfrm>
              <a:off x="11160125" y="-249238"/>
              <a:ext cx="41275" cy="38100"/>
            </a:xfrm>
            <a:custGeom>
              <a:rect b="b" l="l" r="r" t="t"/>
              <a:pathLst>
                <a:path extrusionOk="0" h="9" w="10">
                  <a:moveTo>
                    <a:pt x="5" y="9"/>
                  </a:moveTo>
                  <a:cubicBezTo>
                    <a:pt x="6" y="9"/>
                    <a:pt x="7" y="9"/>
                    <a:pt x="7" y="8"/>
                  </a:cubicBezTo>
                  <a:cubicBezTo>
                    <a:pt x="8" y="8"/>
                    <a:pt x="8" y="8"/>
                    <a:pt x="8" y="8"/>
                  </a:cubicBezTo>
                  <a:cubicBezTo>
                    <a:pt x="10" y="6"/>
                    <a:pt x="10" y="4"/>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4" name="Google Shape;274;p21"/>
            <p:cNvSpPr/>
            <p:nvPr/>
          </p:nvSpPr>
          <p:spPr>
            <a:xfrm>
              <a:off x="12685713" y="-1631950"/>
              <a:ext cx="41275"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5" name="Google Shape;275;p21"/>
            <p:cNvSpPr/>
            <p:nvPr/>
          </p:nvSpPr>
          <p:spPr>
            <a:xfrm>
              <a:off x="11279188" y="-355600"/>
              <a:ext cx="38100" cy="38100"/>
            </a:xfrm>
            <a:custGeom>
              <a:rect b="b" l="l" r="r" t="t"/>
              <a:pathLst>
                <a:path extrusionOk="0" h="9" w="9">
                  <a:moveTo>
                    <a:pt x="4" y="9"/>
                  </a:moveTo>
                  <a:cubicBezTo>
                    <a:pt x="5" y="9"/>
                    <a:pt x="6" y="9"/>
                    <a:pt x="7" y="8"/>
                  </a:cubicBezTo>
                  <a:cubicBezTo>
                    <a:pt x="8" y="7"/>
                    <a:pt x="8" y="7"/>
                    <a:pt x="8" y="7"/>
                  </a:cubicBezTo>
                  <a:cubicBezTo>
                    <a:pt x="9" y="6"/>
                    <a:pt x="9" y="3"/>
                    <a:pt x="8" y="2"/>
                  </a:cubicBezTo>
                  <a:cubicBezTo>
                    <a:pt x="6" y="0"/>
                    <a:pt x="4" y="0"/>
                    <a:pt x="2" y="2"/>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6" name="Google Shape;276;p21"/>
            <p:cNvSpPr/>
            <p:nvPr/>
          </p:nvSpPr>
          <p:spPr>
            <a:xfrm>
              <a:off x="10925175" y="-36513"/>
              <a:ext cx="42863" cy="38100"/>
            </a:xfrm>
            <a:custGeom>
              <a:rect b="b" l="l" r="r" t="t"/>
              <a:pathLst>
                <a:path extrusionOk="0" h="9" w="10">
                  <a:moveTo>
                    <a:pt x="5" y="9"/>
                  </a:moveTo>
                  <a:cubicBezTo>
                    <a:pt x="6" y="9"/>
                    <a:pt x="7" y="9"/>
                    <a:pt x="7" y="8"/>
                  </a:cubicBezTo>
                  <a:cubicBezTo>
                    <a:pt x="8" y="8"/>
                    <a:pt x="8" y="8"/>
                    <a:pt x="8" y="8"/>
                  </a:cubicBezTo>
                  <a:cubicBezTo>
                    <a:pt x="10" y="6"/>
                    <a:pt x="10" y="4"/>
                    <a:pt x="8" y="2"/>
                  </a:cubicBezTo>
                  <a:cubicBezTo>
                    <a:pt x="7" y="0"/>
                    <a:pt x="4" y="0"/>
                    <a:pt x="3" y="2"/>
                  </a:cubicBezTo>
                  <a:cubicBezTo>
                    <a:pt x="2" y="2"/>
                    <a:pt x="2" y="2"/>
                    <a:pt x="2" y="2"/>
                  </a:cubicBezTo>
                  <a:cubicBezTo>
                    <a:pt x="0" y="4"/>
                    <a:pt x="0" y="7"/>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7" name="Google Shape;277;p21"/>
            <p:cNvSpPr/>
            <p:nvPr/>
          </p:nvSpPr>
          <p:spPr>
            <a:xfrm>
              <a:off x="10456863" y="388937"/>
              <a:ext cx="42863" cy="41275"/>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8" name="Google Shape;278;p21"/>
            <p:cNvSpPr/>
            <p:nvPr/>
          </p:nvSpPr>
          <p:spPr>
            <a:xfrm>
              <a:off x="12399963" y="-102870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79" name="Google Shape;279;p21"/>
            <p:cNvSpPr/>
            <p:nvPr/>
          </p:nvSpPr>
          <p:spPr>
            <a:xfrm>
              <a:off x="12045950" y="-709613"/>
              <a:ext cx="42863" cy="38100"/>
            </a:xfrm>
            <a:custGeom>
              <a:rect b="b" l="l" r="r" t="t"/>
              <a:pathLst>
                <a:path extrusionOk="0" h="9" w="10">
                  <a:moveTo>
                    <a:pt x="5" y="9"/>
                  </a:moveTo>
                  <a:cubicBezTo>
                    <a:pt x="6" y="9"/>
                    <a:pt x="7" y="9"/>
                    <a:pt x="7" y="8"/>
                  </a:cubicBezTo>
                  <a:cubicBezTo>
                    <a:pt x="8" y="8"/>
                    <a:pt x="8" y="8"/>
                    <a:pt x="8" y="8"/>
                  </a:cubicBezTo>
                  <a:cubicBezTo>
                    <a:pt x="10" y="6"/>
                    <a:pt x="10" y="4"/>
                    <a:pt x="9" y="2"/>
                  </a:cubicBezTo>
                  <a:cubicBezTo>
                    <a:pt x="7" y="0"/>
                    <a:pt x="5" y="0"/>
                    <a:pt x="3" y="2"/>
                  </a:cubicBezTo>
                  <a:cubicBezTo>
                    <a:pt x="2" y="2"/>
                    <a:pt x="2" y="2"/>
                    <a:pt x="2" y="2"/>
                  </a:cubicBezTo>
                  <a:cubicBezTo>
                    <a:pt x="0" y="4"/>
                    <a:pt x="0" y="7"/>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0" name="Google Shape;280;p21"/>
            <p:cNvSpPr/>
            <p:nvPr/>
          </p:nvSpPr>
          <p:spPr>
            <a:xfrm>
              <a:off x="11342688" y="-71438"/>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4" y="10"/>
                    <a:pt x="5" y="10"/>
                  </a:cubicBezTo>
                  <a:cubicBezTo>
                    <a:pt x="6" y="10"/>
                    <a:pt x="7"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1" name="Google Shape;281;p21"/>
            <p:cNvSpPr/>
            <p:nvPr/>
          </p:nvSpPr>
          <p:spPr>
            <a:xfrm>
              <a:off x="11461750" y="-177800"/>
              <a:ext cx="38100" cy="42863"/>
            </a:xfrm>
            <a:custGeom>
              <a:rect b="b" l="l" r="r" t="t"/>
              <a:pathLst>
                <a:path extrusionOk="0" h="10" w="9">
                  <a:moveTo>
                    <a:pt x="7" y="9"/>
                  </a:moveTo>
                  <a:cubicBezTo>
                    <a:pt x="8" y="8"/>
                    <a:pt x="8" y="8"/>
                    <a:pt x="8" y="8"/>
                  </a:cubicBezTo>
                  <a:cubicBezTo>
                    <a:pt x="9" y="6"/>
                    <a:pt x="9" y="4"/>
                    <a:pt x="8" y="2"/>
                  </a:cubicBezTo>
                  <a:cubicBezTo>
                    <a:pt x="7"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2" name="Google Shape;282;p21"/>
            <p:cNvSpPr/>
            <p:nvPr/>
          </p:nvSpPr>
          <p:spPr>
            <a:xfrm>
              <a:off x="10406063" y="784225"/>
              <a:ext cx="41275"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7"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3" name="Google Shape;283;p21"/>
            <p:cNvSpPr/>
            <p:nvPr/>
          </p:nvSpPr>
          <p:spPr>
            <a:xfrm>
              <a:off x="11931650" y="-603250"/>
              <a:ext cx="41275" cy="38100"/>
            </a:xfrm>
            <a:custGeom>
              <a:rect b="b" l="l" r="r" t="t"/>
              <a:pathLst>
                <a:path extrusionOk="0" h="9" w="10">
                  <a:moveTo>
                    <a:pt x="4" y="9"/>
                  </a:moveTo>
                  <a:cubicBezTo>
                    <a:pt x="5" y="9"/>
                    <a:pt x="6" y="9"/>
                    <a:pt x="7" y="8"/>
                  </a:cubicBezTo>
                  <a:cubicBezTo>
                    <a:pt x="8" y="8"/>
                    <a:pt x="8" y="8"/>
                    <a:pt x="8" y="8"/>
                  </a:cubicBezTo>
                  <a:cubicBezTo>
                    <a:pt x="9" y="6"/>
                    <a:pt x="10" y="4"/>
                    <a:pt x="8" y="2"/>
                  </a:cubicBezTo>
                  <a:cubicBezTo>
                    <a:pt x="7"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4" name="Google Shape;284;p21"/>
            <p:cNvSpPr/>
            <p:nvPr/>
          </p:nvSpPr>
          <p:spPr>
            <a:xfrm>
              <a:off x="12165013" y="-815975"/>
              <a:ext cx="42863" cy="38100"/>
            </a:xfrm>
            <a:custGeom>
              <a:rect b="b" l="l" r="r" t="t"/>
              <a:pathLst>
                <a:path extrusionOk="0" h="9" w="10">
                  <a:moveTo>
                    <a:pt x="4" y="9"/>
                  </a:moveTo>
                  <a:cubicBezTo>
                    <a:pt x="5" y="9"/>
                    <a:pt x="6" y="9"/>
                    <a:pt x="7" y="8"/>
                  </a:cubicBezTo>
                  <a:cubicBezTo>
                    <a:pt x="8" y="8"/>
                    <a:pt x="8" y="8"/>
                    <a:pt x="8" y="8"/>
                  </a:cubicBezTo>
                  <a:cubicBezTo>
                    <a:pt x="9" y="6"/>
                    <a:pt x="10" y="4"/>
                    <a:pt x="8" y="2"/>
                  </a:cubicBezTo>
                  <a:cubicBezTo>
                    <a:pt x="7" y="0"/>
                    <a:pt x="4" y="0"/>
                    <a:pt x="2"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5" name="Google Shape;285;p21"/>
            <p:cNvSpPr/>
            <p:nvPr/>
          </p:nvSpPr>
          <p:spPr>
            <a:xfrm>
              <a:off x="12633325" y="-1241425"/>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6" name="Google Shape;286;p21"/>
            <p:cNvSpPr/>
            <p:nvPr/>
          </p:nvSpPr>
          <p:spPr>
            <a:xfrm>
              <a:off x="10758488" y="465137"/>
              <a:ext cx="38100" cy="38100"/>
            </a:xfrm>
            <a:custGeom>
              <a:rect b="b" l="l" r="r" t="t"/>
              <a:pathLst>
                <a:path extrusionOk="0" h="9" w="9">
                  <a:moveTo>
                    <a:pt x="7" y="8"/>
                  </a:move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7" name="Google Shape;287;p21"/>
            <p:cNvSpPr/>
            <p:nvPr/>
          </p:nvSpPr>
          <p:spPr>
            <a:xfrm>
              <a:off x="10525125" y="677862"/>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8" name="Google Shape;288;p21"/>
            <p:cNvSpPr/>
            <p:nvPr/>
          </p:nvSpPr>
          <p:spPr>
            <a:xfrm>
              <a:off x="12280900" y="-922338"/>
              <a:ext cx="41275" cy="38100"/>
            </a:xfrm>
            <a:custGeom>
              <a:rect b="b" l="l" r="r" t="t"/>
              <a:pathLst>
                <a:path extrusionOk="0" h="9" w="10">
                  <a:moveTo>
                    <a:pt x="5" y="9"/>
                  </a:moveTo>
                  <a:cubicBezTo>
                    <a:pt x="6" y="9"/>
                    <a:pt x="7" y="9"/>
                    <a:pt x="7" y="8"/>
                  </a:cubicBezTo>
                  <a:cubicBezTo>
                    <a:pt x="8" y="8"/>
                    <a:pt x="8" y="8"/>
                    <a:pt x="8" y="8"/>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89" name="Google Shape;289;p21"/>
            <p:cNvSpPr/>
            <p:nvPr/>
          </p:nvSpPr>
          <p:spPr>
            <a:xfrm>
              <a:off x="11228388" y="39687"/>
              <a:ext cx="38100" cy="38100"/>
            </a:xfrm>
            <a:custGeom>
              <a:rect b="b" l="l" r="r" t="t"/>
              <a:pathLst>
                <a:path extrusionOk="0" h="9" w="9">
                  <a:moveTo>
                    <a:pt x="7" y="8"/>
                  </a:moveTo>
                  <a:cubicBezTo>
                    <a:pt x="8" y="7"/>
                    <a:pt x="8" y="7"/>
                    <a:pt x="8" y="7"/>
                  </a:cubicBezTo>
                  <a:cubicBezTo>
                    <a:pt x="9" y="5"/>
                    <a:pt x="9" y="3"/>
                    <a:pt x="8" y="1"/>
                  </a:cubicBezTo>
                  <a:cubicBezTo>
                    <a:pt x="6" y="0"/>
                    <a:pt x="4" y="0"/>
                    <a:pt x="2" y="1"/>
                  </a:cubicBezTo>
                  <a:cubicBezTo>
                    <a:pt x="1" y="2"/>
                    <a:pt x="1" y="2"/>
                    <a:pt x="1" y="2"/>
                  </a:cubicBezTo>
                  <a:cubicBezTo>
                    <a:pt x="0" y="3"/>
                    <a:pt x="0" y="6"/>
                    <a:pt x="1" y="7"/>
                  </a:cubicBezTo>
                  <a:cubicBezTo>
                    <a:pt x="2" y="8"/>
                    <a:pt x="3" y="9"/>
                    <a:pt x="4" y="9"/>
                  </a:cubicBezTo>
                  <a:cubicBezTo>
                    <a:pt x="5" y="9"/>
                    <a:pt x="6"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0" name="Google Shape;290;p21"/>
            <p:cNvSpPr/>
            <p:nvPr/>
          </p:nvSpPr>
          <p:spPr>
            <a:xfrm>
              <a:off x="11107738" y="146050"/>
              <a:ext cx="42863" cy="38100"/>
            </a:xfrm>
            <a:custGeom>
              <a:rect b="b" l="l" r="r" t="t"/>
              <a:pathLst>
                <a:path extrusionOk="0" h="9" w="10">
                  <a:moveTo>
                    <a:pt x="7" y="8"/>
                  </a:moveTo>
                  <a:cubicBezTo>
                    <a:pt x="8" y="7"/>
                    <a:pt x="8" y="7"/>
                    <a:pt x="8" y="7"/>
                  </a:cubicBezTo>
                  <a:cubicBezTo>
                    <a:pt x="10" y="5"/>
                    <a:pt x="10" y="3"/>
                    <a:pt x="8" y="1"/>
                  </a:cubicBezTo>
                  <a:cubicBezTo>
                    <a:pt x="7" y="0"/>
                    <a:pt x="4" y="0"/>
                    <a:pt x="3" y="1"/>
                  </a:cubicBezTo>
                  <a:cubicBezTo>
                    <a:pt x="2" y="2"/>
                    <a:pt x="2" y="2"/>
                    <a:pt x="2" y="2"/>
                  </a:cubicBezTo>
                  <a:cubicBezTo>
                    <a:pt x="0" y="3"/>
                    <a:pt x="0" y="6"/>
                    <a:pt x="2" y="7"/>
                  </a:cubicBezTo>
                  <a:cubicBezTo>
                    <a:pt x="2" y="8"/>
                    <a:pt x="4" y="9"/>
                    <a:pt x="5" y="9"/>
                  </a:cubicBezTo>
                  <a:cubicBezTo>
                    <a:pt x="6" y="9"/>
                    <a:pt x="7"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1" name="Google Shape;291;p21"/>
            <p:cNvSpPr/>
            <p:nvPr/>
          </p:nvSpPr>
          <p:spPr>
            <a:xfrm>
              <a:off x="10171113" y="996950"/>
              <a:ext cx="42863"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2" name="Google Shape;292;p21"/>
            <p:cNvSpPr/>
            <p:nvPr/>
          </p:nvSpPr>
          <p:spPr>
            <a:xfrm>
              <a:off x="9936163" y="1209675"/>
              <a:ext cx="42863"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3" name="Google Shape;293;p21"/>
            <p:cNvSpPr/>
            <p:nvPr/>
          </p:nvSpPr>
          <p:spPr>
            <a:xfrm>
              <a:off x="10993438" y="252412"/>
              <a:ext cx="38100" cy="38100"/>
            </a:xfrm>
            <a:custGeom>
              <a:rect b="b" l="l" r="r" t="t"/>
              <a:pathLst>
                <a:path extrusionOk="0" h="9" w="9">
                  <a:moveTo>
                    <a:pt x="7" y="8"/>
                  </a:moveTo>
                  <a:cubicBezTo>
                    <a:pt x="8" y="7"/>
                    <a:pt x="8" y="7"/>
                    <a:pt x="8" y="7"/>
                  </a:cubicBezTo>
                  <a:cubicBezTo>
                    <a:pt x="9" y="5"/>
                    <a:pt x="9" y="3"/>
                    <a:pt x="8" y="1"/>
                  </a:cubicBezTo>
                  <a:cubicBezTo>
                    <a:pt x="6" y="0"/>
                    <a:pt x="4" y="0"/>
                    <a:pt x="2" y="1"/>
                  </a:cubicBezTo>
                  <a:cubicBezTo>
                    <a:pt x="1" y="2"/>
                    <a:pt x="1" y="2"/>
                    <a:pt x="1" y="2"/>
                  </a:cubicBezTo>
                  <a:cubicBezTo>
                    <a:pt x="0" y="3"/>
                    <a:pt x="0" y="6"/>
                    <a:pt x="1" y="8"/>
                  </a:cubicBezTo>
                  <a:cubicBezTo>
                    <a:pt x="2" y="8"/>
                    <a:pt x="3" y="9"/>
                    <a:pt x="4" y="9"/>
                  </a:cubicBezTo>
                  <a:cubicBezTo>
                    <a:pt x="5" y="9"/>
                    <a:pt x="6"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4" name="Google Shape;294;p21"/>
            <p:cNvSpPr/>
            <p:nvPr/>
          </p:nvSpPr>
          <p:spPr>
            <a:xfrm>
              <a:off x="11696700" y="-390525"/>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7"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5" name="Google Shape;295;p21"/>
            <p:cNvSpPr/>
            <p:nvPr/>
          </p:nvSpPr>
          <p:spPr>
            <a:xfrm>
              <a:off x="12868275" y="-145415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6" name="Google Shape;296;p21"/>
            <p:cNvSpPr/>
            <p:nvPr/>
          </p:nvSpPr>
          <p:spPr>
            <a:xfrm>
              <a:off x="9821863" y="131603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7" name="Google Shape;297;p21"/>
            <p:cNvSpPr/>
            <p:nvPr/>
          </p:nvSpPr>
          <p:spPr>
            <a:xfrm>
              <a:off x="12749213" y="-134778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8" name="Google Shape;298;p21"/>
            <p:cNvSpPr/>
            <p:nvPr/>
          </p:nvSpPr>
          <p:spPr>
            <a:xfrm>
              <a:off x="10290175" y="890587"/>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99" name="Google Shape;299;p21"/>
            <p:cNvSpPr/>
            <p:nvPr/>
          </p:nvSpPr>
          <p:spPr>
            <a:xfrm>
              <a:off x="12984163" y="-1560513"/>
              <a:ext cx="41275" cy="39688"/>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0" name="Google Shape;300;p21"/>
            <p:cNvSpPr/>
            <p:nvPr/>
          </p:nvSpPr>
          <p:spPr>
            <a:xfrm>
              <a:off x="11577638" y="-284163"/>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1" name="Google Shape;301;p21"/>
            <p:cNvSpPr/>
            <p:nvPr/>
          </p:nvSpPr>
          <p:spPr>
            <a:xfrm>
              <a:off x="10055225" y="1103312"/>
              <a:ext cx="39688"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2" name="Google Shape;302;p21"/>
            <p:cNvSpPr/>
            <p:nvPr/>
          </p:nvSpPr>
          <p:spPr>
            <a:xfrm>
              <a:off x="11811000" y="-496888"/>
              <a:ext cx="42863" cy="42863"/>
            </a:xfrm>
            <a:custGeom>
              <a:rect b="b" l="l" r="r" t="t"/>
              <a:pathLst>
                <a:path extrusionOk="0" h="10" w="10">
                  <a:moveTo>
                    <a:pt x="5" y="10"/>
                  </a:moveTo>
                  <a:cubicBezTo>
                    <a:pt x="6" y="10"/>
                    <a:pt x="7" y="9"/>
                    <a:pt x="7" y="8"/>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3" name="Google Shape;303;p21"/>
            <p:cNvSpPr/>
            <p:nvPr/>
          </p:nvSpPr>
          <p:spPr>
            <a:xfrm>
              <a:off x="10874375" y="358775"/>
              <a:ext cx="42863" cy="38100"/>
            </a:xfrm>
            <a:custGeom>
              <a:rect b="b" l="l" r="r" t="t"/>
              <a:pathLst>
                <a:path extrusionOk="0" h="9" w="10">
                  <a:moveTo>
                    <a:pt x="7" y="8"/>
                  </a:move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4" y="9"/>
                    <a:pt x="5" y="9"/>
                  </a:cubicBezTo>
                  <a:cubicBezTo>
                    <a:pt x="6" y="9"/>
                    <a:pt x="7"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4" name="Google Shape;304;p21"/>
            <p:cNvSpPr/>
            <p:nvPr/>
          </p:nvSpPr>
          <p:spPr>
            <a:xfrm>
              <a:off x="10639425" y="571500"/>
              <a:ext cx="42863" cy="38100"/>
            </a:xfrm>
            <a:custGeom>
              <a:rect b="b" l="l" r="r" t="t"/>
              <a:pathLst>
                <a:path extrusionOk="0" h="9" w="10">
                  <a:moveTo>
                    <a:pt x="3" y="1"/>
                  </a:moveTo>
                  <a:cubicBezTo>
                    <a:pt x="2" y="2"/>
                    <a:pt x="2" y="2"/>
                    <a:pt x="2" y="2"/>
                  </a:cubicBezTo>
                  <a:cubicBezTo>
                    <a:pt x="0" y="3"/>
                    <a:pt x="0" y="6"/>
                    <a:pt x="2" y="8"/>
                  </a:cubicBezTo>
                  <a:cubicBezTo>
                    <a:pt x="2" y="9"/>
                    <a:pt x="4" y="9"/>
                    <a:pt x="5" y="9"/>
                  </a:cubicBezTo>
                  <a:cubicBezTo>
                    <a:pt x="6" y="9"/>
                    <a:pt x="7" y="9"/>
                    <a:pt x="7" y="8"/>
                  </a:cubicBezTo>
                  <a:cubicBezTo>
                    <a:pt x="8" y="7"/>
                    <a:pt x="8" y="7"/>
                    <a:pt x="8" y="7"/>
                  </a:cubicBezTo>
                  <a:cubicBezTo>
                    <a:pt x="10" y="6"/>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5" name="Google Shape;305;p21"/>
            <p:cNvSpPr/>
            <p:nvPr/>
          </p:nvSpPr>
          <p:spPr>
            <a:xfrm>
              <a:off x="12514263" y="-1135063"/>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6" name="Google Shape;306;p21"/>
            <p:cNvSpPr/>
            <p:nvPr/>
          </p:nvSpPr>
          <p:spPr>
            <a:xfrm>
              <a:off x="12357100" y="-644525"/>
              <a:ext cx="42863"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7" name="Google Shape;307;p21"/>
            <p:cNvSpPr/>
            <p:nvPr/>
          </p:nvSpPr>
          <p:spPr>
            <a:xfrm>
              <a:off x="12476163" y="-750887"/>
              <a:ext cx="42863"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8" name="Google Shape;308;p21"/>
            <p:cNvSpPr/>
            <p:nvPr/>
          </p:nvSpPr>
          <p:spPr>
            <a:xfrm>
              <a:off x="11772900" y="-114300"/>
              <a:ext cx="42863" cy="39688"/>
            </a:xfrm>
            <a:custGeom>
              <a:rect b="b" l="l" r="r" t="t"/>
              <a:pathLst>
                <a:path extrusionOk="0" h="9" w="10">
                  <a:moveTo>
                    <a:pt x="2" y="3"/>
                  </a:moveTo>
                  <a:cubicBezTo>
                    <a:pt x="0" y="4"/>
                    <a:pt x="0" y="7"/>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09" name="Google Shape;309;p21"/>
            <p:cNvSpPr/>
            <p:nvPr/>
          </p:nvSpPr>
          <p:spPr>
            <a:xfrm>
              <a:off x="10366375" y="1166813"/>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0" name="Google Shape;310;p21"/>
            <p:cNvSpPr/>
            <p:nvPr/>
          </p:nvSpPr>
          <p:spPr>
            <a:xfrm>
              <a:off x="11069638" y="528638"/>
              <a:ext cx="42863" cy="38100"/>
            </a:xfrm>
            <a:custGeom>
              <a:rect b="b" l="l" r="r" t="t"/>
              <a:pathLst>
                <a:path extrusionOk="0" h="9" w="10">
                  <a:moveTo>
                    <a:pt x="2" y="2"/>
                  </a:moveTo>
                  <a:cubicBezTo>
                    <a:pt x="0" y="3"/>
                    <a:pt x="0" y="6"/>
                    <a:pt x="1" y="7"/>
                  </a:cubicBezTo>
                  <a:cubicBezTo>
                    <a:pt x="2" y="8"/>
                    <a:pt x="3" y="9"/>
                    <a:pt x="4" y="9"/>
                  </a:cubicBezTo>
                  <a:cubicBezTo>
                    <a:pt x="5" y="9"/>
                    <a:pt x="6" y="8"/>
                    <a:pt x="7" y="8"/>
                  </a:cubicBezTo>
                  <a:cubicBezTo>
                    <a:pt x="8" y="7"/>
                    <a:pt x="8" y="7"/>
                    <a:pt x="8" y="7"/>
                  </a:cubicBezTo>
                  <a:cubicBezTo>
                    <a:pt x="10" y="5"/>
                    <a:pt x="10" y="3"/>
                    <a:pt x="8" y="1"/>
                  </a:cubicBezTo>
                  <a:cubicBezTo>
                    <a:pt x="7" y="0"/>
                    <a:pt x="4" y="0"/>
                    <a:pt x="2"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1" name="Google Shape;311;p21"/>
            <p:cNvSpPr/>
            <p:nvPr/>
          </p:nvSpPr>
          <p:spPr>
            <a:xfrm>
              <a:off x="11185525" y="417513"/>
              <a:ext cx="42863" cy="42863"/>
            </a:xfrm>
            <a:custGeom>
              <a:rect b="b" l="l" r="r" t="t"/>
              <a:pathLst>
                <a:path extrusionOk="0" h="10" w="10">
                  <a:moveTo>
                    <a:pt x="2" y="3"/>
                  </a:moveTo>
                  <a:cubicBezTo>
                    <a:pt x="0" y="4"/>
                    <a:pt x="0" y="7"/>
                    <a:pt x="2" y="8"/>
                  </a:cubicBezTo>
                  <a:cubicBezTo>
                    <a:pt x="3" y="9"/>
                    <a:pt x="4" y="10"/>
                    <a:pt x="5" y="10"/>
                  </a:cubicBezTo>
                  <a:cubicBezTo>
                    <a:pt x="6" y="10"/>
                    <a:pt x="7" y="9"/>
                    <a:pt x="8" y="9"/>
                  </a:cubicBezTo>
                  <a:cubicBezTo>
                    <a:pt x="8" y="8"/>
                    <a:pt x="8" y="8"/>
                    <a:pt x="8" y="8"/>
                  </a:cubicBezTo>
                  <a:cubicBezTo>
                    <a:pt x="10" y="6"/>
                    <a:pt x="10" y="4"/>
                    <a:pt x="9" y="2"/>
                  </a:cubicBezTo>
                  <a:cubicBezTo>
                    <a:pt x="7" y="1"/>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2" name="Google Shape;312;p21"/>
            <p:cNvSpPr/>
            <p:nvPr/>
          </p:nvSpPr>
          <p:spPr>
            <a:xfrm>
              <a:off x="10482263" y="1060450"/>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3" name="Google Shape;313;p21"/>
            <p:cNvSpPr/>
            <p:nvPr/>
          </p:nvSpPr>
          <p:spPr>
            <a:xfrm>
              <a:off x="10601325" y="954088"/>
              <a:ext cx="42863" cy="38100"/>
            </a:xfrm>
            <a:custGeom>
              <a:rect b="b" l="l" r="r" t="t"/>
              <a:pathLst>
                <a:path extrusionOk="0" h="9" w="10">
                  <a:moveTo>
                    <a:pt x="2" y="1"/>
                  </a:moveTo>
                  <a:cubicBezTo>
                    <a:pt x="2" y="2"/>
                    <a:pt x="2" y="2"/>
                    <a:pt x="2" y="2"/>
                  </a:cubicBezTo>
                  <a:cubicBezTo>
                    <a:pt x="0" y="3"/>
                    <a:pt x="0" y="6"/>
                    <a:pt x="1" y="8"/>
                  </a:cubicBezTo>
                  <a:cubicBezTo>
                    <a:pt x="2" y="8"/>
                    <a:pt x="3" y="9"/>
                    <a:pt x="4" y="9"/>
                  </a:cubicBezTo>
                  <a:cubicBezTo>
                    <a:pt x="5" y="9"/>
                    <a:pt x="6" y="9"/>
                    <a:pt x="7" y="8"/>
                  </a:cubicBezTo>
                  <a:cubicBezTo>
                    <a:pt x="8" y="7"/>
                    <a:pt x="8" y="7"/>
                    <a:pt x="8" y="7"/>
                  </a:cubicBezTo>
                  <a:cubicBezTo>
                    <a:pt x="9"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4" name="Google Shape;314;p21"/>
            <p:cNvSpPr/>
            <p:nvPr/>
          </p:nvSpPr>
          <p:spPr>
            <a:xfrm>
              <a:off x="11304588" y="311150"/>
              <a:ext cx="42863" cy="42863"/>
            </a:xfrm>
            <a:custGeom>
              <a:rect b="b" l="l" r="r" t="t"/>
              <a:pathLst>
                <a:path extrusionOk="0" h="10" w="10">
                  <a:moveTo>
                    <a:pt x="2" y="3"/>
                  </a:move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1"/>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5" name="Google Shape;315;p21"/>
            <p:cNvSpPr/>
            <p:nvPr/>
          </p:nvSpPr>
          <p:spPr>
            <a:xfrm>
              <a:off x="11888788" y="-220662"/>
              <a:ext cx="42863" cy="39688"/>
            </a:xfrm>
            <a:custGeom>
              <a:rect b="b" l="l" r="r" t="t"/>
              <a:pathLst>
                <a:path extrusionOk="0" h="9" w="10">
                  <a:moveTo>
                    <a:pt x="2" y="2"/>
                  </a:moveTo>
                  <a:cubicBezTo>
                    <a:pt x="1" y="4"/>
                    <a:pt x="0" y="7"/>
                    <a:pt x="2" y="8"/>
                  </a:cubicBezTo>
                  <a:cubicBezTo>
                    <a:pt x="3" y="9"/>
                    <a:pt x="4" y="9"/>
                    <a:pt x="5" y="9"/>
                  </a:cubicBezTo>
                  <a:cubicBezTo>
                    <a:pt x="6" y="9"/>
                    <a:pt x="7" y="9"/>
                    <a:pt x="8" y="8"/>
                  </a:cubicBezTo>
                  <a:cubicBezTo>
                    <a:pt x="8" y="8"/>
                    <a:pt x="8" y="8"/>
                    <a:pt x="8" y="8"/>
                  </a:cubicBezTo>
                  <a:cubicBezTo>
                    <a:pt x="10" y="6"/>
                    <a:pt x="10" y="4"/>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6" name="Google Shape;316;p21"/>
            <p:cNvSpPr/>
            <p:nvPr/>
          </p:nvSpPr>
          <p:spPr>
            <a:xfrm>
              <a:off x="12592050" y="-857250"/>
              <a:ext cx="41275"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7" name="Google Shape;317;p21"/>
            <p:cNvSpPr/>
            <p:nvPr/>
          </p:nvSpPr>
          <p:spPr>
            <a:xfrm>
              <a:off x="12007850" y="-327025"/>
              <a:ext cx="42863" cy="39688"/>
            </a:xfrm>
            <a:custGeom>
              <a:rect b="b" l="l" r="r" t="t"/>
              <a:pathLst>
                <a:path extrusionOk="0" h="9" w="10">
                  <a:moveTo>
                    <a:pt x="2" y="2"/>
                  </a:moveTo>
                  <a:cubicBezTo>
                    <a:pt x="0" y="4"/>
                    <a:pt x="0" y="6"/>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8" name="Google Shape;318;p21"/>
            <p:cNvSpPr/>
            <p:nvPr/>
          </p:nvSpPr>
          <p:spPr>
            <a:xfrm>
              <a:off x="12241213" y="-539750"/>
              <a:ext cx="42863" cy="39688"/>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19" name="Google Shape;319;p21"/>
            <p:cNvSpPr/>
            <p:nvPr/>
          </p:nvSpPr>
          <p:spPr>
            <a:xfrm>
              <a:off x="11539538" y="98425"/>
              <a:ext cx="41275" cy="42863"/>
            </a:xfrm>
            <a:custGeom>
              <a:rect b="b" l="l" r="r" t="t"/>
              <a:pathLst>
                <a:path extrusionOk="0" h="10" w="10">
                  <a:moveTo>
                    <a:pt x="2" y="3"/>
                  </a:move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0" name="Google Shape;320;p21"/>
            <p:cNvSpPr/>
            <p:nvPr/>
          </p:nvSpPr>
          <p:spPr>
            <a:xfrm>
              <a:off x="11418888" y="204788"/>
              <a:ext cx="42863" cy="42863"/>
            </a:xfrm>
            <a:custGeom>
              <a:rect b="b" l="l" r="r" t="t"/>
              <a:pathLst>
                <a:path extrusionOk="0" h="10" w="10">
                  <a:moveTo>
                    <a:pt x="2" y="3"/>
                  </a:move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1" name="Google Shape;321;p21"/>
            <p:cNvSpPr/>
            <p:nvPr/>
          </p:nvSpPr>
          <p:spPr>
            <a:xfrm>
              <a:off x="11653838" y="-7937"/>
              <a:ext cx="42863" cy="42863"/>
            </a:xfrm>
            <a:custGeom>
              <a:rect b="b" l="l" r="r" t="t"/>
              <a:pathLst>
                <a:path extrusionOk="0" h="10" w="10">
                  <a:moveTo>
                    <a:pt x="2" y="3"/>
                  </a:moveTo>
                  <a:cubicBezTo>
                    <a:pt x="1" y="4"/>
                    <a:pt x="0" y="7"/>
                    <a:pt x="2" y="8"/>
                  </a:cubicBezTo>
                  <a:cubicBezTo>
                    <a:pt x="3" y="9"/>
                    <a:pt x="4" y="10"/>
                    <a:pt x="5" y="10"/>
                  </a:cubicBezTo>
                  <a:cubicBezTo>
                    <a:pt x="6" y="10"/>
                    <a:pt x="7" y="9"/>
                    <a:pt x="8" y="8"/>
                  </a:cubicBezTo>
                  <a:cubicBezTo>
                    <a:pt x="8" y="8"/>
                    <a:pt x="8" y="8"/>
                    <a:pt x="8" y="8"/>
                  </a:cubicBezTo>
                  <a:cubicBezTo>
                    <a:pt x="10" y="6"/>
                    <a:pt x="10" y="4"/>
                    <a:pt x="9" y="2"/>
                  </a:cubicBezTo>
                  <a:cubicBezTo>
                    <a:pt x="7" y="0"/>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2" name="Google Shape;322;p21"/>
            <p:cNvSpPr/>
            <p:nvPr/>
          </p:nvSpPr>
          <p:spPr>
            <a:xfrm>
              <a:off x="12122150" y="-433387"/>
              <a:ext cx="42863" cy="39688"/>
            </a:xfrm>
            <a:custGeom>
              <a:rect b="b" l="l" r="r" t="t"/>
              <a:pathLst>
                <a:path extrusionOk="0" h="9" w="10">
                  <a:moveTo>
                    <a:pt x="2" y="2"/>
                  </a:moveTo>
                  <a:cubicBezTo>
                    <a:pt x="1" y="4"/>
                    <a:pt x="0" y="6"/>
                    <a:pt x="2" y="8"/>
                  </a:cubicBezTo>
                  <a:cubicBezTo>
                    <a:pt x="3" y="9"/>
                    <a:pt x="4" y="9"/>
                    <a:pt x="5" y="9"/>
                  </a:cubicBezTo>
                  <a:cubicBezTo>
                    <a:pt x="6" y="9"/>
                    <a:pt x="7" y="9"/>
                    <a:pt x="8" y="8"/>
                  </a:cubicBezTo>
                  <a:cubicBezTo>
                    <a:pt x="8" y="8"/>
                    <a:pt x="8" y="8"/>
                    <a:pt x="8" y="8"/>
                  </a:cubicBezTo>
                  <a:cubicBezTo>
                    <a:pt x="10" y="6"/>
                    <a:pt x="10" y="3"/>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3" name="Google Shape;323;p21"/>
            <p:cNvSpPr/>
            <p:nvPr/>
          </p:nvSpPr>
          <p:spPr>
            <a:xfrm>
              <a:off x="10836275" y="741363"/>
              <a:ext cx="41275" cy="38100"/>
            </a:xfrm>
            <a:custGeom>
              <a:rect b="b" l="l" r="r" t="t"/>
              <a:pathLst>
                <a:path extrusionOk="0" h="9" w="10">
                  <a:moveTo>
                    <a:pt x="2" y="2"/>
                  </a:moveTo>
                  <a:cubicBezTo>
                    <a:pt x="0" y="3"/>
                    <a:pt x="0" y="6"/>
                    <a:pt x="1" y="8"/>
                  </a:cubicBezTo>
                  <a:cubicBezTo>
                    <a:pt x="2" y="8"/>
                    <a:pt x="3" y="9"/>
                    <a:pt x="4" y="9"/>
                  </a:cubicBezTo>
                  <a:cubicBezTo>
                    <a:pt x="5" y="9"/>
                    <a:pt x="6" y="9"/>
                    <a:pt x="7" y="8"/>
                  </a:cubicBezTo>
                  <a:cubicBezTo>
                    <a:pt x="8" y="7"/>
                    <a:pt x="8" y="7"/>
                    <a:pt x="8" y="7"/>
                  </a:cubicBezTo>
                  <a:cubicBezTo>
                    <a:pt x="10" y="6"/>
                    <a:pt x="10" y="3"/>
                    <a:pt x="8" y="1"/>
                  </a:cubicBezTo>
                  <a:cubicBezTo>
                    <a:pt x="7" y="0"/>
                    <a:pt x="4" y="0"/>
                    <a:pt x="2"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4" name="Google Shape;324;p21"/>
            <p:cNvSpPr/>
            <p:nvPr/>
          </p:nvSpPr>
          <p:spPr>
            <a:xfrm>
              <a:off x="10247313" y="1273175"/>
              <a:ext cx="42863" cy="38100"/>
            </a:xfrm>
            <a:custGeom>
              <a:rect b="b" l="l" r="r" t="t"/>
              <a:pathLst>
                <a:path extrusionOk="0" h="9" w="10">
                  <a:moveTo>
                    <a:pt x="8" y="7"/>
                  </a:moveTo>
                  <a:cubicBezTo>
                    <a:pt x="10" y="6"/>
                    <a:pt x="10" y="3"/>
                    <a:pt x="9" y="2"/>
                  </a:cubicBezTo>
                  <a:cubicBezTo>
                    <a:pt x="7" y="0"/>
                    <a:pt x="5" y="0"/>
                    <a:pt x="3" y="1"/>
                  </a:cubicBezTo>
                  <a:cubicBezTo>
                    <a:pt x="2" y="2"/>
                    <a:pt x="2" y="2"/>
                    <a:pt x="2" y="2"/>
                  </a:cubicBezTo>
                  <a:cubicBezTo>
                    <a:pt x="0" y="4"/>
                    <a:pt x="0" y="6"/>
                    <a:pt x="2" y="8"/>
                  </a:cubicBezTo>
                  <a:cubicBezTo>
                    <a:pt x="2" y="8"/>
                    <a:pt x="3" y="9"/>
                    <a:pt x="4" y="9"/>
                  </a:cubicBezTo>
                  <a:cubicBezTo>
                    <a:pt x="5" y="9"/>
                    <a:pt x="6" y="8"/>
                    <a:pt x="7" y="8"/>
                  </a:cubicBezTo>
                  <a:cubicBezTo>
                    <a:pt x="7" y="8"/>
                    <a:pt x="7" y="8"/>
                    <a:pt x="7" y="8"/>
                  </a:cubicBezTo>
                  <a:lnTo>
                    <a:pt x="8" y="7"/>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5" name="Google Shape;325;p21"/>
            <p:cNvSpPr/>
            <p:nvPr/>
          </p:nvSpPr>
          <p:spPr>
            <a:xfrm>
              <a:off x="12944475" y="-1176337"/>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6" name="Google Shape;326;p21"/>
            <p:cNvSpPr/>
            <p:nvPr/>
          </p:nvSpPr>
          <p:spPr>
            <a:xfrm>
              <a:off x="13060363" y="-1282700"/>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7" name="Google Shape;327;p21"/>
            <p:cNvSpPr/>
            <p:nvPr/>
          </p:nvSpPr>
          <p:spPr>
            <a:xfrm>
              <a:off x="10950575" y="635000"/>
              <a:ext cx="42863" cy="38100"/>
            </a:xfrm>
            <a:custGeom>
              <a:rect b="b" l="l" r="r" t="t"/>
              <a:pathLst>
                <a:path extrusionOk="0" h="9" w="10">
                  <a:moveTo>
                    <a:pt x="2" y="2"/>
                  </a:moveTo>
                  <a:cubicBezTo>
                    <a:pt x="0" y="3"/>
                    <a:pt x="0" y="6"/>
                    <a:pt x="2" y="7"/>
                  </a:cubicBezTo>
                  <a:cubicBezTo>
                    <a:pt x="3" y="8"/>
                    <a:pt x="4" y="9"/>
                    <a:pt x="5" y="9"/>
                  </a:cubicBezTo>
                  <a:cubicBezTo>
                    <a:pt x="6" y="9"/>
                    <a:pt x="7" y="8"/>
                    <a:pt x="7" y="8"/>
                  </a:cubicBezTo>
                  <a:cubicBezTo>
                    <a:pt x="8" y="7"/>
                    <a:pt x="8" y="7"/>
                    <a:pt x="8" y="7"/>
                  </a:cubicBezTo>
                  <a:cubicBezTo>
                    <a:pt x="10" y="5"/>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8" name="Google Shape;328;p21"/>
            <p:cNvSpPr/>
            <p:nvPr/>
          </p:nvSpPr>
          <p:spPr>
            <a:xfrm>
              <a:off x="10715625" y="847725"/>
              <a:ext cx="42863" cy="38100"/>
            </a:xfrm>
            <a:custGeom>
              <a:rect b="b" l="l" r="r" t="t"/>
              <a:pathLst>
                <a:path extrusionOk="0" h="9" w="10">
                  <a:moveTo>
                    <a:pt x="2" y="2"/>
                  </a:move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29" name="Google Shape;329;p21"/>
            <p:cNvSpPr/>
            <p:nvPr/>
          </p:nvSpPr>
          <p:spPr>
            <a:xfrm>
              <a:off x="12711113" y="-963612"/>
              <a:ext cx="42863"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0" name="Google Shape;330;p21"/>
            <p:cNvSpPr/>
            <p:nvPr/>
          </p:nvSpPr>
          <p:spPr>
            <a:xfrm>
              <a:off x="12825413" y="-1069975"/>
              <a:ext cx="42863"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1" name="Google Shape;331;p21"/>
            <p:cNvSpPr/>
            <p:nvPr/>
          </p:nvSpPr>
          <p:spPr>
            <a:xfrm>
              <a:off x="11471275" y="511175"/>
              <a:ext cx="38100" cy="38100"/>
            </a:xfrm>
            <a:custGeom>
              <a:rect b="b" l="l" r="r" t="t"/>
              <a:pathLst>
                <a:path extrusionOk="0" h="9" w="9">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2" name="Google Shape;332;p21"/>
            <p:cNvSpPr/>
            <p:nvPr/>
          </p:nvSpPr>
          <p:spPr>
            <a:xfrm>
              <a:off x="11585575" y="404813"/>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5"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3" name="Google Shape;333;p21"/>
            <p:cNvSpPr/>
            <p:nvPr/>
          </p:nvSpPr>
          <p:spPr>
            <a:xfrm>
              <a:off x="12642850" y="-552450"/>
              <a:ext cx="38100" cy="39688"/>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4" name="Google Shape;334;p21"/>
            <p:cNvSpPr/>
            <p:nvPr/>
          </p:nvSpPr>
          <p:spPr>
            <a:xfrm>
              <a:off x="11939588" y="85725"/>
              <a:ext cx="38100" cy="39688"/>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5" name="Google Shape;335;p21"/>
            <p:cNvSpPr/>
            <p:nvPr/>
          </p:nvSpPr>
          <p:spPr>
            <a:xfrm>
              <a:off x="11350625" y="617538"/>
              <a:ext cx="42863" cy="42863"/>
            </a:xfrm>
            <a:custGeom>
              <a:rect b="b" l="l" r="r" t="t"/>
              <a:pathLst>
                <a:path extrusionOk="0" h="10" w="10">
                  <a:moveTo>
                    <a:pt x="3" y="2"/>
                  </a:moveTo>
                  <a:cubicBezTo>
                    <a:pt x="2" y="3"/>
                    <a:pt x="2" y="3"/>
                    <a:pt x="2" y="3"/>
                  </a:cubicBezTo>
                  <a:cubicBezTo>
                    <a:pt x="0" y="4"/>
                    <a:pt x="0" y="7"/>
                    <a:pt x="2" y="8"/>
                  </a:cubicBez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6" name="Google Shape;336;p21"/>
            <p:cNvSpPr/>
            <p:nvPr/>
          </p:nvSpPr>
          <p:spPr>
            <a:xfrm>
              <a:off x="11820525" y="192088"/>
              <a:ext cx="42863" cy="39688"/>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7" name="Google Shape;337;p21"/>
            <p:cNvSpPr/>
            <p:nvPr/>
          </p:nvSpPr>
          <p:spPr>
            <a:xfrm>
              <a:off x="11704638" y="298450"/>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8" name="Google Shape;338;p21"/>
            <p:cNvSpPr/>
            <p:nvPr/>
          </p:nvSpPr>
          <p:spPr>
            <a:xfrm>
              <a:off x="10882313" y="1042988"/>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39" name="Google Shape;339;p21"/>
            <p:cNvSpPr/>
            <p:nvPr/>
          </p:nvSpPr>
          <p:spPr>
            <a:xfrm>
              <a:off x="10998200" y="936625"/>
              <a:ext cx="41275"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9" y="8"/>
                    <a:pt x="9" y="8"/>
                    <a:pt x="9"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0" name="Google Shape;340;p21"/>
            <p:cNvSpPr/>
            <p:nvPr/>
          </p:nvSpPr>
          <p:spPr>
            <a:xfrm>
              <a:off x="12053888" y="-20637"/>
              <a:ext cx="42863" cy="39688"/>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1" name="Google Shape;341;p21"/>
            <p:cNvSpPr/>
            <p:nvPr/>
          </p:nvSpPr>
          <p:spPr>
            <a:xfrm>
              <a:off x="11117263" y="830263"/>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2" name="Google Shape;342;p21"/>
            <p:cNvSpPr/>
            <p:nvPr/>
          </p:nvSpPr>
          <p:spPr>
            <a:xfrm>
              <a:off x="11236325" y="723900"/>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3" name="Google Shape;343;p21"/>
            <p:cNvSpPr/>
            <p:nvPr/>
          </p:nvSpPr>
          <p:spPr>
            <a:xfrm>
              <a:off x="10763250" y="1149350"/>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1"/>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4" name="Google Shape;344;p21"/>
            <p:cNvSpPr/>
            <p:nvPr/>
          </p:nvSpPr>
          <p:spPr>
            <a:xfrm>
              <a:off x="12407900" y="-339725"/>
              <a:ext cx="38100" cy="39688"/>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5" name="Google Shape;345;p21"/>
            <p:cNvSpPr/>
            <p:nvPr/>
          </p:nvSpPr>
          <p:spPr>
            <a:xfrm>
              <a:off x="12876213" y="-765175"/>
              <a:ext cx="42863" cy="39688"/>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6" name="Google Shape;346;p21"/>
            <p:cNvSpPr/>
            <p:nvPr/>
          </p:nvSpPr>
          <p:spPr>
            <a:xfrm>
              <a:off x="12992100" y="-871537"/>
              <a:ext cx="42863" cy="39688"/>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7" name="Google Shape;347;p21"/>
            <p:cNvSpPr/>
            <p:nvPr/>
          </p:nvSpPr>
          <p:spPr>
            <a:xfrm>
              <a:off x="12174538" y="-127000"/>
              <a:ext cx="38100" cy="39688"/>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8" name="Google Shape;348;p21"/>
            <p:cNvSpPr/>
            <p:nvPr/>
          </p:nvSpPr>
          <p:spPr>
            <a:xfrm>
              <a:off x="13111163" y="-977900"/>
              <a:ext cx="42863" cy="39688"/>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49" name="Google Shape;349;p21"/>
            <p:cNvSpPr/>
            <p:nvPr/>
          </p:nvSpPr>
          <p:spPr>
            <a:xfrm>
              <a:off x="12523788" y="-446087"/>
              <a:ext cx="41275" cy="39688"/>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9"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0" name="Google Shape;350;p21"/>
            <p:cNvSpPr/>
            <p:nvPr/>
          </p:nvSpPr>
          <p:spPr>
            <a:xfrm>
              <a:off x="12757150" y="-658812"/>
              <a:ext cx="42863" cy="39688"/>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1" name="Google Shape;351;p21"/>
            <p:cNvSpPr/>
            <p:nvPr/>
          </p:nvSpPr>
          <p:spPr>
            <a:xfrm>
              <a:off x="12288838" y="-233362"/>
              <a:ext cx="42863" cy="39688"/>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2" name="Google Shape;352;p21"/>
            <p:cNvSpPr/>
            <p:nvPr/>
          </p:nvSpPr>
          <p:spPr>
            <a:xfrm>
              <a:off x="12549188" y="-96837"/>
              <a:ext cx="42863" cy="38100"/>
            </a:xfrm>
            <a:custGeom>
              <a:rect b="b" l="l" r="r" t="t"/>
              <a:pathLst>
                <a:path extrusionOk="0" h="9" w="10">
                  <a:moveTo>
                    <a:pt x="3"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3" name="Google Shape;353;p21"/>
            <p:cNvSpPr/>
            <p:nvPr/>
          </p:nvSpPr>
          <p:spPr>
            <a:xfrm>
              <a:off x="11491913" y="860425"/>
              <a:ext cx="42863" cy="38100"/>
            </a:xfrm>
            <a:custGeom>
              <a:rect b="b" l="l" r="r" t="t"/>
              <a:pathLst>
                <a:path extrusionOk="0" h="9" w="10">
                  <a:moveTo>
                    <a:pt x="8" y="1"/>
                  </a:moveTo>
                  <a:cubicBezTo>
                    <a:pt x="7" y="0"/>
                    <a:pt x="4" y="0"/>
                    <a:pt x="2" y="1"/>
                  </a:cubicBezTo>
                  <a:cubicBezTo>
                    <a:pt x="2" y="2"/>
                    <a:pt x="2" y="2"/>
                    <a:pt x="2" y="2"/>
                  </a:cubicBezTo>
                  <a:cubicBezTo>
                    <a:pt x="0" y="3"/>
                    <a:pt x="0" y="6"/>
                    <a:pt x="1" y="8"/>
                  </a:cubicBezTo>
                  <a:cubicBezTo>
                    <a:pt x="2" y="9"/>
                    <a:pt x="3" y="9"/>
                    <a:pt x="4" y="9"/>
                  </a:cubicBezTo>
                  <a:cubicBezTo>
                    <a:pt x="5" y="9"/>
                    <a:pt x="6" y="9"/>
                    <a:pt x="7" y="8"/>
                  </a:cubicBezTo>
                  <a:cubicBezTo>
                    <a:pt x="8" y="7"/>
                    <a:pt x="8" y="7"/>
                    <a:pt x="8" y="7"/>
                  </a:cubicBezTo>
                  <a:cubicBezTo>
                    <a:pt x="9" y="6"/>
                    <a:pt x="10" y="3"/>
                    <a:pt x="8"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4" name="Google Shape;354;p21"/>
            <p:cNvSpPr/>
            <p:nvPr/>
          </p:nvSpPr>
          <p:spPr>
            <a:xfrm>
              <a:off x="11606213" y="754063"/>
              <a:ext cx="42863" cy="38100"/>
            </a:xfrm>
            <a:custGeom>
              <a:rect b="b" l="l" r="r" t="t"/>
              <a:pathLst>
                <a:path extrusionOk="0" h="9" w="10">
                  <a:moveTo>
                    <a:pt x="9" y="2"/>
                  </a:moveTo>
                  <a:cubicBezTo>
                    <a:pt x="7" y="0"/>
                    <a:pt x="5" y="0"/>
                    <a:pt x="3" y="1"/>
                  </a:cubicBez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5" name="Google Shape;355;p21"/>
            <p:cNvSpPr/>
            <p:nvPr/>
          </p:nvSpPr>
          <p:spPr>
            <a:xfrm>
              <a:off x="11726863" y="647700"/>
              <a:ext cx="42863" cy="38100"/>
            </a:xfrm>
            <a:custGeom>
              <a:rect b="b" l="l" r="r" t="t"/>
              <a:pathLst>
                <a:path extrusionOk="0" h="9" w="10">
                  <a:moveTo>
                    <a:pt x="8" y="2"/>
                  </a:moveTo>
                  <a:cubicBezTo>
                    <a:pt x="7" y="0"/>
                    <a:pt x="4" y="0"/>
                    <a:pt x="3" y="1"/>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6" name="Google Shape;356;p21"/>
            <p:cNvSpPr/>
            <p:nvPr/>
          </p:nvSpPr>
          <p:spPr>
            <a:xfrm>
              <a:off x="13017500" y="-522287"/>
              <a:ext cx="42863" cy="38100"/>
            </a:xfrm>
            <a:custGeom>
              <a:rect b="b" l="l" r="r" t="t"/>
              <a:pathLst>
                <a:path extrusionOk="0" h="9" w="10">
                  <a:moveTo>
                    <a:pt x="2" y="2"/>
                  </a:move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7" name="Google Shape;357;p21"/>
            <p:cNvSpPr/>
            <p:nvPr/>
          </p:nvSpPr>
          <p:spPr>
            <a:xfrm>
              <a:off x="12314238" y="115888"/>
              <a:ext cx="42863" cy="38100"/>
            </a:xfrm>
            <a:custGeom>
              <a:rect b="b" l="l" r="r" t="t"/>
              <a:pathLst>
                <a:path extrusionOk="0" h="9" w="10">
                  <a:moveTo>
                    <a:pt x="7" y="8"/>
                  </a:move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8" name="Google Shape;358;p21"/>
            <p:cNvSpPr/>
            <p:nvPr/>
          </p:nvSpPr>
          <p:spPr>
            <a:xfrm>
              <a:off x="11845925" y="541338"/>
              <a:ext cx="38100" cy="38100"/>
            </a:xfrm>
            <a:custGeom>
              <a:rect b="b" l="l" r="r" t="t"/>
              <a:pathLst>
                <a:path extrusionOk="0" h="9" w="9">
                  <a:moveTo>
                    <a:pt x="7" y="8"/>
                  </a:moveTo>
                  <a:cubicBezTo>
                    <a:pt x="8" y="7"/>
                    <a:pt x="8" y="7"/>
                    <a:pt x="8" y="7"/>
                  </a:cubicBezTo>
                  <a:cubicBezTo>
                    <a:pt x="9" y="6"/>
                    <a:pt x="9" y="3"/>
                    <a:pt x="8" y="2"/>
                  </a:cubicBezTo>
                  <a:cubicBezTo>
                    <a:pt x="6" y="0"/>
                    <a:pt x="4" y="0"/>
                    <a:pt x="2" y="1"/>
                  </a:cubicBezTo>
                  <a:cubicBezTo>
                    <a:pt x="1" y="2"/>
                    <a:pt x="1" y="2"/>
                    <a:pt x="1"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59" name="Google Shape;359;p21"/>
            <p:cNvSpPr/>
            <p:nvPr/>
          </p:nvSpPr>
          <p:spPr>
            <a:xfrm>
              <a:off x="12430125" y="9525"/>
              <a:ext cx="41275" cy="38100"/>
            </a:xfrm>
            <a:custGeom>
              <a:rect b="b" l="l" r="r" t="t"/>
              <a:pathLst>
                <a:path extrusionOk="0" h="9" w="10">
                  <a:moveTo>
                    <a:pt x="8" y="8"/>
                  </a:moveTo>
                  <a:cubicBezTo>
                    <a:pt x="8" y="7"/>
                    <a:pt x="8" y="7"/>
                    <a:pt x="8" y="7"/>
                  </a:cubicBezTo>
                  <a:cubicBezTo>
                    <a:pt x="10" y="6"/>
                    <a:pt x="10" y="3"/>
                    <a:pt x="9" y="2"/>
                  </a:cubicBezTo>
                  <a:cubicBezTo>
                    <a:pt x="7" y="0"/>
                    <a:pt x="5" y="0"/>
                    <a:pt x="3" y="1"/>
                  </a:cubicBezTo>
                  <a:cubicBezTo>
                    <a:pt x="2" y="2"/>
                    <a:pt x="2" y="2"/>
                    <a:pt x="2" y="2"/>
                  </a:cubicBezTo>
                  <a:cubicBezTo>
                    <a:pt x="1" y="4"/>
                    <a:pt x="0" y="6"/>
                    <a:pt x="2" y="8"/>
                  </a:cubicBezTo>
                  <a:cubicBezTo>
                    <a:pt x="3" y="9"/>
                    <a:pt x="4" y="9"/>
                    <a:pt x="5" y="9"/>
                  </a:cubicBezTo>
                  <a:cubicBezTo>
                    <a:pt x="6" y="9"/>
                    <a:pt x="7" y="9"/>
                    <a:pt x="8"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0" name="Google Shape;360;p21"/>
            <p:cNvSpPr/>
            <p:nvPr/>
          </p:nvSpPr>
          <p:spPr>
            <a:xfrm>
              <a:off x="12195175" y="222250"/>
              <a:ext cx="42863" cy="38100"/>
            </a:xfrm>
            <a:custGeom>
              <a:rect b="b" l="l" r="r" t="t"/>
              <a:pathLst>
                <a:path extrusionOk="0" h="9" w="10">
                  <a:moveTo>
                    <a:pt x="7" y="8"/>
                  </a:move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ubicBezTo>
                    <a:pt x="6" y="9"/>
                    <a:pt x="7"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1" name="Google Shape;361;p21"/>
            <p:cNvSpPr/>
            <p:nvPr/>
          </p:nvSpPr>
          <p:spPr>
            <a:xfrm>
              <a:off x="11372850" y="966788"/>
              <a:ext cx="42863" cy="38100"/>
            </a:xfrm>
            <a:custGeom>
              <a:rect b="b" l="l" r="r" t="t"/>
              <a:pathLst>
                <a:path extrusionOk="0" h="9" w="10">
                  <a:moveTo>
                    <a:pt x="9" y="1"/>
                  </a:moveTo>
                  <a:cubicBezTo>
                    <a:pt x="7" y="0"/>
                    <a:pt x="5" y="0"/>
                    <a:pt x="3" y="1"/>
                  </a:cubicBezTo>
                  <a:cubicBezTo>
                    <a:pt x="2" y="2"/>
                    <a:pt x="2" y="2"/>
                    <a:pt x="2" y="2"/>
                  </a:cubicBezTo>
                  <a:cubicBezTo>
                    <a:pt x="0" y="3"/>
                    <a:pt x="0" y="6"/>
                    <a:pt x="2" y="8"/>
                  </a:cubicBezTo>
                  <a:cubicBezTo>
                    <a:pt x="2" y="8"/>
                    <a:pt x="4" y="9"/>
                    <a:pt x="5" y="9"/>
                  </a:cubicBezTo>
                  <a:cubicBezTo>
                    <a:pt x="6" y="9"/>
                    <a:pt x="7" y="9"/>
                    <a:pt x="7" y="8"/>
                  </a:cubicBezTo>
                  <a:cubicBezTo>
                    <a:pt x="8" y="7"/>
                    <a:pt x="8" y="7"/>
                    <a:pt x="8" y="7"/>
                  </a:cubicBezTo>
                  <a:cubicBezTo>
                    <a:pt x="10" y="6"/>
                    <a:pt x="10" y="3"/>
                    <a:pt x="9"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2" name="Google Shape;362;p21"/>
            <p:cNvSpPr/>
            <p:nvPr/>
          </p:nvSpPr>
          <p:spPr>
            <a:xfrm>
              <a:off x="11023600" y="1285875"/>
              <a:ext cx="38100" cy="25400"/>
            </a:xfrm>
            <a:custGeom>
              <a:rect b="b" l="l" r="r" t="t"/>
              <a:pathLst>
                <a:path extrusionOk="0" h="6" w="9">
                  <a:moveTo>
                    <a:pt x="8" y="1"/>
                  </a:moveTo>
                  <a:cubicBezTo>
                    <a:pt x="6" y="0"/>
                    <a:pt x="4" y="0"/>
                    <a:pt x="2" y="1"/>
                  </a:cubicBezTo>
                  <a:cubicBezTo>
                    <a:pt x="1" y="2"/>
                    <a:pt x="1" y="2"/>
                    <a:pt x="1" y="2"/>
                  </a:cubicBezTo>
                  <a:cubicBezTo>
                    <a:pt x="1" y="2"/>
                    <a:pt x="0" y="3"/>
                    <a:pt x="0" y="3"/>
                  </a:cubicBezTo>
                  <a:cubicBezTo>
                    <a:pt x="3" y="4"/>
                    <a:pt x="6" y="5"/>
                    <a:pt x="8" y="6"/>
                  </a:cubicBezTo>
                  <a:cubicBezTo>
                    <a:pt x="9" y="5"/>
                    <a:pt x="9" y="3"/>
                    <a:pt x="8"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3" name="Google Shape;363;p21"/>
            <p:cNvSpPr/>
            <p:nvPr/>
          </p:nvSpPr>
          <p:spPr>
            <a:xfrm>
              <a:off x="12668250" y="-203200"/>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4" name="Google Shape;364;p21"/>
            <p:cNvSpPr/>
            <p:nvPr/>
          </p:nvSpPr>
          <p:spPr>
            <a:xfrm>
              <a:off x="11137900" y="1179513"/>
              <a:ext cx="42863" cy="38100"/>
            </a:xfrm>
            <a:custGeom>
              <a:rect b="b" l="l" r="r" t="t"/>
              <a:pathLst>
                <a:path extrusionOk="0" h="9" w="10">
                  <a:moveTo>
                    <a:pt x="2" y="2"/>
                  </a:moveTo>
                  <a:cubicBezTo>
                    <a:pt x="0" y="3"/>
                    <a:pt x="0" y="6"/>
                    <a:pt x="2" y="8"/>
                  </a:cubicBezTo>
                  <a:cubicBezTo>
                    <a:pt x="2" y="8"/>
                    <a:pt x="3" y="9"/>
                    <a:pt x="5" y="9"/>
                  </a:cubicBezTo>
                  <a:cubicBezTo>
                    <a:pt x="5" y="9"/>
                    <a:pt x="6" y="9"/>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5" name="Google Shape;365;p21"/>
            <p:cNvSpPr/>
            <p:nvPr/>
          </p:nvSpPr>
          <p:spPr>
            <a:xfrm>
              <a:off x="12782550" y="-309562"/>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6" name="Google Shape;366;p21"/>
            <p:cNvSpPr/>
            <p:nvPr/>
          </p:nvSpPr>
          <p:spPr>
            <a:xfrm>
              <a:off x="12903200" y="-415925"/>
              <a:ext cx="41275"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7" name="Google Shape;367;p21"/>
            <p:cNvSpPr/>
            <p:nvPr/>
          </p:nvSpPr>
          <p:spPr>
            <a:xfrm>
              <a:off x="12079288" y="328613"/>
              <a:ext cx="39688" cy="38100"/>
            </a:xfrm>
            <a:custGeom>
              <a:rect b="b" l="l" r="r" t="t"/>
              <a:pathLst>
                <a:path extrusionOk="0" h="9" w="9">
                  <a:moveTo>
                    <a:pt x="7" y="8"/>
                  </a:moveTo>
                  <a:cubicBezTo>
                    <a:pt x="8" y="7"/>
                    <a:pt x="8" y="7"/>
                    <a:pt x="8" y="7"/>
                  </a:cubicBezTo>
                  <a:cubicBezTo>
                    <a:pt x="9" y="6"/>
                    <a:pt x="9" y="3"/>
                    <a:pt x="8" y="2"/>
                  </a:cubicBezTo>
                  <a:cubicBezTo>
                    <a:pt x="7" y="0"/>
                    <a:pt x="4" y="0"/>
                    <a:pt x="2" y="1"/>
                  </a:cubicBezTo>
                  <a:cubicBezTo>
                    <a:pt x="1" y="2"/>
                    <a:pt x="1" y="2"/>
                    <a:pt x="1"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8" name="Google Shape;368;p21"/>
            <p:cNvSpPr/>
            <p:nvPr/>
          </p:nvSpPr>
          <p:spPr>
            <a:xfrm>
              <a:off x="11256963" y="1073150"/>
              <a:ext cx="39688" cy="38100"/>
            </a:xfrm>
            <a:custGeom>
              <a:rect b="b" l="l" r="r" t="t"/>
              <a:pathLst>
                <a:path extrusionOk="0" h="9" w="9">
                  <a:moveTo>
                    <a:pt x="2" y="1"/>
                  </a:moveTo>
                  <a:cubicBezTo>
                    <a:pt x="1" y="2"/>
                    <a:pt x="1" y="2"/>
                    <a:pt x="1" y="2"/>
                  </a:cubicBezTo>
                  <a:cubicBezTo>
                    <a:pt x="0" y="3"/>
                    <a:pt x="0" y="6"/>
                    <a:pt x="1" y="8"/>
                  </a:cubicBezTo>
                  <a:cubicBezTo>
                    <a:pt x="2" y="8"/>
                    <a:pt x="3" y="9"/>
                    <a:pt x="4" y="9"/>
                  </a:cubicBezTo>
                  <a:cubicBezTo>
                    <a:pt x="5" y="9"/>
                    <a:pt x="6" y="9"/>
                    <a:pt x="7" y="8"/>
                  </a:cubicBezTo>
                  <a:cubicBezTo>
                    <a:pt x="8" y="7"/>
                    <a:pt x="8" y="7"/>
                    <a:pt x="8" y="7"/>
                  </a:cubicBezTo>
                  <a:cubicBezTo>
                    <a:pt x="9" y="6"/>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69" name="Google Shape;369;p21"/>
            <p:cNvSpPr/>
            <p:nvPr/>
          </p:nvSpPr>
          <p:spPr>
            <a:xfrm>
              <a:off x="11960225" y="434975"/>
              <a:ext cx="42863" cy="38100"/>
            </a:xfrm>
            <a:custGeom>
              <a:rect b="b" l="l" r="r" t="t"/>
              <a:pathLst>
                <a:path extrusionOk="0" h="9" w="10">
                  <a:moveTo>
                    <a:pt x="2" y="2"/>
                  </a:move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0" name="Google Shape;370;p21"/>
            <p:cNvSpPr/>
            <p:nvPr/>
          </p:nvSpPr>
          <p:spPr>
            <a:xfrm>
              <a:off x="12349163" y="430213"/>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1" name="Google Shape;371;p21"/>
            <p:cNvSpPr/>
            <p:nvPr/>
          </p:nvSpPr>
          <p:spPr>
            <a:xfrm>
              <a:off x="11876088" y="855663"/>
              <a:ext cx="41275"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2" name="Google Shape;372;p21"/>
            <p:cNvSpPr/>
            <p:nvPr/>
          </p:nvSpPr>
          <p:spPr>
            <a:xfrm>
              <a:off x="12228513" y="536575"/>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3" name="Google Shape;373;p21"/>
            <p:cNvSpPr/>
            <p:nvPr/>
          </p:nvSpPr>
          <p:spPr>
            <a:xfrm>
              <a:off x="12109450" y="642938"/>
              <a:ext cx="42863" cy="42863"/>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4" name="Google Shape;374;p21"/>
            <p:cNvSpPr/>
            <p:nvPr/>
          </p:nvSpPr>
          <p:spPr>
            <a:xfrm>
              <a:off x="11995150" y="749300"/>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5" name="Google Shape;375;p21"/>
            <p:cNvSpPr/>
            <p:nvPr/>
          </p:nvSpPr>
          <p:spPr>
            <a:xfrm>
              <a:off x="11291888" y="1387475"/>
              <a:ext cx="38100" cy="34925"/>
            </a:xfrm>
            <a:custGeom>
              <a:rect b="b" l="l" r="r" t="t"/>
              <a:pathLst>
                <a:path extrusionOk="0" h="8" w="9">
                  <a:moveTo>
                    <a:pt x="8" y="2"/>
                  </a:moveTo>
                  <a:cubicBezTo>
                    <a:pt x="6" y="0"/>
                    <a:pt x="4" y="0"/>
                    <a:pt x="2" y="2"/>
                  </a:cubicBezTo>
                  <a:cubicBezTo>
                    <a:pt x="1" y="3"/>
                    <a:pt x="1" y="3"/>
                    <a:pt x="1" y="3"/>
                  </a:cubicBezTo>
                  <a:cubicBezTo>
                    <a:pt x="1" y="3"/>
                    <a:pt x="0" y="4"/>
                    <a:pt x="0" y="5"/>
                  </a:cubicBezTo>
                  <a:cubicBezTo>
                    <a:pt x="2" y="6"/>
                    <a:pt x="5" y="7"/>
                    <a:pt x="7" y="8"/>
                  </a:cubicBezTo>
                  <a:cubicBezTo>
                    <a:pt x="8" y="8"/>
                    <a:pt x="8" y="8"/>
                    <a:pt x="8" y="8"/>
                  </a:cubicBezTo>
                  <a:cubicBezTo>
                    <a:pt x="9" y="6"/>
                    <a:pt x="9" y="4"/>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6" name="Google Shape;376;p21"/>
            <p:cNvSpPr/>
            <p:nvPr/>
          </p:nvSpPr>
          <p:spPr>
            <a:xfrm>
              <a:off x="11525250" y="1174750"/>
              <a:ext cx="39688" cy="42863"/>
            </a:xfrm>
            <a:custGeom>
              <a:rect b="b" l="l" r="r" t="t"/>
              <a:pathLst>
                <a:path extrusionOk="0" h="10" w="9">
                  <a:moveTo>
                    <a:pt x="8" y="8"/>
                  </a:moveTo>
                  <a:cubicBezTo>
                    <a:pt x="9" y="6"/>
                    <a:pt x="9" y="4"/>
                    <a:pt x="8" y="2"/>
                  </a:cubicBezTo>
                  <a:cubicBezTo>
                    <a:pt x="6" y="0"/>
                    <a:pt x="4" y="0"/>
                    <a:pt x="2" y="2"/>
                  </a:cubicBezTo>
                  <a:cubicBezTo>
                    <a:pt x="1" y="3"/>
                    <a:pt x="1" y="3"/>
                    <a:pt x="1"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7" name="Google Shape;377;p21"/>
            <p:cNvSpPr/>
            <p:nvPr/>
          </p:nvSpPr>
          <p:spPr>
            <a:xfrm>
              <a:off x="12582525" y="217488"/>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7"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8" name="Google Shape;378;p21"/>
            <p:cNvSpPr/>
            <p:nvPr/>
          </p:nvSpPr>
          <p:spPr>
            <a:xfrm>
              <a:off x="11406188" y="1281113"/>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79" name="Google Shape;379;p21"/>
            <p:cNvSpPr/>
            <p:nvPr/>
          </p:nvSpPr>
          <p:spPr>
            <a:xfrm>
              <a:off x="12698413" y="111125"/>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0" name="Google Shape;380;p21"/>
            <p:cNvSpPr/>
            <p:nvPr/>
          </p:nvSpPr>
          <p:spPr>
            <a:xfrm>
              <a:off x="12817475" y="4763"/>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1" name="Google Shape;381;p21"/>
            <p:cNvSpPr/>
            <p:nvPr/>
          </p:nvSpPr>
          <p:spPr>
            <a:xfrm>
              <a:off x="12931775" y="-101600"/>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2" name="Google Shape;382;p21"/>
            <p:cNvSpPr/>
            <p:nvPr/>
          </p:nvSpPr>
          <p:spPr>
            <a:xfrm>
              <a:off x="11641138" y="1068388"/>
              <a:ext cx="42863" cy="42863"/>
            </a:xfrm>
            <a:custGeom>
              <a:rect b="b" l="l" r="r" t="t"/>
              <a:pathLst>
                <a:path extrusionOk="0" h="10" w="10">
                  <a:moveTo>
                    <a:pt x="8" y="8"/>
                  </a:moveTo>
                  <a:cubicBezTo>
                    <a:pt x="10" y="6"/>
                    <a:pt x="10" y="4"/>
                    <a:pt x="9" y="2"/>
                  </a:cubicBezTo>
                  <a:cubicBezTo>
                    <a:pt x="7" y="0"/>
                    <a:pt x="5" y="0"/>
                    <a:pt x="3" y="2"/>
                  </a:cubicBezTo>
                  <a:cubicBezTo>
                    <a:pt x="2" y="3"/>
                    <a:pt x="2" y="3"/>
                    <a:pt x="2" y="3"/>
                  </a:cubicBezTo>
                  <a:cubicBezTo>
                    <a:pt x="0" y="4"/>
                    <a:pt x="0" y="7"/>
                    <a:pt x="2" y="8"/>
                  </a:cubicBezTo>
                  <a:cubicBezTo>
                    <a:pt x="3" y="9"/>
                    <a:pt x="4" y="10"/>
                    <a:pt x="5" y="10"/>
                  </a:cubicBezTo>
                  <a:cubicBezTo>
                    <a:pt x="6" y="10"/>
                    <a:pt x="7"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3" name="Google Shape;383;p21"/>
            <p:cNvSpPr/>
            <p:nvPr/>
          </p:nvSpPr>
          <p:spPr>
            <a:xfrm>
              <a:off x="11760200" y="962025"/>
              <a:ext cx="42863" cy="42863"/>
            </a:xfrm>
            <a:custGeom>
              <a:rect b="b" l="l" r="r" t="t"/>
              <a:pathLst>
                <a:path extrusionOk="0" h="10" w="10">
                  <a:moveTo>
                    <a:pt x="8" y="8"/>
                  </a:moveTo>
                  <a:cubicBezTo>
                    <a:pt x="9" y="6"/>
                    <a:pt x="10" y="4"/>
                    <a:pt x="8" y="2"/>
                  </a:cubicBezTo>
                  <a:cubicBezTo>
                    <a:pt x="7" y="0"/>
                    <a:pt x="4" y="0"/>
                    <a:pt x="2" y="2"/>
                  </a:cubicBezTo>
                  <a:cubicBezTo>
                    <a:pt x="2" y="3"/>
                    <a:pt x="2" y="3"/>
                    <a:pt x="2"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4" name="Google Shape;384;p21"/>
            <p:cNvSpPr/>
            <p:nvPr/>
          </p:nvSpPr>
          <p:spPr>
            <a:xfrm>
              <a:off x="12463463" y="323850"/>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5" name="Google Shape;385;p21"/>
            <p:cNvSpPr/>
            <p:nvPr/>
          </p:nvSpPr>
          <p:spPr>
            <a:xfrm>
              <a:off x="12015788" y="1077913"/>
              <a:ext cx="42863" cy="42863"/>
            </a:xfrm>
            <a:custGeom>
              <a:rect b="b" l="l" r="r" t="t"/>
              <a:pathLst>
                <a:path extrusionOk="0" h="10" w="10">
                  <a:moveTo>
                    <a:pt x="2"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6" name="Google Shape;386;p21"/>
            <p:cNvSpPr/>
            <p:nvPr/>
          </p:nvSpPr>
          <p:spPr>
            <a:xfrm>
              <a:off x="11782425" y="1290638"/>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7" name="Google Shape;387;p21"/>
            <p:cNvSpPr/>
            <p:nvPr/>
          </p:nvSpPr>
          <p:spPr>
            <a:xfrm>
              <a:off x="11661775" y="1397000"/>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8" name="Google Shape;388;p21"/>
            <p:cNvSpPr/>
            <p:nvPr/>
          </p:nvSpPr>
          <p:spPr>
            <a:xfrm>
              <a:off x="11547475" y="1503363"/>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89" name="Google Shape;389;p21"/>
            <p:cNvSpPr/>
            <p:nvPr/>
          </p:nvSpPr>
          <p:spPr>
            <a:xfrm>
              <a:off x="11896725" y="1184275"/>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7"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0" name="Google Shape;390;p21"/>
            <p:cNvSpPr/>
            <p:nvPr/>
          </p:nvSpPr>
          <p:spPr>
            <a:xfrm>
              <a:off x="12954000" y="227013"/>
              <a:ext cx="42863" cy="42863"/>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1" name="Google Shape;391;p21"/>
            <p:cNvSpPr/>
            <p:nvPr/>
          </p:nvSpPr>
          <p:spPr>
            <a:xfrm>
              <a:off x="12484100" y="652463"/>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2" name="Google Shape;392;p21"/>
            <p:cNvSpPr/>
            <p:nvPr/>
          </p:nvSpPr>
          <p:spPr>
            <a:xfrm>
              <a:off x="12365038" y="758825"/>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3" name="Google Shape;393;p21"/>
            <p:cNvSpPr/>
            <p:nvPr/>
          </p:nvSpPr>
          <p:spPr>
            <a:xfrm>
              <a:off x="12838113" y="333375"/>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4" name="Google Shape;394;p21"/>
            <p:cNvSpPr/>
            <p:nvPr/>
          </p:nvSpPr>
          <p:spPr>
            <a:xfrm>
              <a:off x="12250738" y="865188"/>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5" name="Google Shape;395;p21"/>
            <p:cNvSpPr/>
            <p:nvPr/>
          </p:nvSpPr>
          <p:spPr>
            <a:xfrm>
              <a:off x="12719050" y="439738"/>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6" name="Google Shape;396;p21"/>
            <p:cNvSpPr/>
            <p:nvPr/>
          </p:nvSpPr>
          <p:spPr>
            <a:xfrm>
              <a:off x="12604750" y="546100"/>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7" name="Google Shape;397;p21"/>
            <p:cNvSpPr/>
            <p:nvPr/>
          </p:nvSpPr>
          <p:spPr>
            <a:xfrm>
              <a:off x="12131675" y="971550"/>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7"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8" name="Google Shape;398;p21"/>
            <p:cNvSpPr/>
            <p:nvPr/>
          </p:nvSpPr>
          <p:spPr>
            <a:xfrm>
              <a:off x="12561888" y="928688"/>
              <a:ext cx="42863" cy="38100"/>
            </a:xfrm>
            <a:custGeom>
              <a:rect b="b" l="l" r="r" t="t"/>
              <a:pathLst>
                <a:path extrusionOk="0" h="9" w="10">
                  <a:moveTo>
                    <a:pt x="8" y="2"/>
                  </a:moveTo>
                  <a:cubicBezTo>
                    <a:pt x="7" y="0"/>
                    <a:pt x="4" y="0"/>
                    <a:pt x="3" y="2"/>
                  </a:cubicBez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399" name="Google Shape;399;p21"/>
            <p:cNvSpPr/>
            <p:nvPr/>
          </p:nvSpPr>
          <p:spPr>
            <a:xfrm>
              <a:off x="12915900" y="609600"/>
              <a:ext cx="41275" cy="38100"/>
            </a:xfrm>
            <a:custGeom>
              <a:rect b="b" l="l" r="r" t="t"/>
              <a:pathLst>
                <a:path extrusionOk="0" h="9" w="10">
                  <a:moveTo>
                    <a:pt x="8" y="2"/>
                  </a:moveTo>
                  <a:cubicBezTo>
                    <a:pt x="7"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0" name="Google Shape;400;p21"/>
            <p:cNvSpPr/>
            <p:nvPr/>
          </p:nvSpPr>
          <p:spPr>
            <a:xfrm>
              <a:off x="12093575" y="1354138"/>
              <a:ext cx="41275" cy="38100"/>
            </a:xfrm>
            <a:custGeom>
              <a:rect b="b" l="l" r="r" t="t"/>
              <a:pathLst>
                <a:path extrusionOk="0" h="9" w="10">
                  <a:moveTo>
                    <a:pt x="8" y="2"/>
                  </a:moveTo>
                  <a:cubicBezTo>
                    <a:pt x="7" y="0"/>
                    <a:pt x="4" y="0"/>
                    <a:pt x="3" y="2"/>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1" name="Google Shape;401;p21"/>
            <p:cNvSpPr/>
            <p:nvPr/>
          </p:nvSpPr>
          <p:spPr>
            <a:xfrm>
              <a:off x="13030200" y="511175"/>
              <a:ext cx="12700" cy="30163"/>
            </a:xfrm>
            <a:custGeom>
              <a:rect b="b" l="l" r="r" t="t"/>
              <a:pathLst>
                <a:path extrusionOk="0" h="7" w="3">
                  <a:moveTo>
                    <a:pt x="2" y="6"/>
                  </a:moveTo>
                  <a:cubicBezTo>
                    <a:pt x="2" y="6"/>
                    <a:pt x="2" y="7"/>
                    <a:pt x="3" y="7"/>
                  </a:cubicBezTo>
                  <a:cubicBezTo>
                    <a:pt x="3" y="5"/>
                    <a:pt x="2" y="2"/>
                    <a:pt x="2" y="0"/>
                  </a:cubicBezTo>
                  <a:cubicBezTo>
                    <a:pt x="2" y="0"/>
                    <a:pt x="2" y="0"/>
                    <a:pt x="2" y="0"/>
                  </a:cubicBezTo>
                  <a:cubicBezTo>
                    <a:pt x="0" y="2"/>
                    <a:pt x="0" y="4"/>
                    <a:pt x="2" y="6"/>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2" name="Google Shape;402;p21"/>
            <p:cNvSpPr/>
            <p:nvPr/>
          </p:nvSpPr>
          <p:spPr>
            <a:xfrm>
              <a:off x="12680950" y="822325"/>
              <a:ext cx="38100" cy="38100"/>
            </a:xfrm>
            <a:custGeom>
              <a:rect b="b" l="l" r="r" t="t"/>
              <a:pathLst>
                <a:path extrusionOk="0" h="9" w="9">
                  <a:moveTo>
                    <a:pt x="8" y="2"/>
                  </a:moveTo>
                  <a:cubicBezTo>
                    <a:pt x="6"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3" name="Google Shape;403;p21"/>
            <p:cNvSpPr/>
            <p:nvPr/>
          </p:nvSpPr>
          <p:spPr>
            <a:xfrm>
              <a:off x="12795250" y="715963"/>
              <a:ext cx="42863" cy="38100"/>
            </a:xfrm>
            <a:custGeom>
              <a:rect b="b" l="l" r="r" t="t"/>
              <a:pathLst>
                <a:path extrusionOk="0" h="9" w="10">
                  <a:moveTo>
                    <a:pt x="8" y="2"/>
                  </a:moveTo>
                  <a:cubicBezTo>
                    <a:pt x="7" y="0"/>
                    <a:pt x="4" y="0"/>
                    <a:pt x="3" y="2"/>
                  </a:cubicBez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4" name="Google Shape;404;p21"/>
            <p:cNvSpPr/>
            <p:nvPr/>
          </p:nvSpPr>
          <p:spPr>
            <a:xfrm>
              <a:off x="11972925" y="1460500"/>
              <a:ext cx="42863" cy="38100"/>
            </a:xfrm>
            <a:custGeom>
              <a:rect b="b" l="l" r="r" t="t"/>
              <a:pathLst>
                <a:path extrusionOk="0" h="9" w="10">
                  <a:moveTo>
                    <a:pt x="3" y="2"/>
                  </a:move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5" name="Google Shape;405;p21"/>
            <p:cNvSpPr/>
            <p:nvPr/>
          </p:nvSpPr>
          <p:spPr>
            <a:xfrm>
              <a:off x="12446000" y="1035050"/>
              <a:ext cx="38100" cy="38100"/>
            </a:xfrm>
            <a:custGeom>
              <a:rect b="b" l="l" r="r" t="t"/>
              <a:pathLst>
                <a:path extrusionOk="0" h="9" w="9">
                  <a:moveTo>
                    <a:pt x="8" y="2"/>
                  </a:moveTo>
                  <a:cubicBezTo>
                    <a:pt x="6"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6" name="Google Shape;406;p21"/>
            <p:cNvSpPr/>
            <p:nvPr/>
          </p:nvSpPr>
          <p:spPr>
            <a:xfrm>
              <a:off x="12326938" y="1141413"/>
              <a:ext cx="42863" cy="38100"/>
            </a:xfrm>
            <a:custGeom>
              <a:rect b="b" l="l" r="r" t="t"/>
              <a:pathLst>
                <a:path extrusionOk="0" h="9" w="10">
                  <a:moveTo>
                    <a:pt x="8" y="2"/>
                  </a:moveTo>
                  <a:cubicBezTo>
                    <a:pt x="7" y="0"/>
                    <a:pt x="4" y="0"/>
                    <a:pt x="3" y="2"/>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7" name="Google Shape;407;p21"/>
            <p:cNvSpPr/>
            <p:nvPr/>
          </p:nvSpPr>
          <p:spPr>
            <a:xfrm>
              <a:off x="12207875" y="1247775"/>
              <a:ext cx="42863" cy="38100"/>
            </a:xfrm>
            <a:custGeom>
              <a:rect b="b" l="l" r="r" t="t"/>
              <a:pathLst>
                <a:path extrusionOk="0" h="9" w="10">
                  <a:moveTo>
                    <a:pt x="9" y="2"/>
                  </a:moveTo>
                  <a:cubicBezTo>
                    <a:pt x="7" y="0"/>
                    <a:pt x="5" y="0"/>
                    <a:pt x="3" y="2"/>
                  </a:cubicBez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8" name="Google Shape;408;p21"/>
            <p:cNvSpPr/>
            <p:nvPr/>
          </p:nvSpPr>
          <p:spPr>
            <a:xfrm>
              <a:off x="12949238" y="923925"/>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09" name="Google Shape;409;p21"/>
            <p:cNvSpPr/>
            <p:nvPr/>
          </p:nvSpPr>
          <p:spPr>
            <a:xfrm>
              <a:off x="12714288" y="1136650"/>
              <a:ext cx="39688"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10" name="Google Shape;410;p21"/>
            <p:cNvSpPr/>
            <p:nvPr/>
          </p:nvSpPr>
          <p:spPr>
            <a:xfrm>
              <a:off x="12830175" y="1030288"/>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11" name="Google Shape;411;p21"/>
            <p:cNvSpPr/>
            <p:nvPr/>
          </p:nvSpPr>
          <p:spPr>
            <a:xfrm>
              <a:off x="12595225" y="1243013"/>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5" y="9"/>
                    <a:pt x="6"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12" name="Google Shape;412;p21"/>
            <p:cNvSpPr/>
            <p:nvPr/>
          </p:nvSpPr>
          <p:spPr>
            <a:xfrm>
              <a:off x="12361863" y="1455738"/>
              <a:ext cx="41275" cy="38100"/>
            </a:xfrm>
            <a:custGeom>
              <a:rect b="b" l="l" r="r" t="t"/>
              <a:pathLst>
                <a:path extrusionOk="0" h="9" w="10">
                  <a:moveTo>
                    <a:pt x="3" y="2"/>
                  </a:moveTo>
                  <a:cubicBezTo>
                    <a:pt x="2" y="2"/>
                    <a:pt x="2" y="2"/>
                    <a:pt x="2" y="2"/>
                  </a:cubicBezTo>
                  <a:cubicBezTo>
                    <a:pt x="0" y="4"/>
                    <a:pt x="0" y="6"/>
                    <a:pt x="2" y="8"/>
                  </a:cubicBezTo>
                  <a:cubicBezTo>
                    <a:pt x="2" y="9"/>
                    <a:pt x="3" y="9"/>
                    <a:pt x="4" y="9"/>
                  </a:cubicBezTo>
                  <a:cubicBezTo>
                    <a:pt x="5" y="9"/>
                    <a:pt x="6" y="9"/>
                    <a:pt x="7" y="8"/>
                  </a:cubicBezTo>
                  <a:cubicBezTo>
                    <a:pt x="8" y="8"/>
                    <a:pt x="8" y="8"/>
                    <a:pt x="8" y="8"/>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13" name="Google Shape;413;p21"/>
            <p:cNvSpPr/>
            <p:nvPr/>
          </p:nvSpPr>
          <p:spPr>
            <a:xfrm>
              <a:off x="12480925" y="1349375"/>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14" name="Google Shape;414;p21"/>
            <p:cNvSpPr/>
            <p:nvPr/>
          </p:nvSpPr>
          <p:spPr>
            <a:xfrm>
              <a:off x="12655550" y="1531938"/>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15" name="Google Shape;415;p21"/>
            <p:cNvSpPr/>
            <p:nvPr/>
          </p:nvSpPr>
          <p:spPr>
            <a:xfrm>
              <a:off x="12888913" y="1319213"/>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16" name="Google Shape;416;p21"/>
            <p:cNvSpPr/>
            <p:nvPr/>
          </p:nvSpPr>
          <p:spPr>
            <a:xfrm>
              <a:off x="12774613" y="1425575"/>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417" name="Google Shape;417;p21"/>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lvl1pPr lvl="0" algn="l">
              <a:spcBef>
                <a:spcPts val="0"/>
              </a:spcBef>
              <a:spcAft>
                <a:spcPts val="0"/>
              </a:spcAft>
              <a:buClr>
                <a:schemeClr val="dk1"/>
              </a:buClr>
              <a:buSzPts val="2400"/>
              <a:buFont typeface="Arial Black"/>
              <a:buNone/>
              <a:defRPr sz="2400">
                <a:latin typeface="Arial Black"/>
                <a:ea typeface="Arial Black"/>
                <a:cs typeface="Arial Black"/>
                <a:sym typeface="Arial Black"/>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8" name="Google Shape;418;p21"/>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lvl1pPr indent="-228600" lvl="0" marL="457200" algn="l">
              <a:spcBef>
                <a:spcPts val="400"/>
              </a:spcBef>
              <a:spcAft>
                <a:spcPts val="0"/>
              </a:spcAft>
              <a:buClr>
                <a:schemeClr val="dk1"/>
              </a:buClr>
              <a:buSzPts val="1800"/>
              <a:buNone/>
              <a:defRPr sz="1800">
                <a:latin typeface="Quattrocento Sans"/>
                <a:ea typeface="Quattrocento Sans"/>
                <a:cs typeface="Quattrocento Sans"/>
                <a:sym typeface="Quattrocento Sans"/>
              </a:defRPr>
            </a:lvl1pPr>
            <a:lvl2pPr indent="-228600" lvl="1" marL="914400" algn="l">
              <a:spcBef>
                <a:spcPts val="300"/>
              </a:spcBef>
              <a:spcAft>
                <a:spcPts val="0"/>
              </a:spcAft>
              <a:buClr>
                <a:schemeClr val="dk1"/>
              </a:buClr>
              <a:buSzPts val="1400"/>
              <a:buNone/>
              <a:defRPr/>
            </a:lvl2pPr>
            <a:lvl3pPr indent="-228600" lvl="2" marL="1371600" algn="l">
              <a:spcBef>
                <a:spcPts val="300"/>
              </a:spcBef>
              <a:spcAft>
                <a:spcPts val="0"/>
              </a:spcAft>
              <a:buClr>
                <a:schemeClr val="dk1"/>
              </a:buClr>
              <a:buSzPts val="1400"/>
              <a:buNone/>
              <a:defRPr/>
            </a:lvl3pPr>
            <a:lvl4pPr indent="-228600" lvl="3" marL="1828800" algn="l">
              <a:spcBef>
                <a:spcPts val="300"/>
              </a:spcBef>
              <a:spcAft>
                <a:spcPts val="0"/>
              </a:spcAft>
              <a:buClr>
                <a:schemeClr val="dk1"/>
              </a:buClr>
              <a:buSzPts val="1400"/>
              <a:buNone/>
              <a:defRPr/>
            </a:lvl4pPr>
            <a:lvl5pPr indent="-228600" lvl="4" marL="2286000" algn="l">
              <a:spcBef>
                <a:spcPts val="300"/>
              </a:spcBef>
              <a:spcAft>
                <a:spcPts val="0"/>
              </a:spcAft>
              <a:buClr>
                <a:schemeClr val="dk1"/>
              </a:buClr>
              <a:buSzPts val="1400"/>
              <a:buNone/>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showMasterSp="0">
  <p:cSld name="Title Only">
    <p:spTree>
      <p:nvGrpSpPr>
        <p:cNvPr id="419" name="Shape 419"/>
        <p:cNvGrpSpPr/>
        <p:nvPr/>
      </p:nvGrpSpPr>
      <p:grpSpPr>
        <a:xfrm>
          <a:off x="0" y="0"/>
          <a:ext cx="0" cy="0"/>
          <a:chOff x="0" y="0"/>
          <a:chExt cx="0" cy="0"/>
        </a:xfrm>
      </p:grpSpPr>
      <p:sp>
        <p:nvSpPr>
          <p:cNvPr id="420" name="Google Shape;420;p22"/>
          <p:cNvSpPr/>
          <p:nvPr/>
        </p:nvSpPr>
        <p:spPr>
          <a:xfrm>
            <a:off x="8644088" y="4761860"/>
            <a:ext cx="267900" cy="267900"/>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421" name="Google Shape;421;p22"/>
          <p:cNvSpPr txBox="1"/>
          <p:nvPr/>
        </p:nvSpPr>
        <p:spPr>
          <a:xfrm>
            <a:off x="8643882" y="4821906"/>
            <a:ext cx="267300" cy="14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fld id="{00000000-1234-1234-1234-123412341234}" type="slidenum">
              <a:rPr b="1" lang="en-GB" sz="800">
                <a:solidFill>
                  <a:schemeClr val="lt1"/>
                </a:solidFill>
                <a:latin typeface="Quattrocento Sans"/>
                <a:ea typeface="Quattrocento Sans"/>
                <a:cs typeface="Quattrocento Sans"/>
                <a:sym typeface="Quattrocento Sans"/>
              </a:rPr>
              <a:t>‹#›</a:t>
            </a:fld>
            <a:endParaRPr b="1" sz="800">
              <a:solidFill>
                <a:schemeClr val="lt1"/>
              </a:solidFill>
              <a:latin typeface="Quattrocento Sans"/>
              <a:ea typeface="Quattrocento Sans"/>
              <a:cs typeface="Quattrocento Sans"/>
              <a:sym typeface="Quattrocento Sans"/>
            </a:endParaRPr>
          </a:p>
        </p:txBody>
      </p:sp>
      <p:sp>
        <p:nvSpPr>
          <p:cNvPr id="422" name="Google Shape;422;p22"/>
          <p:cNvSpPr/>
          <p:nvPr/>
        </p:nvSpPr>
        <p:spPr>
          <a:xfrm>
            <a:off x="2024639" y="4809126"/>
            <a:ext cx="1767300" cy="230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GB" sz="1200">
                <a:solidFill>
                  <a:schemeClr val="dk2"/>
                </a:solidFill>
                <a:latin typeface="Quattrocento Sans"/>
                <a:ea typeface="Quattrocento Sans"/>
                <a:cs typeface="Quattrocento Sans"/>
                <a:sym typeface="Quattrocento Sans"/>
              </a:rPr>
              <a:t>Presentation Template</a:t>
            </a:r>
            <a:endParaRPr sz="1100"/>
          </a:p>
        </p:txBody>
      </p:sp>
      <p:sp>
        <p:nvSpPr>
          <p:cNvPr id="423" name="Google Shape;423;p22"/>
          <p:cNvSpPr txBox="1"/>
          <p:nvPr/>
        </p:nvSpPr>
        <p:spPr>
          <a:xfrm>
            <a:off x="1505574" y="4809126"/>
            <a:ext cx="717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200">
                <a:solidFill>
                  <a:schemeClr val="accent2"/>
                </a:solidFill>
                <a:latin typeface="Calibri"/>
                <a:ea typeface="Calibri"/>
                <a:cs typeface="Calibri"/>
                <a:sym typeface="Calibri"/>
              </a:rPr>
              <a:t>Analysis</a:t>
            </a:r>
            <a:endParaRPr sz="1100"/>
          </a:p>
        </p:txBody>
      </p:sp>
      <p:sp>
        <p:nvSpPr>
          <p:cNvPr id="424" name="Google Shape;424;p22"/>
          <p:cNvSpPr txBox="1"/>
          <p:nvPr/>
        </p:nvSpPr>
        <p:spPr>
          <a:xfrm>
            <a:off x="669336" y="4809126"/>
            <a:ext cx="9315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chemeClr val="accent1"/>
                </a:solidFill>
                <a:latin typeface="Quattrocento Sans"/>
                <a:ea typeface="Quattrocento Sans"/>
                <a:cs typeface="Quattrocento Sans"/>
                <a:sym typeface="Quattrocento Sans"/>
              </a:rPr>
              <a:t>Competitive</a:t>
            </a:r>
            <a:endParaRPr b="1" sz="1200">
              <a:solidFill>
                <a:schemeClr val="accent4"/>
              </a:solidFill>
              <a:latin typeface="Quattrocento Sans"/>
              <a:ea typeface="Quattrocento Sans"/>
              <a:cs typeface="Quattrocento Sans"/>
              <a:sym typeface="Quattrocento Sans"/>
            </a:endParaRPr>
          </a:p>
        </p:txBody>
      </p:sp>
      <p:cxnSp>
        <p:nvCxnSpPr>
          <p:cNvPr id="425" name="Google Shape;425;p22"/>
          <p:cNvCxnSpPr/>
          <p:nvPr/>
        </p:nvCxnSpPr>
        <p:spPr>
          <a:xfrm>
            <a:off x="2141097" y="4846099"/>
            <a:ext cx="0" cy="183600"/>
          </a:xfrm>
          <a:prstGeom prst="straightConnector1">
            <a:avLst/>
          </a:prstGeom>
          <a:noFill/>
          <a:ln cap="flat" cmpd="sng" w="14300">
            <a:solidFill>
              <a:schemeClr val="accent3"/>
            </a:solidFill>
            <a:prstDash val="solid"/>
            <a:round/>
            <a:headEnd len="sm" w="sm" type="none"/>
            <a:tailEnd len="sm" w="sm" type="none"/>
          </a:ln>
        </p:spPr>
      </p:cxnSp>
      <p:grpSp>
        <p:nvGrpSpPr>
          <p:cNvPr id="426" name="Google Shape;426;p22"/>
          <p:cNvGrpSpPr/>
          <p:nvPr/>
        </p:nvGrpSpPr>
        <p:grpSpPr>
          <a:xfrm>
            <a:off x="285568" y="4786676"/>
            <a:ext cx="296179" cy="296100"/>
            <a:chOff x="380656" y="6382234"/>
            <a:chExt cx="394800" cy="394800"/>
          </a:xfrm>
        </p:grpSpPr>
        <p:sp>
          <p:nvSpPr>
            <p:cNvPr id="427" name="Google Shape;427;p22"/>
            <p:cNvSpPr/>
            <p:nvPr/>
          </p:nvSpPr>
          <p:spPr>
            <a:xfrm>
              <a:off x="380656" y="6382234"/>
              <a:ext cx="394800" cy="394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Pie chart with solid fill" id="428" name="Google Shape;428;p22"/>
            <p:cNvGrpSpPr/>
            <p:nvPr/>
          </p:nvGrpSpPr>
          <p:grpSpPr>
            <a:xfrm>
              <a:off x="462648" y="6464153"/>
              <a:ext cx="230331" cy="230635"/>
              <a:chOff x="5732462" y="3067050"/>
              <a:chExt cx="722947" cy="723900"/>
            </a:xfrm>
          </p:grpSpPr>
          <p:sp>
            <p:nvSpPr>
              <p:cNvPr id="429" name="Google Shape;429;p22"/>
              <p:cNvSpPr/>
              <p:nvPr/>
            </p:nvSpPr>
            <p:spPr>
              <a:xfrm>
                <a:off x="5732462" y="3067050"/>
                <a:ext cx="603885" cy="723900"/>
              </a:xfrm>
              <a:custGeom>
                <a:rect b="b" l="l" r="r" t="t"/>
                <a:pathLst>
                  <a:path extrusionOk="0" h="723900" w="603885">
                    <a:moveTo>
                      <a:pt x="342900" y="0"/>
                    </a:moveTo>
                    <a:cubicBezTo>
                      <a:pt x="152400" y="9525"/>
                      <a:pt x="0" y="169545"/>
                      <a:pt x="0" y="361950"/>
                    </a:cubicBezTo>
                    <a:cubicBezTo>
                      <a:pt x="0" y="561975"/>
                      <a:pt x="161925" y="723900"/>
                      <a:pt x="361950" y="723900"/>
                    </a:cubicBezTo>
                    <a:cubicBezTo>
                      <a:pt x="452438" y="723900"/>
                      <a:pt x="537210" y="691515"/>
                      <a:pt x="603885" y="630555"/>
                    </a:cubicBezTo>
                    <a:lnTo>
                      <a:pt x="342900" y="369570"/>
                    </a:lnTo>
                    <a:lnTo>
                      <a:pt x="342900"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30" name="Google Shape;430;p22"/>
              <p:cNvSpPr/>
              <p:nvPr/>
            </p:nvSpPr>
            <p:spPr>
              <a:xfrm>
                <a:off x="6113462" y="3067050"/>
                <a:ext cx="341947" cy="342900"/>
              </a:xfrm>
              <a:custGeom>
                <a:rect b="b" l="l" r="r" t="t"/>
                <a:pathLst>
                  <a:path extrusionOk="0" h="342900" w="341947">
                    <a:moveTo>
                      <a:pt x="0" y="0"/>
                    </a:moveTo>
                    <a:lnTo>
                      <a:pt x="0" y="342900"/>
                    </a:lnTo>
                    <a:lnTo>
                      <a:pt x="341948" y="342900"/>
                    </a:lnTo>
                    <a:cubicBezTo>
                      <a:pt x="332423" y="157163"/>
                      <a:pt x="184785" y="9525"/>
                      <a:pt x="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31" name="Google Shape;431;p22"/>
              <p:cNvSpPr/>
              <p:nvPr/>
            </p:nvSpPr>
            <p:spPr>
              <a:xfrm>
                <a:off x="6140131" y="3448050"/>
                <a:ext cx="315277" cy="222885"/>
              </a:xfrm>
              <a:custGeom>
                <a:rect b="b" l="l" r="r" t="t"/>
                <a:pathLst>
                  <a:path extrusionOk="0" h="222885" w="315277">
                    <a:moveTo>
                      <a:pt x="0" y="0"/>
                    </a:moveTo>
                    <a:lnTo>
                      <a:pt x="222885" y="222885"/>
                    </a:lnTo>
                    <a:cubicBezTo>
                      <a:pt x="279083" y="160973"/>
                      <a:pt x="311468" y="82868"/>
                      <a:pt x="315278" y="0"/>
                    </a:cubicBezTo>
                    <a:lnTo>
                      <a:pt x="0"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432" name="Google Shape;432;p22"/>
          <p:cNvGrpSpPr/>
          <p:nvPr/>
        </p:nvGrpSpPr>
        <p:grpSpPr>
          <a:xfrm>
            <a:off x="7845732" y="-739564"/>
            <a:ext cx="2131200" cy="1841257"/>
            <a:chOff x="8994775" y="-1887538"/>
            <a:chExt cx="4159251" cy="3594100"/>
          </a:xfrm>
        </p:grpSpPr>
        <p:sp>
          <p:nvSpPr>
            <p:cNvPr id="433" name="Google Shape;433;p22"/>
            <p:cNvSpPr/>
            <p:nvPr/>
          </p:nvSpPr>
          <p:spPr>
            <a:xfrm>
              <a:off x="11858625" y="1566862"/>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34" name="Google Shape;434;p22"/>
            <p:cNvSpPr/>
            <p:nvPr/>
          </p:nvSpPr>
          <p:spPr>
            <a:xfrm>
              <a:off x="12126913" y="1668462"/>
              <a:ext cx="42863" cy="38100"/>
            </a:xfrm>
            <a:custGeom>
              <a:rect b="b" l="l" r="r" t="t"/>
              <a:pathLst>
                <a:path extrusionOk="0" h="9" w="10">
                  <a:moveTo>
                    <a:pt x="3"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35" name="Google Shape;435;p22"/>
            <p:cNvSpPr/>
            <p:nvPr/>
          </p:nvSpPr>
          <p:spPr>
            <a:xfrm>
              <a:off x="12241213" y="1562100"/>
              <a:ext cx="42863" cy="38100"/>
            </a:xfrm>
            <a:custGeom>
              <a:rect b="b" l="l" r="r" t="t"/>
              <a:pathLst>
                <a:path extrusionOk="0" h="9" w="10">
                  <a:moveTo>
                    <a:pt x="3" y="2"/>
                  </a:moveTo>
                  <a:cubicBezTo>
                    <a:pt x="2" y="2"/>
                    <a:pt x="2" y="2"/>
                    <a:pt x="2" y="2"/>
                  </a:cubicBezTo>
                  <a:cubicBezTo>
                    <a:pt x="1" y="4"/>
                    <a:pt x="0" y="6"/>
                    <a:pt x="2" y="8"/>
                  </a:cubicBezTo>
                  <a:cubicBezTo>
                    <a:pt x="3" y="9"/>
                    <a:pt x="4" y="9"/>
                    <a:pt x="5" y="9"/>
                  </a:cubicBezTo>
                  <a:cubicBezTo>
                    <a:pt x="6" y="9"/>
                    <a:pt x="7" y="9"/>
                    <a:pt x="8" y="8"/>
                  </a:cubicBezTo>
                  <a:cubicBezTo>
                    <a:pt x="9" y="8"/>
                    <a:pt x="9" y="8"/>
                    <a:pt x="9"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36" name="Google Shape;436;p22"/>
            <p:cNvSpPr/>
            <p:nvPr/>
          </p:nvSpPr>
          <p:spPr>
            <a:xfrm>
              <a:off x="12539663" y="1638300"/>
              <a:ext cx="42863" cy="42863"/>
            </a:xfrm>
            <a:custGeom>
              <a:rect b="b" l="l" r="r" t="t"/>
              <a:pathLst>
                <a:path extrusionOk="0" h="10" w="10">
                  <a:moveTo>
                    <a:pt x="2"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37" name="Google Shape;437;p22"/>
            <p:cNvSpPr/>
            <p:nvPr/>
          </p:nvSpPr>
          <p:spPr>
            <a:xfrm>
              <a:off x="9351963" y="-1016000"/>
              <a:ext cx="4763" cy="17463"/>
            </a:xfrm>
            <a:custGeom>
              <a:rect b="b" l="l" r="r" t="t"/>
              <a:pathLst>
                <a:path extrusionOk="0" h="4" w="1">
                  <a:moveTo>
                    <a:pt x="1" y="4"/>
                  </a:moveTo>
                  <a:cubicBezTo>
                    <a:pt x="1" y="3"/>
                    <a:pt x="0" y="1"/>
                    <a:pt x="0" y="0"/>
                  </a:cubicBezTo>
                  <a:cubicBezTo>
                    <a:pt x="0" y="1"/>
                    <a:pt x="0" y="3"/>
                    <a:pt x="1" y="4"/>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38" name="Google Shape;438;p22"/>
            <p:cNvSpPr/>
            <p:nvPr/>
          </p:nvSpPr>
          <p:spPr>
            <a:xfrm>
              <a:off x="10264775" y="1306512"/>
              <a:ext cx="12700" cy="4763"/>
            </a:xfrm>
            <a:custGeom>
              <a:rect b="b" l="l" r="r" t="t"/>
              <a:pathLst>
                <a:path extrusionOk="0" h="1" w="3">
                  <a:moveTo>
                    <a:pt x="1" y="1"/>
                  </a:moveTo>
                  <a:cubicBezTo>
                    <a:pt x="2" y="1"/>
                    <a:pt x="3" y="1"/>
                    <a:pt x="3" y="0"/>
                  </a:cubicBezTo>
                  <a:cubicBezTo>
                    <a:pt x="2" y="0"/>
                    <a:pt x="1" y="1"/>
                    <a:pt x="0" y="1"/>
                  </a:cubicBezTo>
                  <a:lnTo>
                    <a:pt x="1" y="1"/>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39" name="Google Shape;439;p22"/>
            <p:cNvSpPr/>
            <p:nvPr/>
          </p:nvSpPr>
          <p:spPr>
            <a:xfrm>
              <a:off x="9566275" y="-1568450"/>
              <a:ext cx="42863"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0" name="Google Shape;440;p22"/>
            <p:cNvSpPr/>
            <p:nvPr/>
          </p:nvSpPr>
          <p:spPr>
            <a:xfrm>
              <a:off x="9680575" y="-1674813"/>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1" name="Google Shape;441;p22"/>
            <p:cNvSpPr/>
            <p:nvPr/>
          </p:nvSpPr>
          <p:spPr>
            <a:xfrm>
              <a:off x="9915525" y="-1887538"/>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2" name="Google Shape;442;p22"/>
            <p:cNvSpPr/>
            <p:nvPr/>
          </p:nvSpPr>
          <p:spPr>
            <a:xfrm>
              <a:off x="9799638" y="-1781175"/>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3" name="Google Shape;443;p22"/>
            <p:cNvSpPr/>
            <p:nvPr/>
          </p:nvSpPr>
          <p:spPr>
            <a:xfrm>
              <a:off x="9447213" y="-1462088"/>
              <a:ext cx="41275" cy="38100"/>
            </a:xfrm>
            <a:custGeom>
              <a:rect b="b" l="l" r="r" t="t"/>
              <a:pathLst>
                <a:path extrusionOk="0" h="9" w="10">
                  <a:moveTo>
                    <a:pt x="5" y="9"/>
                  </a:moveTo>
                  <a:cubicBezTo>
                    <a:pt x="6" y="9"/>
                    <a:pt x="7"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4" name="Google Shape;444;p22"/>
            <p:cNvSpPr/>
            <p:nvPr/>
          </p:nvSpPr>
          <p:spPr>
            <a:xfrm>
              <a:off x="10290175" y="-1879600"/>
              <a:ext cx="42863" cy="39688"/>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5" name="Google Shape;445;p22"/>
            <p:cNvSpPr/>
            <p:nvPr/>
          </p:nvSpPr>
          <p:spPr>
            <a:xfrm>
              <a:off x="10171113" y="-1773238"/>
              <a:ext cx="42863" cy="39688"/>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6" name="Google Shape;446;p22"/>
            <p:cNvSpPr/>
            <p:nvPr/>
          </p:nvSpPr>
          <p:spPr>
            <a:xfrm>
              <a:off x="9351963" y="-1028700"/>
              <a:ext cx="39688" cy="38100"/>
            </a:xfrm>
            <a:custGeom>
              <a:rect b="b" l="l" r="r" t="t"/>
              <a:pathLst>
                <a:path extrusionOk="0" h="9" w="9">
                  <a:moveTo>
                    <a:pt x="4" y="9"/>
                  </a:moveTo>
                  <a:cubicBezTo>
                    <a:pt x="5" y="9"/>
                    <a:pt x="6" y="8"/>
                    <a:pt x="7" y="8"/>
                  </a:cubicBezTo>
                  <a:cubicBezTo>
                    <a:pt x="8" y="7"/>
                    <a:pt x="8" y="7"/>
                    <a:pt x="8" y="7"/>
                  </a:cubicBezTo>
                  <a:cubicBezTo>
                    <a:pt x="9" y="6"/>
                    <a:pt x="9" y="3"/>
                    <a:pt x="8" y="1"/>
                  </a:cubicBezTo>
                  <a:cubicBezTo>
                    <a:pt x="6" y="0"/>
                    <a:pt x="4" y="0"/>
                    <a:pt x="2" y="1"/>
                  </a:cubicBezTo>
                  <a:cubicBezTo>
                    <a:pt x="1" y="2"/>
                    <a:pt x="1" y="2"/>
                    <a:pt x="1" y="2"/>
                  </a:cubicBezTo>
                  <a:cubicBezTo>
                    <a:pt x="1" y="2"/>
                    <a:pt x="1" y="3"/>
                    <a:pt x="0" y="3"/>
                  </a:cubicBezTo>
                  <a:cubicBezTo>
                    <a:pt x="0" y="4"/>
                    <a:pt x="1" y="6"/>
                    <a:pt x="1" y="7"/>
                  </a:cubicBezTo>
                  <a:cubicBezTo>
                    <a:pt x="1" y="8"/>
                    <a:pt x="1" y="8"/>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7" name="Google Shape;447;p22"/>
            <p:cNvSpPr/>
            <p:nvPr/>
          </p:nvSpPr>
          <p:spPr>
            <a:xfrm>
              <a:off x="9467850" y="-1135063"/>
              <a:ext cx="42863" cy="38100"/>
            </a:xfrm>
            <a:custGeom>
              <a:rect b="b" l="l" r="r" t="t"/>
              <a:pathLst>
                <a:path extrusionOk="0" h="9" w="10">
                  <a:moveTo>
                    <a:pt x="2" y="2"/>
                  </a:moveTo>
                  <a:cubicBezTo>
                    <a:pt x="0" y="3"/>
                    <a:pt x="0" y="6"/>
                    <a:pt x="2" y="8"/>
                  </a:cubicBezTo>
                  <a:cubicBezTo>
                    <a:pt x="2" y="8"/>
                    <a:pt x="3" y="9"/>
                    <a:pt x="4" y="9"/>
                  </a:cubicBezTo>
                  <a:cubicBezTo>
                    <a:pt x="5" y="9"/>
                    <a:pt x="6" y="8"/>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8" name="Google Shape;448;p22"/>
            <p:cNvSpPr/>
            <p:nvPr/>
          </p:nvSpPr>
          <p:spPr>
            <a:xfrm>
              <a:off x="9702800" y="-1347788"/>
              <a:ext cx="41275" cy="38100"/>
            </a:xfrm>
            <a:custGeom>
              <a:rect b="b" l="l" r="r" t="t"/>
              <a:pathLst>
                <a:path extrusionOk="0" h="9" w="10">
                  <a:moveTo>
                    <a:pt x="2" y="2"/>
                  </a:moveTo>
                  <a:cubicBezTo>
                    <a:pt x="0" y="3"/>
                    <a:pt x="0" y="6"/>
                    <a:pt x="2" y="8"/>
                  </a:cubicBezTo>
                  <a:cubicBezTo>
                    <a:pt x="2" y="8"/>
                    <a:pt x="4" y="9"/>
                    <a:pt x="5" y="9"/>
                  </a:cubicBezTo>
                  <a:cubicBezTo>
                    <a:pt x="6" y="9"/>
                    <a:pt x="7" y="8"/>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49" name="Google Shape;449;p22"/>
            <p:cNvSpPr/>
            <p:nvPr/>
          </p:nvSpPr>
          <p:spPr>
            <a:xfrm>
              <a:off x="9936163" y="-1560513"/>
              <a:ext cx="42863" cy="39688"/>
            </a:xfrm>
            <a:custGeom>
              <a:rect b="b" l="l" r="r" t="t"/>
              <a:pathLst>
                <a:path extrusionOk="0" h="9" w="10">
                  <a:moveTo>
                    <a:pt x="2" y="2"/>
                  </a:move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0" name="Google Shape;450;p22"/>
            <p:cNvSpPr/>
            <p:nvPr/>
          </p:nvSpPr>
          <p:spPr>
            <a:xfrm>
              <a:off x="9821863" y="-1454150"/>
              <a:ext cx="38100" cy="38100"/>
            </a:xfrm>
            <a:custGeom>
              <a:rect b="b" l="l" r="r" t="t"/>
              <a:pathLst>
                <a:path extrusionOk="0" h="9" w="9">
                  <a:moveTo>
                    <a:pt x="1" y="2"/>
                  </a:moveTo>
                  <a:cubicBezTo>
                    <a:pt x="0" y="3"/>
                    <a:pt x="0" y="6"/>
                    <a:pt x="1" y="8"/>
                  </a:cubicBezTo>
                  <a:cubicBezTo>
                    <a:pt x="2" y="8"/>
                    <a:pt x="3" y="9"/>
                    <a:pt x="4" y="9"/>
                  </a:cubicBezTo>
                  <a:cubicBezTo>
                    <a:pt x="5" y="9"/>
                    <a:pt x="6" y="8"/>
                    <a:pt x="7" y="8"/>
                  </a:cubicBezTo>
                  <a:cubicBezTo>
                    <a:pt x="8" y="7"/>
                    <a:pt x="8" y="7"/>
                    <a:pt x="8" y="7"/>
                  </a:cubicBezTo>
                  <a:cubicBezTo>
                    <a:pt x="9" y="6"/>
                    <a:pt x="9" y="3"/>
                    <a:pt x="8" y="1"/>
                  </a:cubicBezTo>
                  <a:cubicBezTo>
                    <a:pt x="7" y="0"/>
                    <a:pt x="4" y="0"/>
                    <a:pt x="2" y="1"/>
                  </a:cubicBezTo>
                  <a:lnTo>
                    <a:pt x="1"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1" name="Google Shape;451;p22"/>
            <p:cNvSpPr/>
            <p:nvPr/>
          </p:nvSpPr>
          <p:spPr>
            <a:xfrm>
              <a:off x="9586913" y="-1241425"/>
              <a:ext cx="38100" cy="38100"/>
            </a:xfrm>
            <a:custGeom>
              <a:rect b="b" l="l" r="r" t="t"/>
              <a:pathLst>
                <a:path extrusionOk="0" h="9" w="9">
                  <a:moveTo>
                    <a:pt x="1" y="2"/>
                  </a:moveTo>
                  <a:cubicBezTo>
                    <a:pt x="0" y="3"/>
                    <a:pt x="0" y="6"/>
                    <a:pt x="1" y="8"/>
                  </a:cubicBezTo>
                  <a:cubicBezTo>
                    <a:pt x="2" y="8"/>
                    <a:pt x="3" y="9"/>
                    <a:pt x="4" y="9"/>
                  </a:cubicBezTo>
                  <a:cubicBezTo>
                    <a:pt x="5" y="9"/>
                    <a:pt x="6" y="8"/>
                    <a:pt x="7" y="8"/>
                  </a:cubicBezTo>
                  <a:cubicBezTo>
                    <a:pt x="8" y="7"/>
                    <a:pt x="8" y="7"/>
                    <a:pt x="8" y="7"/>
                  </a:cubicBezTo>
                  <a:cubicBezTo>
                    <a:pt x="9" y="5"/>
                    <a:pt x="9" y="3"/>
                    <a:pt x="8" y="1"/>
                  </a:cubicBezTo>
                  <a:cubicBezTo>
                    <a:pt x="6" y="0"/>
                    <a:pt x="4" y="0"/>
                    <a:pt x="2" y="1"/>
                  </a:cubicBezTo>
                  <a:lnTo>
                    <a:pt x="1"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2" name="Google Shape;452;p22"/>
            <p:cNvSpPr/>
            <p:nvPr/>
          </p:nvSpPr>
          <p:spPr>
            <a:xfrm>
              <a:off x="10055225" y="-1666875"/>
              <a:ext cx="42863" cy="39688"/>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3" name="Google Shape;453;p22"/>
            <p:cNvSpPr/>
            <p:nvPr/>
          </p:nvSpPr>
          <p:spPr>
            <a:xfrm>
              <a:off x="9779000" y="-1074738"/>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4" name="Google Shape;454;p22"/>
            <p:cNvSpPr/>
            <p:nvPr/>
          </p:nvSpPr>
          <p:spPr>
            <a:xfrm>
              <a:off x="10013950" y="-1287463"/>
              <a:ext cx="41275" cy="42863"/>
            </a:xfrm>
            <a:custGeom>
              <a:rect b="b" l="l" r="r" t="t"/>
              <a:pathLst>
                <a:path extrusionOk="0" h="10" w="10">
                  <a:moveTo>
                    <a:pt x="5" y="10"/>
                  </a:moveTo>
                  <a:cubicBezTo>
                    <a:pt x="6" y="10"/>
                    <a:pt x="7" y="9"/>
                    <a:pt x="8" y="8"/>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5" name="Google Shape;455;p22"/>
            <p:cNvSpPr/>
            <p:nvPr/>
          </p:nvSpPr>
          <p:spPr>
            <a:xfrm>
              <a:off x="10601325" y="-1819275"/>
              <a:ext cx="42863" cy="42863"/>
            </a:xfrm>
            <a:custGeom>
              <a:rect b="b" l="l" r="r" t="t"/>
              <a:pathLst>
                <a:path extrusionOk="0" h="10" w="10">
                  <a:moveTo>
                    <a:pt x="5"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6" name="Google Shape;456;p22"/>
            <p:cNvSpPr/>
            <p:nvPr/>
          </p:nvSpPr>
          <p:spPr>
            <a:xfrm>
              <a:off x="9898063" y="-1181100"/>
              <a:ext cx="42863" cy="42863"/>
            </a:xfrm>
            <a:custGeom>
              <a:rect b="b" l="l" r="r" t="t"/>
              <a:pathLst>
                <a:path extrusionOk="0" h="10" w="10">
                  <a:moveTo>
                    <a:pt x="4" y="10"/>
                  </a:moveTo>
                  <a:cubicBezTo>
                    <a:pt x="5" y="10"/>
                    <a:pt x="6" y="9"/>
                    <a:pt x="7" y="8"/>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7" name="Google Shape;457;p22"/>
            <p:cNvSpPr/>
            <p:nvPr/>
          </p:nvSpPr>
          <p:spPr>
            <a:xfrm>
              <a:off x="10247313" y="-1500188"/>
              <a:ext cx="42863" cy="42863"/>
            </a:xfrm>
            <a:custGeom>
              <a:rect b="b" l="l" r="r" t="t"/>
              <a:pathLst>
                <a:path extrusionOk="0" h="10" w="10">
                  <a:moveTo>
                    <a:pt x="5" y="10"/>
                  </a:moveTo>
                  <a:cubicBezTo>
                    <a:pt x="6" y="10"/>
                    <a:pt x="7" y="9"/>
                    <a:pt x="8" y="8"/>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8" name="Google Shape;458;p22"/>
            <p:cNvSpPr/>
            <p:nvPr/>
          </p:nvSpPr>
          <p:spPr>
            <a:xfrm>
              <a:off x="10366375" y="-1606550"/>
              <a:ext cx="42863" cy="42863"/>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59" name="Google Shape;459;p22"/>
            <p:cNvSpPr/>
            <p:nvPr/>
          </p:nvSpPr>
          <p:spPr>
            <a:xfrm>
              <a:off x="9663113" y="-968375"/>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0" name="Google Shape;460;p22"/>
            <p:cNvSpPr/>
            <p:nvPr/>
          </p:nvSpPr>
          <p:spPr>
            <a:xfrm>
              <a:off x="10133013" y="-1393825"/>
              <a:ext cx="42863" cy="42863"/>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1" name="Google Shape;461;p22"/>
            <p:cNvSpPr/>
            <p:nvPr/>
          </p:nvSpPr>
          <p:spPr>
            <a:xfrm>
              <a:off x="9429750" y="-755650"/>
              <a:ext cx="38100" cy="42863"/>
            </a:xfrm>
            <a:custGeom>
              <a:rect b="b" l="l" r="r" t="t"/>
              <a:pathLst>
                <a:path extrusionOk="0" h="10" w="9">
                  <a:moveTo>
                    <a:pt x="8" y="8"/>
                  </a:moveTo>
                  <a:cubicBezTo>
                    <a:pt x="9" y="6"/>
                    <a:pt x="9" y="4"/>
                    <a:pt x="8" y="2"/>
                  </a:cubicBezTo>
                  <a:cubicBezTo>
                    <a:pt x="6" y="0"/>
                    <a:pt x="4" y="0"/>
                    <a:pt x="2" y="2"/>
                  </a:cubicBezTo>
                  <a:cubicBezTo>
                    <a:pt x="1" y="3"/>
                    <a:pt x="1" y="3"/>
                    <a:pt x="1"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2" name="Google Shape;462;p22"/>
            <p:cNvSpPr/>
            <p:nvPr/>
          </p:nvSpPr>
          <p:spPr>
            <a:xfrm>
              <a:off x="9544050" y="-862013"/>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3" name="Google Shape;463;p22"/>
            <p:cNvSpPr/>
            <p:nvPr/>
          </p:nvSpPr>
          <p:spPr>
            <a:xfrm>
              <a:off x="10487025" y="-1712913"/>
              <a:ext cx="38100" cy="42863"/>
            </a:xfrm>
            <a:custGeom>
              <a:rect b="b" l="l" r="r" t="t"/>
              <a:pathLst>
                <a:path extrusionOk="0" h="10" w="9">
                  <a:moveTo>
                    <a:pt x="4" y="10"/>
                  </a:moveTo>
                  <a:cubicBezTo>
                    <a:pt x="5" y="10"/>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4" name="Google Shape;464;p22"/>
            <p:cNvSpPr/>
            <p:nvPr/>
          </p:nvSpPr>
          <p:spPr>
            <a:xfrm>
              <a:off x="10634663" y="-1504950"/>
              <a:ext cx="42863" cy="42863"/>
            </a:xfrm>
            <a:custGeom>
              <a:rect b="b" l="l" r="r" t="t"/>
              <a:pathLst>
                <a:path extrusionOk="0" h="10" w="10">
                  <a:moveTo>
                    <a:pt x="2" y="8"/>
                  </a:move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5" name="Google Shape;465;p22"/>
            <p:cNvSpPr/>
            <p:nvPr/>
          </p:nvSpPr>
          <p:spPr>
            <a:xfrm>
              <a:off x="10755313" y="-1611313"/>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6" name="Google Shape;466;p22"/>
            <p:cNvSpPr/>
            <p:nvPr/>
          </p:nvSpPr>
          <p:spPr>
            <a:xfrm>
              <a:off x="9463088" y="-441325"/>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7" name="Google Shape;467;p22"/>
            <p:cNvSpPr/>
            <p:nvPr/>
          </p:nvSpPr>
          <p:spPr>
            <a:xfrm>
              <a:off x="10166350" y="-1079500"/>
              <a:ext cx="42863" cy="42863"/>
            </a:xfrm>
            <a:custGeom>
              <a:rect b="b" l="l" r="r" t="t"/>
              <a:pathLst>
                <a:path extrusionOk="0" h="10" w="10">
                  <a:moveTo>
                    <a:pt x="1" y="8"/>
                  </a:move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8" name="Google Shape;468;p22"/>
            <p:cNvSpPr/>
            <p:nvPr/>
          </p:nvSpPr>
          <p:spPr>
            <a:xfrm>
              <a:off x="9932988" y="-866775"/>
              <a:ext cx="41275"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69" name="Google Shape;469;p22"/>
            <p:cNvSpPr/>
            <p:nvPr/>
          </p:nvSpPr>
          <p:spPr>
            <a:xfrm>
              <a:off x="10282238" y="-1185863"/>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0" name="Google Shape;470;p22"/>
            <p:cNvSpPr/>
            <p:nvPr/>
          </p:nvSpPr>
          <p:spPr>
            <a:xfrm>
              <a:off x="10047288" y="-973138"/>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1" name="Google Shape;471;p22"/>
            <p:cNvSpPr/>
            <p:nvPr/>
          </p:nvSpPr>
          <p:spPr>
            <a:xfrm>
              <a:off x="10515600" y="-1398588"/>
              <a:ext cx="42863" cy="42863"/>
            </a:xfrm>
            <a:custGeom>
              <a:rect b="b" l="l" r="r" t="t"/>
              <a:pathLst>
                <a:path extrusionOk="0" h="10" w="10">
                  <a:moveTo>
                    <a:pt x="2" y="8"/>
                  </a:moveTo>
                  <a:cubicBezTo>
                    <a:pt x="3" y="9"/>
                    <a:pt x="4" y="10"/>
                    <a:pt x="5" y="10"/>
                  </a:cubicBezTo>
                  <a:cubicBezTo>
                    <a:pt x="6" y="10"/>
                    <a:pt x="7" y="9"/>
                    <a:pt x="8" y="8"/>
                  </a:cubicBezTo>
                  <a:cubicBezTo>
                    <a:pt x="9" y="8"/>
                    <a:pt x="9" y="8"/>
                    <a:pt x="9" y="8"/>
                  </a:cubicBezTo>
                  <a:cubicBezTo>
                    <a:pt x="10" y="6"/>
                    <a:pt x="10" y="4"/>
                    <a:pt x="9" y="2"/>
                  </a:cubicBezTo>
                  <a:cubicBezTo>
                    <a:pt x="7" y="0"/>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2" name="Google Shape;472;p22"/>
            <p:cNvSpPr/>
            <p:nvPr/>
          </p:nvSpPr>
          <p:spPr>
            <a:xfrm>
              <a:off x="10869613" y="-1717675"/>
              <a:ext cx="42863" cy="38100"/>
            </a:xfrm>
            <a:custGeom>
              <a:rect b="b" l="l" r="r" t="t"/>
              <a:pathLst>
                <a:path extrusionOk="0" h="9" w="10">
                  <a:moveTo>
                    <a:pt x="5" y="9"/>
                  </a:moveTo>
                  <a:cubicBezTo>
                    <a:pt x="6" y="9"/>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3" name="Google Shape;473;p22"/>
            <p:cNvSpPr/>
            <p:nvPr/>
          </p:nvSpPr>
          <p:spPr>
            <a:xfrm>
              <a:off x="9698038" y="-654050"/>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4" name="Google Shape;474;p22"/>
            <p:cNvSpPr/>
            <p:nvPr/>
          </p:nvSpPr>
          <p:spPr>
            <a:xfrm>
              <a:off x="10401300" y="-1292225"/>
              <a:ext cx="42863" cy="42863"/>
            </a:xfrm>
            <a:custGeom>
              <a:rect b="b" l="l" r="r" t="t"/>
              <a:pathLst>
                <a:path extrusionOk="0" h="10" w="10">
                  <a:moveTo>
                    <a:pt x="1" y="8"/>
                  </a:move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5" name="Google Shape;475;p22"/>
            <p:cNvSpPr/>
            <p:nvPr/>
          </p:nvSpPr>
          <p:spPr>
            <a:xfrm>
              <a:off x="9578975" y="-547688"/>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6" name="Google Shape;476;p22"/>
            <p:cNvSpPr/>
            <p:nvPr/>
          </p:nvSpPr>
          <p:spPr>
            <a:xfrm>
              <a:off x="9812338" y="-760413"/>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7" name="Google Shape;477;p22"/>
            <p:cNvSpPr/>
            <p:nvPr/>
          </p:nvSpPr>
          <p:spPr>
            <a:xfrm>
              <a:off x="10580688" y="-1104900"/>
              <a:ext cx="41275" cy="38100"/>
            </a:xfrm>
            <a:custGeom>
              <a:rect b="b" l="l" r="r" t="t"/>
              <a:pathLst>
                <a:path extrusionOk="0" h="9" w="10">
                  <a:moveTo>
                    <a:pt x="4" y="9"/>
                  </a:moveTo>
                  <a:cubicBezTo>
                    <a:pt x="5" y="9"/>
                    <a:pt x="6" y="8"/>
                    <a:pt x="7" y="8"/>
                  </a:cubicBezTo>
                  <a:cubicBezTo>
                    <a:pt x="8" y="7"/>
                    <a:pt x="8" y="7"/>
                    <a:pt x="8" y="7"/>
                  </a:cubicBezTo>
                  <a:cubicBezTo>
                    <a:pt x="9" y="5"/>
                    <a:pt x="10" y="3"/>
                    <a:pt x="8" y="1"/>
                  </a:cubicBezTo>
                  <a:cubicBezTo>
                    <a:pt x="7" y="0"/>
                    <a:pt x="4" y="0"/>
                    <a:pt x="2" y="1"/>
                  </a:cubicBezTo>
                  <a:cubicBezTo>
                    <a:pt x="2" y="2"/>
                    <a:pt x="2" y="2"/>
                    <a:pt x="2"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8" name="Google Shape;478;p22"/>
            <p:cNvSpPr/>
            <p:nvPr/>
          </p:nvSpPr>
          <p:spPr>
            <a:xfrm>
              <a:off x="9420225" y="-41275"/>
              <a:ext cx="26988" cy="38100"/>
            </a:xfrm>
            <a:custGeom>
              <a:rect b="b" l="l" r="r" t="t"/>
              <a:pathLst>
                <a:path extrusionOk="0" h="9" w="6">
                  <a:moveTo>
                    <a:pt x="4" y="8"/>
                  </a:moveTo>
                  <a:cubicBezTo>
                    <a:pt x="5" y="7"/>
                    <a:pt x="5" y="7"/>
                    <a:pt x="5" y="7"/>
                  </a:cubicBezTo>
                  <a:cubicBezTo>
                    <a:pt x="6" y="6"/>
                    <a:pt x="6" y="3"/>
                    <a:pt x="5" y="1"/>
                  </a:cubicBezTo>
                  <a:cubicBezTo>
                    <a:pt x="4" y="1"/>
                    <a:pt x="3" y="0"/>
                    <a:pt x="2" y="0"/>
                  </a:cubicBezTo>
                  <a:cubicBezTo>
                    <a:pt x="2" y="1"/>
                    <a:pt x="2" y="2"/>
                    <a:pt x="1" y="3"/>
                  </a:cubicBezTo>
                  <a:cubicBezTo>
                    <a:pt x="1" y="5"/>
                    <a:pt x="0" y="7"/>
                    <a:pt x="0" y="9"/>
                  </a:cubicBezTo>
                  <a:cubicBezTo>
                    <a:pt x="0" y="9"/>
                    <a:pt x="0" y="9"/>
                    <a:pt x="1" y="9"/>
                  </a:cubicBezTo>
                  <a:cubicBezTo>
                    <a:pt x="2" y="9"/>
                    <a:pt x="3" y="9"/>
                    <a:pt x="4"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79" name="Google Shape;479;p22"/>
            <p:cNvSpPr/>
            <p:nvPr/>
          </p:nvSpPr>
          <p:spPr>
            <a:xfrm>
              <a:off x="11163300" y="-1641475"/>
              <a:ext cx="42863" cy="42863"/>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0" name="Google Shape;480;p22"/>
            <p:cNvSpPr/>
            <p:nvPr/>
          </p:nvSpPr>
          <p:spPr>
            <a:xfrm>
              <a:off x="10929938" y="-1428750"/>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1" name="Google Shape;481;p22"/>
            <p:cNvSpPr/>
            <p:nvPr/>
          </p:nvSpPr>
          <p:spPr>
            <a:xfrm>
              <a:off x="10694988" y="-1216025"/>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2" name="Google Shape;482;p22"/>
            <p:cNvSpPr/>
            <p:nvPr/>
          </p:nvSpPr>
          <p:spPr>
            <a:xfrm>
              <a:off x="10814050" y="-1322388"/>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3" name="Google Shape;483;p22"/>
            <p:cNvSpPr/>
            <p:nvPr/>
          </p:nvSpPr>
          <p:spPr>
            <a:xfrm>
              <a:off x="9642475" y="-25400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4" name="Google Shape;484;p22"/>
            <p:cNvSpPr/>
            <p:nvPr/>
          </p:nvSpPr>
          <p:spPr>
            <a:xfrm>
              <a:off x="11049000" y="-1535113"/>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5" name="Google Shape;485;p22"/>
            <p:cNvSpPr/>
            <p:nvPr/>
          </p:nvSpPr>
          <p:spPr>
            <a:xfrm>
              <a:off x="9756775" y="-360363"/>
              <a:ext cx="42863" cy="38100"/>
            </a:xfrm>
            <a:custGeom>
              <a:rect b="b" l="l" r="r" t="t"/>
              <a:pathLst>
                <a:path extrusionOk="0" h="9" w="10">
                  <a:moveTo>
                    <a:pt x="5"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6" name="Google Shape;486;p22"/>
            <p:cNvSpPr/>
            <p:nvPr/>
          </p:nvSpPr>
          <p:spPr>
            <a:xfrm>
              <a:off x="9877425" y="-466725"/>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7" name="Google Shape;487;p22"/>
            <p:cNvSpPr/>
            <p:nvPr/>
          </p:nvSpPr>
          <p:spPr>
            <a:xfrm>
              <a:off x="10460038" y="-998538"/>
              <a:ext cx="42863" cy="38100"/>
            </a:xfrm>
            <a:custGeom>
              <a:rect b="b" l="l" r="r" t="t"/>
              <a:pathLst>
                <a:path extrusionOk="0" h="9" w="10">
                  <a:moveTo>
                    <a:pt x="5" y="9"/>
                  </a:moveTo>
                  <a:cubicBezTo>
                    <a:pt x="6" y="9"/>
                    <a:pt x="7" y="8"/>
                    <a:pt x="7" y="8"/>
                  </a:cubicBezTo>
                  <a:cubicBezTo>
                    <a:pt x="8" y="7"/>
                    <a:pt x="8" y="7"/>
                    <a:pt x="8" y="7"/>
                  </a:cubicBezTo>
                  <a:cubicBezTo>
                    <a:pt x="10" y="5"/>
                    <a:pt x="10" y="3"/>
                    <a:pt x="9" y="1"/>
                  </a:cubicBezTo>
                  <a:cubicBezTo>
                    <a:pt x="7" y="0"/>
                    <a:pt x="4" y="0"/>
                    <a:pt x="3" y="1"/>
                  </a:cubicBezTo>
                  <a:cubicBezTo>
                    <a:pt x="2" y="2"/>
                    <a:pt x="2" y="2"/>
                    <a:pt x="2" y="2"/>
                  </a:cubicBezTo>
                  <a:cubicBezTo>
                    <a:pt x="0"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8" name="Google Shape;488;p22"/>
            <p:cNvSpPr/>
            <p:nvPr/>
          </p:nvSpPr>
          <p:spPr>
            <a:xfrm>
              <a:off x="9523413" y="-147638"/>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89" name="Google Shape;489;p22"/>
            <p:cNvSpPr/>
            <p:nvPr/>
          </p:nvSpPr>
          <p:spPr>
            <a:xfrm>
              <a:off x="9991725" y="-573088"/>
              <a:ext cx="42863" cy="38100"/>
            </a:xfrm>
            <a:custGeom>
              <a:rect b="b" l="l" r="r" t="t"/>
              <a:pathLst>
                <a:path extrusionOk="0" h="9" w="10">
                  <a:moveTo>
                    <a:pt x="5" y="9"/>
                  </a:moveTo>
                  <a:cubicBezTo>
                    <a:pt x="6"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0" name="Google Shape;490;p22"/>
            <p:cNvSpPr/>
            <p:nvPr/>
          </p:nvSpPr>
          <p:spPr>
            <a:xfrm>
              <a:off x="10345738" y="-892175"/>
              <a:ext cx="38100" cy="38100"/>
            </a:xfrm>
            <a:custGeom>
              <a:rect b="b" l="l" r="r" t="t"/>
              <a:pathLst>
                <a:path extrusionOk="0" h="9" w="9">
                  <a:moveTo>
                    <a:pt x="4" y="9"/>
                  </a:moveTo>
                  <a:cubicBezTo>
                    <a:pt x="5" y="9"/>
                    <a:pt x="6" y="8"/>
                    <a:pt x="7" y="8"/>
                  </a:cubicBezTo>
                  <a:cubicBezTo>
                    <a:pt x="8" y="7"/>
                    <a:pt x="8" y="7"/>
                    <a:pt x="8" y="7"/>
                  </a:cubicBezTo>
                  <a:cubicBezTo>
                    <a:pt x="9" y="5"/>
                    <a:pt x="9" y="3"/>
                    <a:pt x="8" y="1"/>
                  </a:cubicBezTo>
                  <a:cubicBezTo>
                    <a:pt x="7" y="0"/>
                    <a:pt x="4" y="0"/>
                    <a:pt x="2" y="1"/>
                  </a:cubicBezTo>
                  <a:cubicBezTo>
                    <a:pt x="1" y="2"/>
                    <a:pt x="1" y="2"/>
                    <a:pt x="1"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1" name="Google Shape;491;p22"/>
            <p:cNvSpPr/>
            <p:nvPr/>
          </p:nvSpPr>
          <p:spPr>
            <a:xfrm>
              <a:off x="10226675" y="-785813"/>
              <a:ext cx="42863" cy="38100"/>
            </a:xfrm>
            <a:custGeom>
              <a:rect b="b" l="l" r="r" t="t"/>
              <a:pathLst>
                <a:path extrusionOk="0" h="9" w="10">
                  <a:moveTo>
                    <a:pt x="5" y="9"/>
                  </a:moveTo>
                  <a:cubicBezTo>
                    <a:pt x="6" y="9"/>
                    <a:pt x="7"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2" y="8"/>
                  </a:cubicBezTo>
                  <a:cubicBezTo>
                    <a:pt x="2"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2" name="Google Shape;492;p22"/>
            <p:cNvSpPr/>
            <p:nvPr/>
          </p:nvSpPr>
          <p:spPr>
            <a:xfrm>
              <a:off x="10110788" y="-67945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3" name="Google Shape;493;p22"/>
            <p:cNvSpPr/>
            <p:nvPr/>
          </p:nvSpPr>
          <p:spPr>
            <a:xfrm>
              <a:off x="10171113" y="-390525"/>
              <a:ext cx="38100" cy="42863"/>
            </a:xfrm>
            <a:custGeom>
              <a:rect b="b" l="l" r="r" t="t"/>
              <a:pathLst>
                <a:path extrusionOk="0" h="10" w="9">
                  <a:moveTo>
                    <a:pt x="4" y="10"/>
                  </a:moveTo>
                  <a:cubicBezTo>
                    <a:pt x="5" y="10"/>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4" name="Google Shape;494;p22"/>
            <p:cNvSpPr/>
            <p:nvPr/>
          </p:nvSpPr>
          <p:spPr>
            <a:xfrm>
              <a:off x="10285413" y="-496888"/>
              <a:ext cx="42863" cy="38100"/>
            </a:xfrm>
            <a:custGeom>
              <a:rect b="b" l="l" r="r" t="t"/>
              <a:pathLst>
                <a:path extrusionOk="0" h="9" w="10">
                  <a:moveTo>
                    <a:pt x="5" y="9"/>
                  </a:moveTo>
                  <a:cubicBezTo>
                    <a:pt x="6" y="9"/>
                    <a:pt x="7" y="9"/>
                    <a:pt x="7" y="8"/>
                  </a:cubicBezTo>
                  <a:cubicBezTo>
                    <a:pt x="8" y="8"/>
                    <a:pt x="8" y="8"/>
                    <a:pt x="8" y="8"/>
                  </a:cubicBezTo>
                  <a:cubicBezTo>
                    <a:pt x="10" y="6"/>
                    <a:pt x="10" y="4"/>
                    <a:pt x="9" y="2"/>
                  </a:cubicBezTo>
                  <a:cubicBezTo>
                    <a:pt x="7" y="0"/>
                    <a:pt x="4" y="0"/>
                    <a:pt x="3" y="2"/>
                  </a:cubicBezTo>
                  <a:cubicBezTo>
                    <a:pt x="2" y="3"/>
                    <a:pt x="2" y="3"/>
                    <a:pt x="2" y="3"/>
                  </a:cubicBezTo>
                  <a:cubicBezTo>
                    <a:pt x="0" y="4"/>
                    <a:pt x="0" y="7"/>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5" name="Google Shape;495;p22"/>
            <p:cNvSpPr/>
            <p:nvPr/>
          </p:nvSpPr>
          <p:spPr>
            <a:xfrm>
              <a:off x="9467850" y="247650"/>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6" name="Google Shape;496;p22"/>
            <p:cNvSpPr/>
            <p:nvPr/>
          </p:nvSpPr>
          <p:spPr>
            <a:xfrm>
              <a:off x="9348788" y="354012"/>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7" name="Google Shape;497;p22"/>
            <p:cNvSpPr/>
            <p:nvPr/>
          </p:nvSpPr>
          <p:spPr>
            <a:xfrm>
              <a:off x="9702800" y="34925"/>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8" name="Google Shape;498;p22"/>
            <p:cNvSpPr/>
            <p:nvPr/>
          </p:nvSpPr>
          <p:spPr>
            <a:xfrm>
              <a:off x="9936163" y="-177800"/>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499" name="Google Shape;499;p22"/>
            <p:cNvSpPr/>
            <p:nvPr/>
          </p:nvSpPr>
          <p:spPr>
            <a:xfrm>
              <a:off x="9817100" y="-71438"/>
              <a:ext cx="42863" cy="42863"/>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0" name="Google Shape;500;p22"/>
            <p:cNvSpPr/>
            <p:nvPr/>
          </p:nvSpPr>
          <p:spPr>
            <a:xfrm>
              <a:off x="10052050" y="-284163"/>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1" name="Google Shape;501;p22"/>
            <p:cNvSpPr/>
            <p:nvPr/>
          </p:nvSpPr>
          <p:spPr>
            <a:xfrm>
              <a:off x="9582150" y="141287"/>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5"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2" name="Google Shape;502;p22"/>
            <p:cNvSpPr/>
            <p:nvPr/>
          </p:nvSpPr>
          <p:spPr>
            <a:xfrm>
              <a:off x="10406063" y="-603250"/>
              <a:ext cx="41275" cy="38100"/>
            </a:xfrm>
            <a:custGeom>
              <a:rect b="b" l="l" r="r" t="t"/>
              <a:pathLst>
                <a:path extrusionOk="0" h="9" w="10">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3" name="Google Shape;503;p22"/>
            <p:cNvSpPr/>
            <p:nvPr/>
          </p:nvSpPr>
          <p:spPr>
            <a:xfrm>
              <a:off x="10520363" y="-709613"/>
              <a:ext cx="42863"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4" name="Google Shape;504;p22"/>
            <p:cNvSpPr/>
            <p:nvPr/>
          </p:nvSpPr>
          <p:spPr>
            <a:xfrm>
              <a:off x="10639425" y="-815975"/>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5" name="Google Shape;505;p22"/>
            <p:cNvSpPr/>
            <p:nvPr/>
          </p:nvSpPr>
          <p:spPr>
            <a:xfrm>
              <a:off x="9232900" y="460375"/>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6" name="Google Shape;506;p22"/>
            <p:cNvSpPr/>
            <p:nvPr/>
          </p:nvSpPr>
          <p:spPr>
            <a:xfrm>
              <a:off x="11107738" y="-1241425"/>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7" name="Google Shape;507;p22"/>
            <p:cNvSpPr/>
            <p:nvPr/>
          </p:nvSpPr>
          <p:spPr>
            <a:xfrm>
              <a:off x="9113838" y="571500"/>
              <a:ext cx="42863" cy="38100"/>
            </a:xfrm>
            <a:custGeom>
              <a:rect b="b" l="l" r="r" t="t"/>
              <a:pathLst>
                <a:path extrusionOk="0" h="9" w="10">
                  <a:moveTo>
                    <a:pt x="3" y="1"/>
                  </a:moveTo>
                  <a:cubicBezTo>
                    <a:pt x="2" y="2"/>
                    <a:pt x="2" y="2"/>
                    <a:pt x="2" y="2"/>
                  </a:cubicBezTo>
                  <a:cubicBezTo>
                    <a:pt x="0" y="3"/>
                    <a:pt x="0" y="6"/>
                    <a:pt x="1" y="7"/>
                  </a:cubicBezTo>
                  <a:cubicBezTo>
                    <a:pt x="2" y="8"/>
                    <a:pt x="3" y="9"/>
                    <a:pt x="4" y="9"/>
                  </a:cubicBezTo>
                  <a:cubicBezTo>
                    <a:pt x="5"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8" name="Google Shape;508;p22"/>
            <p:cNvSpPr/>
            <p:nvPr/>
          </p:nvSpPr>
          <p:spPr>
            <a:xfrm>
              <a:off x="8994775" y="677862"/>
              <a:ext cx="42863" cy="38100"/>
            </a:xfrm>
            <a:custGeom>
              <a:rect b="b" l="l" r="r" t="t"/>
              <a:pathLst>
                <a:path extrusionOk="0" h="9" w="10">
                  <a:moveTo>
                    <a:pt x="3" y="1"/>
                  </a:moveTo>
                  <a:cubicBezTo>
                    <a:pt x="2" y="2"/>
                    <a:pt x="2" y="2"/>
                    <a:pt x="2" y="2"/>
                  </a:cubicBezTo>
                  <a:cubicBezTo>
                    <a:pt x="1" y="3"/>
                    <a:pt x="0" y="6"/>
                    <a:pt x="2" y="7"/>
                  </a:cubicBezTo>
                  <a:cubicBezTo>
                    <a:pt x="3" y="8"/>
                    <a:pt x="4" y="9"/>
                    <a:pt x="5" y="9"/>
                  </a:cubicBezTo>
                  <a:cubicBezTo>
                    <a:pt x="6" y="9"/>
                    <a:pt x="7" y="8"/>
                    <a:pt x="8" y="8"/>
                  </a:cubicBezTo>
                  <a:cubicBezTo>
                    <a:pt x="8" y="7"/>
                    <a:pt x="8" y="7"/>
                    <a:pt x="8" y="7"/>
                  </a:cubicBezTo>
                  <a:cubicBezTo>
                    <a:pt x="10" y="5"/>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09" name="Google Shape;509;p22"/>
            <p:cNvSpPr/>
            <p:nvPr/>
          </p:nvSpPr>
          <p:spPr>
            <a:xfrm>
              <a:off x="10755313" y="-922338"/>
              <a:ext cx="41275"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0" name="Google Shape;510;p22"/>
            <p:cNvSpPr/>
            <p:nvPr/>
          </p:nvSpPr>
          <p:spPr>
            <a:xfrm>
              <a:off x="11342688" y="-1454150"/>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1" name="Google Shape;511;p22"/>
            <p:cNvSpPr/>
            <p:nvPr/>
          </p:nvSpPr>
          <p:spPr>
            <a:xfrm>
              <a:off x="11223625" y="-1347788"/>
              <a:ext cx="42863" cy="38100"/>
            </a:xfrm>
            <a:custGeom>
              <a:rect b="b" l="l" r="r" t="t"/>
              <a:pathLst>
                <a:path extrusionOk="0" h="9" w="10">
                  <a:moveTo>
                    <a:pt x="5" y="9"/>
                  </a:moveTo>
                  <a:cubicBezTo>
                    <a:pt x="6" y="9"/>
                    <a:pt x="7" y="9"/>
                    <a:pt x="8" y="8"/>
                  </a:cubicBezTo>
                  <a:cubicBezTo>
                    <a:pt x="8" y="7"/>
                    <a:pt x="8" y="7"/>
                    <a:pt x="8" y="7"/>
                  </a:cubicBezTo>
                  <a:cubicBezTo>
                    <a:pt x="10" y="6"/>
                    <a:pt x="10" y="3"/>
                    <a:pt x="9" y="2"/>
                  </a:cubicBezTo>
                  <a:cubicBezTo>
                    <a:pt x="7" y="0"/>
                    <a:pt x="5" y="0"/>
                    <a:pt x="3" y="2"/>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2" name="Google Shape;512;p22"/>
            <p:cNvSpPr/>
            <p:nvPr/>
          </p:nvSpPr>
          <p:spPr>
            <a:xfrm>
              <a:off x="11458575" y="-1560513"/>
              <a:ext cx="41275" cy="39688"/>
            </a:xfrm>
            <a:custGeom>
              <a:rect b="b" l="l" r="r" t="t"/>
              <a:pathLst>
                <a:path extrusionOk="0" h="9" w="10">
                  <a:moveTo>
                    <a:pt x="5" y="9"/>
                  </a:moveTo>
                  <a:cubicBezTo>
                    <a:pt x="6" y="9"/>
                    <a:pt x="7" y="9"/>
                    <a:pt x="8" y="8"/>
                  </a:cubicBezTo>
                  <a:cubicBezTo>
                    <a:pt x="8" y="7"/>
                    <a:pt x="8" y="7"/>
                    <a:pt x="8" y="7"/>
                  </a:cubicBezTo>
                  <a:cubicBezTo>
                    <a:pt x="10" y="6"/>
                    <a:pt x="10" y="3"/>
                    <a:pt x="9" y="2"/>
                  </a:cubicBezTo>
                  <a:cubicBezTo>
                    <a:pt x="7" y="0"/>
                    <a:pt x="5" y="0"/>
                    <a:pt x="3" y="1"/>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3" name="Google Shape;513;p22"/>
            <p:cNvSpPr/>
            <p:nvPr/>
          </p:nvSpPr>
          <p:spPr>
            <a:xfrm>
              <a:off x="10874375" y="-1028700"/>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4" name="Google Shape;514;p22"/>
            <p:cNvSpPr/>
            <p:nvPr/>
          </p:nvSpPr>
          <p:spPr>
            <a:xfrm>
              <a:off x="11577638" y="-1666875"/>
              <a:ext cx="42863" cy="39688"/>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5" name="Google Shape;515;p22"/>
            <p:cNvSpPr/>
            <p:nvPr/>
          </p:nvSpPr>
          <p:spPr>
            <a:xfrm>
              <a:off x="10988675" y="-1135063"/>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6" name="Google Shape;516;p22"/>
            <p:cNvSpPr/>
            <p:nvPr/>
          </p:nvSpPr>
          <p:spPr>
            <a:xfrm>
              <a:off x="11985625" y="-1695450"/>
              <a:ext cx="42863" cy="41275"/>
            </a:xfrm>
            <a:custGeom>
              <a:rect b="b" l="l" r="r" t="t"/>
              <a:pathLst>
                <a:path extrusionOk="0" h="10" w="10">
                  <a:moveTo>
                    <a:pt x="5" y="10"/>
                  </a:moveTo>
                  <a:cubicBezTo>
                    <a:pt x="6" y="10"/>
                    <a:pt x="7" y="9"/>
                    <a:pt x="8" y="9"/>
                  </a:cubicBezTo>
                  <a:cubicBezTo>
                    <a:pt x="9" y="8"/>
                    <a:pt x="9" y="8"/>
                    <a:pt x="9"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7" name="Google Shape;517;p22"/>
            <p:cNvSpPr/>
            <p:nvPr/>
          </p:nvSpPr>
          <p:spPr>
            <a:xfrm>
              <a:off x="9528175" y="54133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8" name="Google Shape;518;p22"/>
            <p:cNvSpPr/>
            <p:nvPr/>
          </p:nvSpPr>
          <p:spPr>
            <a:xfrm>
              <a:off x="9642475" y="434975"/>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19" name="Google Shape;519;p22"/>
            <p:cNvSpPr/>
            <p:nvPr/>
          </p:nvSpPr>
          <p:spPr>
            <a:xfrm>
              <a:off x="10699750" y="-522288"/>
              <a:ext cx="42863" cy="38100"/>
            </a:xfrm>
            <a:custGeom>
              <a:rect b="b" l="l" r="r" t="t"/>
              <a:pathLst>
                <a:path extrusionOk="0" h="9" w="10">
                  <a:moveTo>
                    <a:pt x="2" y="1"/>
                  </a:moveTo>
                  <a:cubicBezTo>
                    <a:pt x="2" y="2"/>
                    <a:pt x="2" y="2"/>
                    <a:pt x="2" y="2"/>
                  </a:cubicBezTo>
                  <a:cubicBezTo>
                    <a:pt x="0" y="3"/>
                    <a:pt x="0" y="6"/>
                    <a:pt x="1" y="8"/>
                  </a:cubicBezTo>
                  <a:cubicBezTo>
                    <a:pt x="2" y="9"/>
                    <a:pt x="3" y="9"/>
                    <a:pt x="4" y="9"/>
                  </a:cubicBezTo>
                  <a:cubicBezTo>
                    <a:pt x="5" y="9"/>
                    <a:pt x="6" y="9"/>
                    <a:pt x="7" y="8"/>
                  </a:cubicBezTo>
                  <a:cubicBezTo>
                    <a:pt x="8" y="7"/>
                    <a:pt x="8" y="7"/>
                    <a:pt x="8" y="7"/>
                  </a:cubicBezTo>
                  <a:cubicBezTo>
                    <a:pt x="9"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0" name="Google Shape;520;p22"/>
            <p:cNvSpPr/>
            <p:nvPr/>
          </p:nvSpPr>
          <p:spPr>
            <a:xfrm>
              <a:off x="11049000" y="-841375"/>
              <a:ext cx="42863" cy="38100"/>
            </a:xfrm>
            <a:custGeom>
              <a:rect b="b" l="l" r="r" t="t"/>
              <a:pathLst>
                <a:path extrusionOk="0" h="9" w="10">
                  <a:moveTo>
                    <a:pt x="3" y="1"/>
                  </a:moveTo>
                  <a:cubicBezTo>
                    <a:pt x="2" y="2"/>
                    <a:pt x="2" y="2"/>
                    <a:pt x="2" y="2"/>
                  </a:cubicBezTo>
                  <a:cubicBezTo>
                    <a:pt x="0" y="3"/>
                    <a:pt x="0" y="6"/>
                    <a:pt x="2" y="8"/>
                  </a:cubicBezTo>
                  <a:cubicBezTo>
                    <a:pt x="3" y="8"/>
                    <a:pt x="4" y="9"/>
                    <a:pt x="5" y="9"/>
                  </a:cubicBezTo>
                  <a:cubicBezTo>
                    <a:pt x="6" y="9"/>
                    <a:pt x="7" y="9"/>
                    <a:pt x="8"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1" name="Google Shape;521;p22"/>
            <p:cNvSpPr/>
            <p:nvPr/>
          </p:nvSpPr>
          <p:spPr>
            <a:xfrm>
              <a:off x="11517313" y="-1270000"/>
              <a:ext cx="42863" cy="41275"/>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2" name="Google Shape;522;p22"/>
            <p:cNvSpPr/>
            <p:nvPr/>
          </p:nvSpPr>
          <p:spPr>
            <a:xfrm>
              <a:off x="11168063" y="-947738"/>
              <a:ext cx="42863" cy="38100"/>
            </a:xfrm>
            <a:custGeom>
              <a:rect b="b" l="l" r="r" t="t"/>
              <a:pathLst>
                <a:path extrusionOk="0" h="9" w="10">
                  <a:moveTo>
                    <a:pt x="3" y="1"/>
                  </a:moveTo>
                  <a:cubicBezTo>
                    <a:pt x="2" y="2"/>
                    <a:pt x="2" y="2"/>
                    <a:pt x="2" y="2"/>
                  </a:cubicBezTo>
                  <a:cubicBezTo>
                    <a:pt x="0" y="3"/>
                    <a:pt x="0" y="6"/>
                    <a:pt x="1" y="8"/>
                  </a:cubicBezTo>
                  <a:cubicBezTo>
                    <a:pt x="2" y="8"/>
                    <a:pt x="3" y="9"/>
                    <a:pt x="4" y="9"/>
                  </a:cubicBezTo>
                  <a:cubicBezTo>
                    <a:pt x="5"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3" name="Google Shape;523;p22"/>
            <p:cNvSpPr/>
            <p:nvPr/>
          </p:nvSpPr>
          <p:spPr>
            <a:xfrm>
              <a:off x="11403013" y="-1163638"/>
              <a:ext cx="41275"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4" name="Google Shape;524;p22"/>
            <p:cNvSpPr/>
            <p:nvPr/>
          </p:nvSpPr>
          <p:spPr>
            <a:xfrm>
              <a:off x="11282363" y="-1054100"/>
              <a:ext cx="42863" cy="38100"/>
            </a:xfrm>
            <a:custGeom>
              <a:rect b="b" l="l" r="r" t="t"/>
              <a:pathLst>
                <a:path extrusionOk="0" h="9" w="10">
                  <a:moveTo>
                    <a:pt x="5" y="9"/>
                  </a:moveTo>
                  <a:cubicBezTo>
                    <a:pt x="6" y="9"/>
                    <a:pt x="7" y="8"/>
                    <a:pt x="8" y="8"/>
                  </a:cubicBezTo>
                  <a:cubicBezTo>
                    <a:pt x="8" y="7"/>
                    <a:pt x="8" y="7"/>
                    <a:pt x="8" y="7"/>
                  </a:cubicBezTo>
                  <a:cubicBezTo>
                    <a:pt x="10" y="5"/>
                    <a:pt x="10" y="3"/>
                    <a:pt x="9" y="1"/>
                  </a:cubicBezTo>
                  <a:cubicBezTo>
                    <a:pt x="7" y="0"/>
                    <a:pt x="5" y="0"/>
                    <a:pt x="3" y="1"/>
                  </a:cubicBezTo>
                  <a:cubicBezTo>
                    <a:pt x="2" y="2"/>
                    <a:pt x="2" y="2"/>
                    <a:pt x="2" y="2"/>
                  </a:cubicBezTo>
                  <a:cubicBezTo>
                    <a:pt x="1"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5" name="Google Shape;525;p22"/>
            <p:cNvSpPr/>
            <p:nvPr/>
          </p:nvSpPr>
          <p:spPr>
            <a:xfrm>
              <a:off x="10933113" y="-735013"/>
              <a:ext cx="42863" cy="38100"/>
            </a:xfrm>
            <a:custGeom>
              <a:rect b="b" l="l" r="r" t="t"/>
              <a:pathLst>
                <a:path extrusionOk="0" h="9" w="10">
                  <a:moveTo>
                    <a:pt x="2" y="1"/>
                  </a:moveTo>
                  <a:cubicBezTo>
                    <a:pt x="2" y="2"/>
                    <a:pt x="2" y="2"/>
                    <a:pt x="2" y="2"/>
                  </a:cubicBezTo>
                  <a:cubicBezTo>
                    <a:pt x="0" y="3"/>
                    <a:pt x="0" y="6"/>
                    <a:pt x="1" y="8"/>
                  </a:cubicBezTo>
                  <a:cubicBezTo>
                    <a:pt x="2" y="8"/>
                    <a:pt x="3" y="9"/>
                    <a:pt x="4" y="9"/>
                  </a:cubicBezTo>
                  <a:cubicBezTo>
                    <a:pt x="5" y="9"/>
                    <a:pt x="6" y="9"/>
                    <a:pt x="7" y="8"/>
                  </a:cubicBezTo>
                  <a:cubicBezTo>
                    <a:pt x="8" y="7"/>
                    <a:pt x="8" y="7"/>
                    <a:pt x="8" y="7"/>
                  </a:cubicBezTo>
                  <a:cubicBezTo>
                    <a:pt x="10"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6" name="Google Shape;526;p22"/>
            <p:cNvSpPr/>
            <p:nvPr/>
          </p:nvSpPr>
          <p:spPr>
            <a:xfrm>
              <a:off x="10229850" y="-96838"/>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7" name="Google Shape;527;p22"/>
            <p:cNvSpPr/>
            <p:nvPr/>
          </p:nvSpPr>
          <p:spPr>
            <a:xfrm>
              <a:off x="10345738" y="-203200"/>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8" name="Google Shape;528;p22"/>
            <p:cNvSpPr/>
            <p:nvPr/>
          </p:nvSpPr>
          <p:spPr>
            <a:xfrm>
              <a:off x="10464800" y="-309563"/>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29" name="Google Shape;529;p22"/>
            <p:cNvSpPr/>
            <p:nvPr/>
          </p:nvSpPr>
          <p:spPr>
            <a:xfrm>
              <a:off x="10580688" y="-415925"/>
              <a:ext cx="41275"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0" name="Google Shape;530;p22"/>
            <p:cNvSpPr/>
            <p:nvPr/>
          </p:nvSpPr>
          <p:spPr>
            <a:xfrm>
              <a:off x="9996488" y="115887"/>
              <a:ext cx="42863" cy="38100"/>
            </a:xfrm>
            <a:custGeom>
              <a:rect b="b" l="l" r="r" t="t"/>
              <a:pathLst>
                <a:path extrusionOk="0" h="9" w="10">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1" name="Google Shape;531;p22"/>
            <p:cNvSpPr/>
            <p:nvPr/>
          </p:nvSpPr>
          <p:spPr>
            <a:xfrm>
              <a:off x="10814050" y="-628650"/>
              <a:ext cx="42863" cy="38100"/>
            </a:xfrm>
            <a:custGeom>
              <a:rect b="b" l="l" r="r" t="t"/>
              <a:pathLst>
                <a:path extrusionOk="0" h="9" w="10">
                  <a:moveTo>
                    <a:pt x="3" y="1"/>
                  </a:moveTo>
                  <a:cubicBezTo>
                    <a:pt x="2" y="2"/>
                    <a:pt x="2" y="2"/>
                    <a:pt x="2" y="2"/>
                  </a:cubicBez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2" name="Google Shape;532;p22"/>
            <p:cNvSpPr/>
            <p:nvPr/>
          </p:nvSpPr>
          <p:spPr>
            <a:xfrm>
              <a:off x="9877425" y="222250"/>
              <a:ext cx="42863" cy="38100"/>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9"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3" name="Google Shape;533;p22"/>
            <p:cNvSpPr/>
            <p:nvPr/>
          </p:nvSpPr>
          <p:spPr>
            <a:xfrm>
              <a:off x="10110788" y="9525"/>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4" name="Google Shape;534;p22"/>
            <p:cNvSpPr/>
            <p:nvPr/>
          </p:nvSpPr>
          <p:spPr>
            <a:xfrm>
              <a:off x="9761538" y="328612"/>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5" name="Google Shape;535;p22"/>
            <p:cNvSpPr/>
            <p:nvPr/>
          </p:nvSpPr>
          <p:spPr>
            <a:xfrm>
              <a:off x="11752263" y="-1482725"/>
              <a:ext cx="42863" cy="41275"/>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6" name="Google Shape;536;p22"/>
            <p:cNvSpPr/>
            <p:nvPr/>
          </p:nvSpPr>
          <p:spPr>
            <a:xfrm>
              <a:off x="9174163" y="860425"/>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7" name="Google Shape;537;p22"/>
            <p:cNvSpPr/>
            <p:nvPr/>
          </p:nvSpPr>
          <p:spPr>
            <a:xfrm>
              <a:off x="9293225" y="754062"/>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8" name="Google Shape;538;p22"/>
            <p:cNvSpPr/>
            <p:nvPr/>
          </p:nvSpPr>
          <p:spPr>
            <a:xfrm>
              <a:off x="9058275" y="96678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39" name="Google Shape;539;p22"/>
            <p:cNvSpPr/>
            <p:nvPr/>
          </p:nvSpPr>
          <p:spPr>
            <a:xfrm>
              <a:off x="9407525" y="647700"/>
              <a:ext cx="42863" cy="38100"/>
            </a:xfrm>
            <a:custGeom>
              <a:rect b="b" l="l" r="r" t="t"/>
              <a:pathLst>
                <a:path extrusionOk="0" h="9" w="10">
                  <a:moveTo>
                    <a:pt x="5" y="9"/>
                  </a:moveTo>
                  <a:cubicBezTo>
                    <a:pt x="6" y="9"/>
                    <a:pt x="7"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0" name="Google Shape;540;p22"/>
            <p:cNvSpPr/>
            <p:nvPr/>
          </p:nvSpPr>
          <p:spPr>
            <a:xfrm>
              <a:off x="11871325" y="-1589088"/>
              <a:ext cx="42863"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1" name="Google Shape;541;p22"/>
            <p:cNvSpPr/>
            <p:nvPr/>
          </p:nvSpPr>
          <p:spPr>
            <a:xfrm>
              <a:off x="11636375" y="-1376363"/>
              <a:ext cx="42863"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2" name="Google Shape;542;p22"/>
            <p:cNvSpPr/>
            <p:nvPr/>
          </p:nvSpPr>
          <p:spPr>
            <a:xfrm>
              <a:off x="12106275" y="-1801813"/>
              <a:ext cx="41275" cy="41275"/>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3" name="Google Shape;543;p22"/>
            <p:cNvSpPr/>
            <p:nvPr/>
          </p:nvSpPr>
          <p:spPr>
            <a:xfrm>
              <a:off x="11585575" y="-981075"/>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4" name="Google Shape;544;p22"/>
            <p:cNvSpPr/>
            <p:nvPr/>
          </p:nvSpPr>
          <p:spPr>
            <a:xfrm>
              <a:off x="12169775" y="-1512888"/>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5" name="Google Shape;545;p22"/>
            <p:cNvSpPr/>
            <p:nvPr/>
          </p:nvSpPr>
          <p:spPr>
            <a:xfrm>
              <a:off x="12523788" y="-1831975"/>
              <a:ext cx="41275" cy="38100"/>
            </a:xfrm>
            <a:custGeom>
              <a:rect b="b" l="l" r="r" t="t"/>
              <a:pathLst>
                <a:path extrusionOk="0" h="9" w="10">
                  <a:moveTo>
                    <a:pt x="4" y="9"/>
                  </a:moveTo>
                  <a:cubicBezTo>
                    <a:pt x="5" y="9"/>
                    <a:pt x="6"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6" name="Google Shape;546;p22"/>
            <p:cNvSpPr/>
            <p:nvPr/>
          </p:nvSpPr>
          <p:spPr>
            <a:xfrm>
              <a:off x="12403138" y="-1725613"/>
              <a:ext cx="42863" cy="38100"/>
            </a:xfrm>
            <a:custGeom>
              <a:rect b="b" l="l" r="r" t="t"/>
              <a:pathLst>
                <a:path extrusionOk="0" h="9" w="10">
                  <a:moveTo>
                    <a:pt x="5" y="9"/>
                  </a:moveTo>
                  <a:cubicBezTo>
                    <a:pt x="6" y="9"/>
                    <a:pt x="7" y="8"/>
                    <a:pt x="8" y="8"/>
                  </a:cubicBezTo>
                  <a:cubicBezTo>
                    <a:pt x="8" y="7"/>
                    <a:pt x="8" y="7"/>
                    <a:pt x="8" y="7"/>
                  </a:cubicBezTo>
                  <a:cubicBezTo>
                    <a:pt x="10" y="5"/>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7" name="Google Shape;547;p22"/>
            <p:cNvSpPr/>
            <p:nvPr/>
          </p:nvSpPr>
          <p:spPr>
            <a:xfrm>
              <a:off x="12288838" y="-1619250"/>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8" name="Google Shape;548;p22"/>
            <p:cNvSpPr/>
            <p:nvPr/>
          </p:nvSpPr>
          <p:spPr>
            <a:xfrm>
              <a:off x="11231563" y="-661988"/>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49" name="Google Shape;549;p22"/>
            <p:cNvSpPr/>
            <p:nvPr/>
          </p:nvSpPr>
          <p:spPr>
            <a:xfrm>
              <a:off x="11350625" y="-768350"/>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0" name="Google Shape;550;p22"/>
            <p:cNvSpPr/>
            <p:nvPr/>
          </p:nvSpPr>
          <p:spPr>
            <a:xfrm>
              <a:off x="11701463" y="-1087438"/>
              <a:ext cx="41275"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1" name="Google Shape;551;p22"/>
            <p:cNvSpPr/>
            <p:nvPr/>
          </p:nvSpPr>
          <p:spPr>
            <a:xfrm>
              <a:off x="11466513" y="-874713"/>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2" name="Google Shape;552;p22"/>
            <p:cNvSpPr/>
            <p:nvPr/>
          </p:nvSpPr>
          <p:spPr>
            <a:xfrm>
              <a:off x="11117263" y="-555625"/>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3" name="Google Shape;553;p22"/>
            <p:cNvSpPr/>
            <p:nvPr/>
          </p:nvSpPr>
          <p:spPr>
            <a:xfrm>
              <a:off x="11934825" y="-1300163"/>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4" name="Google Shape;554;p22"/>
            <p:cNvSpPr/>
            <p:nvPr/>
          </p:nvSpPr>
          <p:spPr>
            <a:xfrm>
              <a:off x="12053888" y="-1406525"/>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5" name="Google Shape;555;p22"/>
            <p:cNvSpPr/>
            <p:nvPr/>
          </p:nvSpPr>
          <p:spPr>
            <a:xfrm>
              <a:off x="11820525" y="-1193800"/>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6" name="Google Shape;556;p22"/>
            <p:cNvSpPr/>
            <p:nvPr/>
          </p:nvSpPr>
          <p:spPr>
            <a:xfrm>
              <a:off x="9710738" y="720725"/>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1"/>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7" name="Google Shape;557;p22"/>
            <p:cNvSpPr/>
            <p:nvPr/>
          </p:nvSpPr>
          <p:spPr>
            <a:xfrm>
              <a:off x="10059988" y="401637"/>
              <a:ext cx="42863" cy="41275"/>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8" name="Google Shape;558;p22"/>
            <p:cNvSpPr/>
            <p:nvPr/>
          </p:nvSpPr>
          <p:spPr>
            <a:xfrm>
              <a:off x="10763250" y="-236538"/>
              <a:ext cx="42863"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59" name="Google Shape;559;p22"/>
            <p:cNvSpPr/>
            <p:nvPr/>
          </p:nvSpPr>
          <p:spPr>
            <a:xfrm>
              <a:off x="9945688" y="508000"/>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0" name="Google Shape;560;p22"/>
            <p:cNvSpPr/>
            <p:nvPr/>
          </p:nvSpPr>
          <p:spPr>
            <a:xfrm>
              <a:off x="10998200" y="-449263"/>
              <a:ext cx="41275"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1" name="Google Shape;561;p22"/>
            <p:cNvSpPr/>
            <p:nvPr/>
          </p:nvSpPr>
          <p:spPr>
            <a:xfrm>
              <a:off x="9825038" y="614362"/>
              <a:ext cx="42863" cy="41275"/>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2" name="Google Shape;562;p22"/>
            <p:cNvSpPr/>
            <p:nvPr/>
          </p:nvSpPr>
          <p:spPr>
            <a:xfrm>
              <a:off x="9242425" y="1149350"/>
              <a:ext cx="38100" cy="38100"/>
            </a:xfrm>
            <a:custGeom>
              <a:rect b="b" l="l" r="r" t="t"/>
              <a:pathLst>
                <a:path extrusionOk="0" h="9" w="9">
                  <a:moveTo>
                    <a:pt x="2" y="1"/>
                  </a:moveTo>
                  <a:cubicBezTo>
                    <a:pt x="1" y="2"/>
                    <a:pt x="1" y="2"/>
                    <a:pt x="1" y="2"/>
                  </a:cubicBezTo>
                  <a:cubicBezTo>
                    <a:pt x="0" y="3"/>
                    <a:pt x="0" y="6"/>
                    <a:pt x="1" y="8"/>
                  </a:cubicBezTo>
                  <a:cubicBezTo>
                    <a:pt x="2" y="8"/>
                    <a:pt x="3" y="9"/>
                    <a:pt x="4" y="9"/>
                  </a:cubicBezTo>
                  <a:cubicBezTo>
                    <a:pt x="5" y="9"/>
                    <a:pt x="6" y="9"/>
                    <a:pt x="7" y="8"/>
                  </a:cubicBezTo>
                  <a:cubicBezTo>
                    <a:pt x="8" y="7"/>
                    <a:pt x="8" y="7"/>
                    <a:pt x="8" y="7"/>
                  </a:cubicBezTo>
                  <a:cubicBezTo>
                    <a:pt x="9" y="6"/>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3" name="Google Shape;563;p22"/>
            <p:cNvSpPr/>
            <p:nvPr/>
          </p:nvSpPr>
          <p:spPr>
            <a:xfrm>
              <a:off x="10528300" y="-23813"/>
              <a:ext cx="42863" cy="38100"/>
            </a:xfrm>
            <a:custGeom>
              <a:rect b="b" l="l" r="r" t="t"/>
              <a:pathLst>
                <a:path extrusionOk="0" h="9" w="10">
                  <a:moveTo>
                    <a:pt x="3" y="2"/>
                  </a:moveTo>
                  <a:cubicBezTo>
                    <a:pt x="2" y="2"/>
                    <a:pt x="2" y="2"/>
                    <a:pt x="2" y="2"/>
                  </a:cubicBezTo>
                  <a:cubicBezTo>
                    <a:pt x="0" y="4"/>
                    <a:pt x="0" y="7"/>
                    <a:pt x="2" y="8"/>
                  </a:cubicBezTo>
                  <a:cubicBezTo>
                    <a:pt x="3" y="9"/>
                    <a:pt x="4" y="9"/>
                    <a:pt x="5" y="9"/>
                  </a:cubicBezTo>
                  <a:cubicBezTo>
                    <a:pt x="6" y="9"/>
                    <a:pt x="7" y="9"/>
                    <a:pt x="7" y="8"/>
                  </a:cubicBezTo>
                  <a:cubicBezTo>
                    <a:pt x="8" y="8"/>
                    <a:pt x="8" y="8"/>
                    <a:pt x="8" y="8"/>
                  </a:cubicBezTo>
                  <a:cubicBezTo>
                    <a:pt x="10" y="6"/>
                    <a:pt x="10" y="4"/>
                    <a:pt x="9"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4" name="Google Shape;564;p22"/>
            <p:cNvSpPr/>
            <p:nvPr/>
          </p:nvSpPr>
          <p:spPr>
            <a:xfrm>
              <a:off x="10294938" y="188912"/>
              <a:ext cx="42863" cy="42863"/>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5" name="Google Shape;565;p22"/>
            <p:cNvSpPr/>
            <p:nvPr/>
          </p:nvSpPr>
          <p:spPr>
            <a:xfrm>
              <a:off x="10179050" y="295275"/>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6" name="Google Shape;566;p22"/>
            <p:cNvSpPr/>
            <p:nvPr/>
          </p:nvSpPr>
          <p:spPr>
            <a:xfrm>
              <a:off x="9356725" y="1042987"/>
              <a:ext cx="42863" cy="38100"/>
            </a:xfrm>
            <a:custGeom>
              <a:rect b="b" l="l" r="r" t="t"/>
              <a:pathLst>
                <a:path extrusionOk="0" h="9" w="10">
                  <a:moveTo>
                    <a:pt x="3" y="1"/>
                  </a:moveTo>
                  <a:cubicBezTo>
                    <a:pt x="2" y="2"/>
                    <a:pt x="2" y="2"/>
                    <a:pt x="2" y="2"/>
                  </a:cubicBezTo>
                  <a:cubicBezTo>
                    <a:pt x="0" y="3"/>
                    <a:pt x="0" y="6"/>
                    <a:pt x="2" y="8"/>
                  </a:cubicBezTo>
                  <a:cubicBezTo>
                    <a:pt x="2" y="8"/>
                    <a:pt x="3" y="9"/>
                    <a:pt x="5" y="9"/>
                  </a:cubicBezTo>
                  <a:cubicBezTo>
                    <a:pt x="6"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7" name="Google Shape;567;p22"/>
            <p:cNvSpPr/>
            <p:nvPr/>
          </p:nvSpPr>
          <p:spPr>
            <a:xfrm>
              <a:off x="10648950" y="-130175"/>
              <a:ext cx="41275" cy="38100"/>
            </a:xfrm>
            <a:custGeom>
              <a:rect b="b" l="l" r="r" t="t"/>
              <a:pathLst>
                <a:path extrusionOk="0" h="9" w="10">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8" name="Google Shape;568;p22"/>
            <p:cNvSpPr/>
            <p:nvPr/>
          </p:nvSpPr>
          <p:spPr>
            <a:xfrm>
              <a:off x="10414000" y="82550"/>
              <a:ext cx="38100" cy="38100"/>
            </a:xfrm>
            <a:custGeom>
              <a:rect b="b" l="l" r="r" t="t"/>
              <a:pathLst>
                <a:path extrusionOk="0" h="9" w="9">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9"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69" name="Google Shape;569;p22"/>
            <p:cNvSpPr/>
            <p:nvPr/>
          </p:nvSpPr>
          <p:spPr>
            <a:xfrm>
              <a:off x="9475788" y="936625"/>
              <a:ext cx="38100" cy="38100"/>
            </a:xfrm>
            <a:custGeom>
              <a:rect b="b" l="l" r="r" t="t"/>
              <a:pathLst>
                <a:path extrusionOk="0" h="9" w="9">
                  <a:moveTo>
                    <a:pt x="2" y="1"/>
                  </a:moveTo>
                  <a:cubicBezTo>
                    <a:pt x="1" y="2"/>
                    <a:pt x="1" y="2"/>
                    <a:pt x="1" y="2"/>
                  </a:cubicBezTo>
                  <a:cubicBezTo>
                    <a:pt x="0" y="3"/>
                    <a:pt x="0" y="6"/>
                    <a:pt x="1" y="7"/>
                  </a:cubicBezTo>
                  <a:cubicBezTo>
                    <a:pt x="2" y="8"/>
                    <a:pt x="3" y="9"/>
                    <a:pt x="4" y="9"/>
                  </a:cubicBezTo>
                  <a:cubicBezTo>
                    <a:pt x="5" y="9"/>
                    <a:pt x="6" y="8"/>
                    <a:pt x="7" y="8"/>
                  </a:cubicBezTo>
                  <a:cubicBezTo>
                    <a:pt x="8" y="7"/>
                    <a:pt x="8" y="7"/>
                    <a:pt x="8" y="7"/>
                  </a:cubicBezTo>
                  <a:cubicBezTo>
                    <a:pt x="9" y="5"/>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0" name="Google Shape;570;p22"/>
            <p:cNvSpPr/>
            <p:nvPr/>
          </p:nvSpPr>
          <p:spPr>
            <a:xfrm>
              <a:off x="10882313" y="-342900"/>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1" name="Google Shape;571;p22"/>
            <p:cNvSpPr/>
            <p:nvPr/>
          </p:nvSpPr>
          <p:spPr>
            <a:xfrm>
              <a:off x="9591675" y="827087"/>
              <a:ext cx="42863" cy="41275"/>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7"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2" name="Google Shape;572;p22"/>
            <p:cNvSpPr/>
            <p:nvPr/>
          </p:nvSpPr>
          <p:spPr>
            <a:xfrm>
              <a:off x="12215813" y="-120650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3" name="Google Shape;573;p22"/>
            <p:cNvSpPr/>
            <p:nvPr/>
          </p:nvSpPr>
          <p:spPr>
            <a:xfrm>
              <a:off x="9518650" y="1243012"/>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4" name="Google Shape;574;p22"/>
            <p:cNvSpPr/>
            <p:nvPr/>
          </p:nvSpPr>
          <p:spPr>
            <a:xfrm>
              <a:off x="11512550" y="-568325"/>
              <a:ext cx="39688" cy="38100"/>
            </a:xfrm>
            <a:custGeom>
              <a:rect b="b" l="l" r="r" t="t"/>
              <a:pathLst>
                <a:path extrusionOk="0" h="9" w="9">
                  <a:moveTo>
                    <a:pt x="4" y="9"/>
                  </a:moveTo>
                  <a:cubicBezTo>
                    <a:pt x="5" y="9"/>
                    <a:pt x="6" y="9"/>
                    <a:pt x="7" y="8"/>
                  </a:cubicBezTo>
                  <a:cubicBezTo>
                    <a:pt x="8" y="7"/>
                    <a:pt x="8" y="7"/>
                    <a:pt x="8" y="7"/>
                  </a:cubicBezTo>
                  <a:cubicBezTo>
                    <a:pt x="9" y="6"/>
                    <a:pt x="9" y="3"/>
                    <a:pt x="8" y="2"/>
                  </a:cubicBezTo>
                  <a:cubicBezTo>
                    <a:pt x="7" y="0"/>
                    <a:pt x="4" y="0"/>
                    <a:pt x="2" y="1"/>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5" name="Google Shape;575;p22"/>
            <p:cNvSpPr/>
            <p:nvPr/>
          </p:nvSpPr>
          <p:spPr>
            <a:xfrm>
              <a:off x="9412288" y="1349375"/>
              <a:ext cx="30163" cy="12700"/>
            </a:xfrm>
            <a:custGeom>
              <a:rect b="b" l="l" r="r" t="t"/>
              <a:pathLst>
                <a:path extrusionOk="0" h="3" w="7">
                  <a:moveTo>
                    <a:pt x="6" y="1"/>
                  </a:moveTo>
                  <a:cubicBezTo>
                    <a:pt x="4" y="0"/>
                    <a:pt x="2" y="0"/>
                    <a:pt x="0" y="1"/>
                  </a:cubicBezTo>
                  <a:cubicBezTo>
                    <a:pt x="0" y="2"/>
                    <a:pt x="0" y="2"/>
                    <a:pt x="0" y="2"/>
                  </a:cubicBezTo>
                  <a:cubicBezTo>
                    <a:pt x="2" y="2"/>
                    <a:pt x="4" y="3"/>
                    <a:pt x="7" y="3"/>
                  </a:cubicBezTo>
                  <a:cubicBezTo>
                    <a:pt x="7" y="3"/>
                    <a:pt x="6" y="2"/>
                    <a:pt x="6"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6" name="Google Shape;576;p22"/>
            <p:cNvSpPr/>
            <p:nvPr/>
          </p:nvSpPr>
          <p:spPr>
            <a:xfrm>
              <a:off x="12331700" y="-1312863"/>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7" name="Google Shape;577;p22"/>
            <p:cNvSpPr/>
            <p:nvPr/>
          </p:nvSpPr>
          <p:spPr>
            <a:xfrm>
              <a:off x="10340975" y="495300"/>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8" name="Google Shape;578;p22"/>
            <p:cNvSpPr/>
            <p:nvPr/>
          </p:nvSpPr>
          <p:spPr>
            <a:xfrm>
              <a:off x="10221913" y="601662"/>
              <a:ext cx="42863" cy="41275"/>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79" name="Google Shape;579;p22"/>
            <p:cNvSpPr/>
            <p:nvPr/>
          </p:nvSpPr>
          <p:spPr>
            <a:xfrm>
              <a:off x="12800013" y="-1738313"/>
              <a:ext cx="42863" cy="38100"/>
            </a:xfrm>
            <a:custGeom>
              <a:rect b="b" l="l" r="r" t="t"/>
              <a:pathLst>
                <a:path extrusionOk="0" h="9" w="10">
                  <a:moveTo>
                    <a:pt x="5" y="9"/>
                  </a:moveTo>
                  <a:cubicBezTo>
                    <a:pt x="6" y="9"/>
                    <a:pt x="7" y="8"/>
                    <a:pt x="7" y="8"/>
                  </a:cubicBezTo>
                  <a:cubicBezTo>
                    <a:pt x="8" y="7"/>
                    <a:pt x="8" y="7"/>
                    <a:pt x="8" y="7"/>
                  </a:cubicBezTo>
                  <a:cubicBezTo>
                    <a:pt x="10" y="5"/>
                    <a:pt x="10" y="3"/>
                    <a:pt x="9" y="1"/>
                  </a:cubicBezTo>
                  <a:cubicBezTo>
                    <a:pt x="7" y="0"/>
                    <a:pt x="5" y="0"/>
                    <a:pt x="3" y="1"/>
                  </a:cubicBezTo>
                  <a:cubicBezTo>
                    <a:pt x="2" y="2"/>
                    <a:pt x="2" y="2"/>
                    <a:pt x="2" y="2"/>
                  </a:cubicBezTo>
                  <a:cubicBezTo>
                    <a:pt x="0"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0" name="Google Shape;580;p22"/>
            <p:cNvSpPr/>
            <p:nvPr/>
          </p:nvSpPr>
          <p:spPr>
            <a:xfrm>
              <a:off x="11393488" y="-461963"/>
              <a:ext cx="42863" cy="38100"/>
            </a:xfrm>
            <a:custGeom>
              <a:rect b="b" l="l" r="r" t="t"/>
              <a:pathLst>
                <a:path extrusionOk="0" h="9" w="10">
                  <a:moveTo>
                    <a:pt x="5" y="9"/>
                  </a:moveTo>
                  <a:cubicBezTo>
                    <a:pt x="6" y="9"/>
                    <a:pt x="7"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1" name="Google Shape;581;p22"/>
            <p:cNvSpPr/>
            <p:nvPr/>
          </p:nvSpPr>
          <p:spPr>
            <a:xfrm>
              <a:off x="9637713" y="113665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2" name="Google Shape;582;p22"/>
            <p:cNvSpPr/>
            <p:nvPr/>
          </p:nvSpPr>
          <p:spPr>
            <a:xfrm>
              <a:off x="9872663" y="923925"/>
              <a:ext cx="38100" cy="38100"/>
            </a:xfrm>
            <a:custGeom>
              <a:rect b="b" l="l" r="r" t="t"/>
              <a:pathLst>
                <a:path extrusionOk="0" h="9" w="9">
                  <a:moveTo>
                    <a:pt x="4" y="9"/>
                  </a:moveTo>
                  <a:cubicBezTo>
                    <a:pt x="5" y="9"/>
                    <a:pt x="6" y="8"/>
                    <a:pt x="7" y="8"/>
                  </a:cubicBezTo>
                  <a:cubicBezTo>
                    <a:pt x="8" y="7"/>
                    <a:pt x="8" y="7"/>
                    <a:pt x="8" y="7"/>
                  </a:cubicBezTo>
                  <a:cubicBezTo>
                    <a:pt x="9" y="5"/>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3" name="Google Shape;583;p22"/>
            <p:cNvSpPr/>
            <p:nvPr/>
          </p:nvSpPr>
          <p:spPr>
            <a:xfrm>
              <a:off x="11747500" y="-78105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4" name="Google Shape;584;p22"/>
            <p:cNvSpPr/>
            <p:nvPr/>
          </p:nvSpPr>
          <p:spPr>
            <a:xfrm>
              <a:off x="11863388" y="-887413"/>
              <a:ext cx="41275"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5" name="Google Shape;585;p22"/>
            <p:cNvSpPr/>
            <p:nvPr/>
          </p:nvSpPr>
          <p:spPr>
            <a:xfrm>
              <a:off x="11982450" y="-993775"/>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6" name="Google Shape;586;p22"/>
            <p:cNvSpPr/>
            <p:nvPr/>
          </p:nvSpPr>
          <p:spPr>
            <a:xfrm>
              <a:off x="10107613" y="708025"/>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7" name="Google Shape;587;p22"/>
            <p:cNvSpPr/>
            <p:nvPr/>
          </p:nvSpPr>
          <p:spPr>
            <a:xfrm>
              <a:off x="9753600" y="1030287"/>
              <a:ext cx="42863" cy="38100"/>
            </a:xfrm>
            <a:custGeom>
              <a:rect b="b" l="l" r="r" t="t"/>
              <a:pathLst>
                <a:path extrusionOk="0" h="9" w="10">
                  <a:moveTo>
                    <a:pt x="5"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8" name="Google Shape;588;p22"/>
            <p:cNvSpPr/>
            <p:nvPr/>
          </p:nvSpPr>
          <p:spPr>
            <a:xfrm>
              <a:off x="12450763" y="-1419225"/>
              <a:ext cx="42863"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89" name="Google Shape;589;p22"/>
            <p:cNvSpPr/>
            <p:nvPr/>
          </p:nvSpPr>
          <p:spPr>
            <a:xfrm>
              <a:off x="9986963" y="817562"/>
              <a:ext cx="42863" cy="38100"/>
            </a:xfrm>
            <a:custGeom>
              <a:rect b="b" l="l" r="r" t="t"/>
              <a:pathLst>
                <a:path extrusionOk="0" h="9" w="10">
                  <a:moveTo>
                    <a:pt x="5" y="9"/>
                  </a:moveTo>
                  <a:cubicBezTo>
                    <a:pt x="5" y="9"/>
                    <a:pt x="6"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2" y="7"/>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0" name="Google Shape;590;p22"/>
            <p:cNvSpPr/>
            <p:nvPr/>
          </p:nvSpPr>
          <p:spPr>
            <a:xfrm>
              <a:off x="12096750" y="-110013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1" name="Google Shape;591;p22"/>
            <p:cNvSpPr/>
            <p:nvPr/>
          </p:nvSpPr>
          <p:spPr>
            <a:xfrm>
              <a:off x="11628438" y="-67468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2" name="Google Shape;592;p22"/>
            <p:cNvSpPr/>
            <p:nvPr/>
          </p:nvSpPr>
          <p:spPr>
            <a:xfrm>
              <a:off x="10690225" y="176212"/>
              <a:ext cx="42863" cy="41275"/>
            </a:xfrm>
            <a:custGeom>
              <a:rect b="b" l="l" r="r" t="t"/>
              <a:pathLst>
                <a:path extrusionOk="0" h="10" w="10">
                  <a:moveTo>
                    <a:pt x="5" y="10"/>
                  </a:moveTo>
                  <a:cubicBezTo>
                    <a:pt x="6" y="10"/>
                    <a:pt x="7"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3" name="Google Shape;593;p22"/>
            <p:cNvSpPr/>
            <p:nvPr/>
          </p:nvSpPr>
          <p:spPr>
            <a:xfrm>
              <a:off x="10575925" y="282575"/>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4" name="Google Shape;594;p22"/>
            <p:cNvSpPr/>
            <p:nvPr/>
          </p:nvSpPr>
          <p:spPr>
            <a:xfrm>
              <a:off x="12565063" y="-1525588"/>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5" name="Google Shape;595;p22"/>
            <p:cNvSpPr/>
            <p:nvPr/>
          </p:nvSpPr>
          <p:spPr>
            <a:xfrm>
              <a:off x="11044238" y="-142875"/>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6" name="Google Shape;596;p22"/>
            <p:cNvSpPr/>
            <p:nvPr/>
          </p:nvSpPr>
          <p:spPr>
            <a:xfrm>
              <a:off x="10810875" y="69850"/>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7" name="Google Shape;597;p22"/>
            <p:cNvSpPr/>
            <p:nvPr/>
          </p:nvSpPr>
          <p:spPr>
            <a:xfrm>
              <a:off x="11160125" y="-249238"/>
              <a:ext cx="41275" cy="38100"/>
            </a:xfrm>
            <a:custGeom>
              <a:rect b="b" l="l" r="r" t="t"/>
              <a:pathLst>
                <a:path extrusionOk="0" h="9" w="10">
                  <a:moveTo>
                    <a:pt x="5" y="9"/>
                  </a:moveTo>
                  <a:cubicBezTo>
                    <a:pt x="6" y="9"/>
                    <a:pt x="7" y="9"/>
                    <a:pt x="7" y="8"/>
                  </a:cubicBezTo>
                  <a:cubicBezTo>
                    <a:pt x="8" y="8"/>
                    <a:pt x="8" y="8"/>
                    <a:pt x="8" y="8"/>
                  </a:cubicBezTo>
                  <a:cubicBezTo>
                    <a:pt x="10" y="6"/>
                    <a:pt x="10" y="4"/>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8" name="Google Shape;598;p22"/>
            <p:cNvSpPr/>
            <p:nvPr/>
          </p:nvSpPr>
          <p:spPr>
            <a:xfrm>
              <a:off x="12685713" y="-1631950"/>
              <a:ext cx="41275"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599" name="Google Shape;599;p22"/>
            <p:cNvSpPr/>
            <p:nvPr/>
          </p:nvSpPr>
          <p:spPr>
            <a:xfrm>
              <a:off x="11279188" y="-355600"/>
              <a:ext cx="38100" cy="38100"/>
            </a:xfrm>
            <a:custGeom>
              <a:rect b="b" l="l" r="r" t="t"/>
              <a:pathLst>
                <a:path extrusionOk="0" h="9" w="9">
                  <a:moveTo>
                    <a:pt x="4" y="9"/>
                  </a:moveTo>
                  <a:cubicBezTo>
                    <a:pt x="5" y="9"/>
                    <a:pt x="6" y="9"/>
                    <a:pt x="7" y="8"/>
                  </a:cubicBezTo>
                  <a:cubicBezTo>
                    <a:pt x="8" y="7"/>
                    <a:pt x="8" y="7"/>
                    <a:pt x="8" y="7"/>
                  </a:cubicBezTo>
                  <a:cubicBezTo>
                    <a:pt x="9" y="6"/>
                    <a:pt x="9" y="3"/>
                    <a:pt x="8" y="2"/>
                  </a:cubicBezTo>
                  <a:cubicBezTo>
                    <a:pt x="6" y="0"/>
                    <a:pt x="4" y="0"/>
                    <a:pt x="2" y="2"/>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0" name="Google Shape;600;p22"/>
            <p:cNvSpPr/>
            <p:nvPr/>
          </p:nvSpPr>
          <p:spPr>
            <a:xfrm>
              <a:off x="10925175" y="-36513"/>
              <a:ext cx="42863" cy="38100"/>
            </a:xfrm>
            <a:custGeom>
              <a:rect b="b" l="l" r="r" t="t"/>
              <a:pathLst>
                <a:path extrusionOk="0" h="9" w="10">
                  <a:moveTo>
                    <a:pt x="5" y="9"/>
                  </a:moveTo>
                  <a:cubicBezTo>
                    <a:pt x="6" y="9"/>
                    <a:pt x="7" y="9"/>
                    <a:pt x="7" y="8"/>
                  </a:cubicBezTo>
                  <a:cubicBezTo>
                    <a:pt x="8" y="8"/>
                    <a:pt x="8" y="8"/>
                    <a:pt x="8" y="8"/>
                  </a:cubicBezTo>
                  <a:cubicBezTo>
                    <a:pt x="10" y="6"/>
                    <a:pt x="10" y="4"/>
                    <a:pt x="8" y="2"/>
                  </a:cubicBezTo>
                  <a:cubicBezTo>
                    <a:pt x="7" y="0"/>
                    <a:pt x="4" y="0"/>
                    <a:pt x="3" y="2"/>
                  </a:cubicBezTo>
                  <a:cubicBezTo>
                    <a:pt x="2" y="2"/>
                    <a:pt x="2" y="2"/>
                    <a:pt x="2" y="2"/>
                  </a:cubicBezTo>
                  <a:cubicBezTo>
                    <a:pt x="0" y="4"/>
                    <a:pt x="0" y="7"/>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1" name="Google Shape;601;p22"/>
            <p:cNvSpPr/>
            <p:nvPr/>
          </p:nvSpPr>
          <p:spPr>
            <a:xfrm>
              <a:off x="10456863" y="388937"/>
              <a:ext cx="42863" cy="41275"/>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2" name="Google Shape;602;p22"/>
            <p:cNvSpPr/>
            <p:nvPr/>
          </p:nvSpPr>
          <p:spPr>
            <a:xfrm>
              <a:off x="12399963" y="-102870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3" name="Google Shape;603;p22"/>
            <p:cNvSpPr/>
            <p:nvPr/>
          </p:nvSpPr>
          <p:spPr>
            <a:xfrm>
              <a:off x="12045950" y="-709613"/>
              <a:ext cx="42863" cy="38100"/>
            </a:xfrm>
            <a:custGeom>
              <a:rect b="b" l="l" r="r" t="t"/>
              <a:pathLst>
                <a:path extrusionOk="0" h="9" w="10">
                  <a:moveTo>
                    <a:pt x="5" y="9"/>
                  </a:moveTo>
                  <a:cubicBezTo>
                    <a:pt x="6" y="9"/>
                    <a:pt x="7" y="9"/>
                    <a:pt x="7" y="8"/>
                  </a:cubicBezTo>
                  <a:cubicBezTo>
                    <a:pt x="8" y="8"/>
                    <a:pt x="8" y="8"/>
                    <a:pt x="8" y="8"/>
                  </a:cubicBezTo>
                  <a:cubicBezTo>
                    <a:pt x="10" y="6"/>
                    <a:pt x="10" y="4"/>
                    <a:pt x="9" y="2"/>
                  </a:cubicBezTo>
                  <a:cubicBezTo>
                    <a:pt x="7" y="0"/>
                    <a:pt x="5" y="0"/>
                    <a:pt x="3" y="2"/>
                  </a:cubicBezTo>
                  <a:cubicBezTo>
                    <a:pt x="2" y="2"/>
                    <a:pt x="2" y="2"/>
                    <a:pt x="2" y="2"/>
                  </a:cubicBezTo>
                  <a:cubicBezTo>
                    <a:pt x="0" y="4"/>
                    <a:pt x="0" y="7"/>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4" name="Google Shape;604;p22"/>
            <p:cNvSpPr/>
            <p:nvPr/>
          </p:nvSpPr>
          <p:spPr>
            <a:xfrm>
              <a:off x="11342688" y="-71438"/>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4" y="10"/>
                    <a:pt x="5" y="10"/>
                  </a:cubicBezTo>
                  <a:cubicBezTo>
                    <a:pt x="6" y="10"/>
                    <a:pt x="7"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5" name="Google Shape;605;p22"/>
            <p:cNvSpPr/>
            <p:nvPr/>
          </p:nvSpPr>
          <p:spPr>
            <a:xfrm>
              <a:off x="11461750" y="-177800"/>
              <a:ext cx="38100" cy="42863"/>
            </a:xfrm>
            <a:custGeom>
              <a:rect b="b" l="l" r="r" t="t"/>
              <a:pathLst>
                <a:path extrusionOk="0" h="10" w="9">
                  <a:moveTo>
                    <a:pt x="7" y="9"/>
                  </a:moveTo>
                  <a:cubicBezTo>
                    <a:pt x="8" y="8"/>
                    <a:pt x="8" y="8"/>
                    <a:pt x="8" y="8"/>
                  </a:cubicBezTo>
                  <a:cubicBezTo>
                    <a:pt x="9" y="6"/>
                    <a:pt x="9" y="4"/>
                    <a:pt x="8" y="2"/>
                  </a:cubicBezTo>
                  <a:cubicBezTo>
                    <a:pt x="7"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6" name="Google Shape;606;p22"/>
            <p:cNvSpPr/>
            <p:nvPr/>
          </p:nvSpPr>
          <p:spPr>
            <a:xfrm>
              <a:off x="10406063" y="784225"/>
              <a:ext cx="41275"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7"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7" name="Google Shape;607;p22"/>
            <p:cNvSpPr/>
            <p:nvPr/>
          </p:nvSpPr>
          <p:spPr>
            <a:xfrm>
              <a:off x="11931650" y="-603250"/>
              <a:ext cx="41275" cy="38100"/>
            </a:xfrm>
            <a:custGeom>
              <a:rect b="b" l="l" r="r" t="t"/>
              <a:pathLst>
                <a:path extrusionOk="0" h="9" w="10">
                  <a:moveTo>
                    <a:pt x="4" y="9"/>
                  </a:moveTo>
                  <a:cubicBezTo>
                    <a:pt x="5" y="9"/>
                    <a:pt x="6" y="9"/>
                    <a:pt x="7" y="8"/>
                  </a:cubicBezTo>
                  <a:cubicBezTo>
                    <a:pt x="8" y="8"/>
                    <a:pt x="8" y="8"/>
                    <a:pt x="8" y="8"/>
                  </a:cubicBezTo>
                  <a:cubicBezTo>
                    <a:pt x="9" y="6"/>
                    <a:pt x="10" y="4"/>
                    <a:pt x="8" y="2"/>
                  </a:cubicBezTo>
                  <a:cubicBezTo>
                    <a:pt x="7"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8" name="Google Shape;608;p22"/>
            <p:cNvSpPr/>
            <p:nvPr/>
          </p:nvSpPr>
          <p:spPr>
            <a:xfrm>
              <a:off x="12165013" y="-815975"/>
              <a:ext cx="42863" cy="38100"/>
            </a:xfrm>
            <a:custGeom>
              <a:rect b="b" l="l" r="r" t="t"/>
              <a:pathLst>
                <a:path extrusionOk="0" h="9" w="10">
                  <a:moveTo>
                    <a:pt x="4" y="9"/>
                  </a:moveTo>
                  <a:cubicBezTo>
                    <a:pt x="5" y="9"/>
                    <a:pt x="6" y="9"/>
                    <a:pt x="7" y="8"/>
                  </a:cubicBezTo>
                  <a:cubicBezTo>
                    <a:pt x="8" y="8"/>
                    <a:pt x="8" y="8"/>
                    <a:pt x="8" y="8"/>
                  </a:cubicBezTo>
                  <a:cubicBezTo>
                    <a:pt x="9" y="6"/>
                    <a:pt x="10" y="4"/>
                    <a:pt x="8" y="2"/>
                  </a:cubicBezTo>
                  <a:cubicBezTo>
                    <a:pt x="7" y="0"/>
                    <a:pt x="4" y="0"/>
                    <a:pt x="2"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09" name="Google Shape;609;p22"/>
            <p:cNvSpPr/>
            <p:nvPr/>
          </p:nvSpPr>
          <p:spPr>
            <a:xfrm>
              <a:off x="12633325" y="-1241425"/>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0" name="Google Shape;610;p22"/>
            <p:cNvSpPr/>
            <p:nvPr/>
          </p:nvSpPr>
          <p:spPr>
            <a:xfrm>
              <a:off x="10758488" y="465137"/>
              <a:ext cx="38100" cy="38100"/>
            </a:xfrm>
            <a:custGeom>
              <a:rect b="b" l="l" r="r" t="t"/>
              <a:pathLst>
                <a:path extrusionOk="0" h="9" w="9">
                  <a:moveTo>
                    <a:pt x="7" y="8"/>
                  </a:move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1" name="Google Shape;611;p22"/>
            <p:cNvSpPr/>
            <p:nvPr/>
          </p:nvSpPr>
          <p:spPr>
            <a:xfrm>
              <a:off x="10525125" y="677862"/>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2" name="Google Shape;612;p22"/>
            <p:cNvSpPr/>
            <p:nvPr/>
          </p:nvSpPr>
          <p:spPr>
            <a:xfrm>
              <a:off x="12280900" y="-922338"/>
              <a:ext cx="41275" cy="38100"/>
            </a:xfrm>
            <a:custGeom>
              <a:rect b="b" l="l" r="r" t="t"/>
              <a:pathLst>
                <a:path extrusionOk="0" h="9" w="10">
                  <a:moveTo>
                    <a:pt x="5" y="9"/>
                  </a:moveTo>
                  <a:cubicBezTo>
                    <a:pt x="6" y="9"/>
                    <a:pt x="7" y="9"/>
                    <a:pt x="7" y="8"/>
                  </a:cubicBezTo>
                  <a:cubicBezTo>
                    <a:pt x="8" y="8"/>
                    <a:pt x="8" y="8"/>
                    <a:pt x="8" y="8"/>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3" name="Google Shape;613;p22"/>
            <p:cNvSpPr/>
            <p:nvPr/>
          </p:nvSpPr>
          <p:spPr>
            <a:xfrm>
              <a:off x="11228388" y="39687"/>
              <a:ext cx="38100" cy="38100"/>
            </a:xfrm>
            <a:custGeom>
              <a:rect b="b" l="l" r="r" t="t"/>
              <a:pathLst>
                <a:path extrusionOk="0" h="9" w="9">
                  <a:moveTo>
                    <a:pt x="7" y="8"/>
                  </a:moveTo>
                  <a:cubicBezTo>
                    <a:pt x="8" y="7"/>
                    <a:pt x="8" y="7"/>
                    <a:pt x="8" y="7"/>
                  </a:cubicBezTo>
                  <a:cubicBezTo>
                    <a:pt x="9" y="5"/>
                    <a:pt x="9" y="3"/>
                    <a:pt x="8" y="1"/>
                  </a:cubicBezTo>
                  <a:cubicBezTo>
                    <a:pt x="6" y="0"/>
                    <a:pt x="4" y="0"/>
                    <a:pt x="2" y="1"/>
                  </a:cubicBezTo>
                  <a:cubicBezTo>
                    <a:pt x="1" y="2"/>
                    <a:pt x="1" y="2"/>
                    <a:pt x="1" y="2"/>
                  </a:cubicBezTo>
                  <a:cubicBezTo>
                    <a:pt x="0" y="3"/>
                    <a:pt x="0" y="6"/>
                    <a:pt x="1" y="7"/>
                  </a:cubicBezTo>
                  <a:cubicBezTo>
                    <a:pt x="2" y="8"/>
                    <a:pt x="3" y="9"/>
                    <a:pt x="4" y="9"/>
                  </a:cubicBezTo>
                  <a:cubicBezTo>
                    <a:pt x="5" y="9"/>
                    <a:pt x="6"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4" name="Google Shape;614;p22"/>
            <p:cNvSpPr/>
            <p:nvPr/>
          </p:nvSpPr>
          <p:spPr>
            <a:xfrm>
              <a:off x="11107738" y="146050"/>
              <a:ext cx="42863" cy="38100"/>
            </a:xfrm>
            <a:custGeom>
              <a:rect b="b" l="l" r="r" t="t"/>
              <a:pathLst>
                <a:path extrusionOk="0" h="9" w="10">
                  <a:moveTo>
                    <a:pt x="7" y="8"/>
                  </a:moveTo>
                  <a:cubicBezTo>
                    <a:pt x="8" y="7"/>
                    <a:pt x="8" y="7"/>
                    <a:pt x="8" y="7"/>
                  </a:cubicBezTo>
                  <a:cubicBezTo>
                    <a:pt x="10" y="5"/>
                    <a:pt x="10" y="3"/>
                    <a:pt x="8" y="1"/>
                  </a:cubicBezTo>
                  <a:cubicBezTo>
                    <a:pt x="7" y="0"/>
                    <a:pt x="4" y="0"/>
                    <a:pt x="3" y="1"/>
                  </a:cubicBezTo>
                  <a:cubicBezTo>
                    <a:pt x="2" y="2"/>
                    <a:pt x="2" y="2"/>
                    <a:pt x="2" y="2"/>
                  </a:cubicBezTo>
                  <a:cubicBezTo>
                    <a:pt x="0" y="3"/>
                    <a:pt x="0" y="6"/>
                    <a:pt x="2" y="7"/>
                  </a:cubicBezTo>
                  <a:cubicBezTo>
                    <a:pt x="2" y="8"/>
                    <a:pt x="4" y="9"/>
                    <a:pt x="5" y="9"/>
                  </a:cubicBezTo>
                  <a:cubicBezTo>
                    <a:pt x="6" y="9"/>
                    <a:pt x="7"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5" name="Google Shape;615;p22"/>
            <p:cNvSpPr/>
            <p:nvPr/>
          </p:nvSpPr>
          <p:spPr>
            <a:xfrm>
              <a:off x="10171113" y="996950"/>
              <a:ext cx="42863"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6" name="Google Shape;616;p22"/>
            <p:cNvSpPr/>
            <p:nvPr/>
          </p:nvSpPr>
          <p:spPr>
            <a:xfrm>
              <a:off x="9936163" y="1209675"/>
              <a:ext cx="42863"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7" name="Google Shape;617;p22"/>
            <p:cNvSpPr/>
            <p:nvPr/>
          </p:nvSpPr>
          <p:spPr>
            <a:xfrm>
              <a:off x="10993438" y="252412"/>
              <a:ext cx="38100" cy="38100"/>
            </a:xfrm>
            <a:custGeom>
              <a:rect b="b" l="l" r="r" t="t"/>
              <a:pathLst>
                <a:path extrusionOk="0" h="9" w="9">
                  <a:moveTo>
                    <a:pt x="7" y="8"/>
                  </a:moveTo>
                  <a:cubicBezTo>
                    <a:pt x="8" y="7"/>
                    <a:pt x="8" y="7"/>
                    <a:pt x="8" y="7"/>
                  </a:cubicBezTo>
                  <a:cubicBezTo>
                    <a:pt x="9" y="5"/>
                    <a:pt x="9" y="3"/>
                    <a:pt x="8" y="1"/>
                  </a:cubicBezTo>
                  <a:cubicBezTo>
                    <a:pt x="6" y="0"/>
                    <a:pt x="4" y="0"/>
                    <a:pt x="2" y="1"/>
                  </a:cubicBezTo>
                  <a:cubicBezTo>
                    <a:pt x="1" y="2"/>
                    <a:pt x="1" y="2"/>
                    <a:pt x="1" y="2"/>
                  </a:cubicBezTo>
                  <a:cubicBezTo>
                    <a:pt x="0" y="3"/>
                    <a:pt x="0" y="6"/>
                    <a:pt x="1" y="8"/>
                  </a:cubicBezTo>
                  <a:cubicBezTo>
                    <a:pt x="2" y="8"/>
                    <a:pt x="3" y="9"/>
                    <a:pt x="4" y="9"/>
                  </a:cubicBezTo>
                  <a:cubicBezTo>
                    <a:pt x="5" y="9"/>
                    <a:pt x="6"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8" name="Google Shape;618;p22"/>
            <p:cNvSpPr/>
            <p:nvPr/>
          </p:nvSpPr>
          <p:spPr>
            <a:xfrm>
              <a:off x="11696700" y="-390525"/>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7"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19" name="Google Shape;619;p22"/>
            <p:cNvSpPr/>
            <p:nvPr/>
          </p:nvSpPr>
          <p:spPr>
            <a:xfrm>
              <a:off x="12868275" y="-145415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0" name="Google Shape;620;p22"/>
            <p:cNvSpPr/>
            <p:nvPr/>
          </p:nvSpPr>
          <p:spPr>
            <a:xfrm>
              <a:off x="9821863" y="131603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1" name="Google Shape;621;p22"/>
            <p:cNvSpPr/>
            <p:nvPr/>
          </p:nvSpPr>
          <p:spPr>
            <a:xfrm>
              <a:off x="12749213" y="-134778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2" name="Google Shape;622;p22"/>
            <p:cNvSpPr/>
            <p:nvPr/>
          </p:nvSpPr>
          <p:spPr>
            <a:xfrm>
              <a:off x="10290175" y="890587"/>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3" name="Google Shape;623;p22"/>
            <p:cNvSpPr/>
            <p:nvPr/>
          </p:nvSpPr>
          <p:spPr>
            <a:xfrm>
              <a:off x="12984163" y="-1560513"/>
              <a:ext cx="41275" cy="39688"/>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4" name="Google Shape;624;p22"/>
            <p:cNvSpPr/>
            <p:nvPr/>
          </p:nvSpPr>
          <p:spPr>
            <a:xfrm>
              <a:off x="11577638" y="-284163"/>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5" name="Google Shape;625;p22"/>
            <p:cNvSpPr/>
            <p:nvPr/>
          </p:nvSpPr>
          <p:spPr>
            <a:xfrm>
              <a:off x="10055225" y="1103312"/>
              <a:ext cx="39688"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6" name="Google Shape;626;p22"/>
            <p:cNvSpPr/>
            <p:nvPr/>
          </p:nvSpPr>
          <p:spPr>
            <a:xfrm>
              <a:off x="11811000" y="-496888"/>
              <a:ext cx="42863" cy="42863"/>
            </a:xfrm>
            <a:custGeom>
              <a:rect b="b" l="l" r="r" t="t"/>
              <a:pathLst>
                <a:path extrusionOk="0" h="10" w="10">
                  <a:moveTo>
                    <a:pt x="5" y="10"/>
                  </a:moveTo>
                  <a:cubicBezTo>
                    <a:pt x="6" y="10"/>
                    <a:pt x="7" y="9"/>
                    <a:pt x="7" y="8"/>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7" name="Google Shape;627;p22"/>
            <p:cNvSpPr/>
            <p:nvPr/>
          </p:nvSpPr>
          <p:spPr>
            <a:xfrm>
              <a:off x="10874375" y="358775"/>
              <a:ext cx="42863" cy="38100"/>
            </a:xfrm>
            <a:custGeom>
              <a:rect b="b" l="l" r="r" t="t"/>
              <a:pathLst>
                <a:path extrusionOk="0" h="9" w="10">
                  <a:moveTo>
                    <a:pt x="7" y="8"/>
                  </a:move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4" y="9"/>
                    <a:pt x="5" y="9"/>
                  </a:cubicBezTo>
                  <a:cubicBezTo>
                    <a:pt x="6" y="9"/>
                    <a:pt x="7"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8" name="Google Shape;628;p22"/>
            <p:cNvSpPr/>
            <p:nvPr/>
          </p:nvSpPr>
          <p:spPr>
            <a:xfrm>
              <a:off x="10639425" y="571500"/>
              <a:ext cx="42863" cy="38100"/>
            </a:xfrm>
            <a:custGeom>
              <a:rect b="b" l="l" r="r" t="t"/>
              <a:pathLst>
                <a:path extrusionOk="0" h="9" w="10">
                  <a:moveTo>
                    <a:pt x="3" y="1"/>
                  </a:moveTo>
                  <a:cubicBezTo>
                    <a:pt x="2" y="2"/>
                    <a:pt x="2" y="2"/>
                    <a:pt x="2" y="2"/>
                  </a:cubicBezTo>
                  <a:cubicBezTo>
                    <a:pt x="0" y="3"/>
                    <a:pt x="0" y="6"/>
                    <a:pt x="2" y="8"/>
                  </a:cubicBezTo>
                  <a:cubicBezTo>
                    <a:pt x="2" y="9"/>
                    <a:pt x="4" y="9"/>
                    <a:pt x="5" y="9"/>
                  </a:cubicBezTo>
                  <a:cubicBezTo>
                    <a:pt x="6" y="9"/>
                    <a:pt x="7" y="9"/>
                    <a:pt x="7" y="8"/>
                  </a:cubicBezTo>
                  <a:cubicBezTo>
                    <a:pt x="8" y="7"/>
                    <a:pt x="8" y="7"/>
                    <a:pt x="8" y="7"/>
                  </a:cubicBezTo>
                  <a:cubicBezTo>
                    <a:pt x="10" y="6"/>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29" name="Google Shape;629;p22"/>
            <p:cNvSpPr/>
            <p:nvPr/>
          </p:nvSpPr>
          <p:spPr>
            <a:xfrm>
              <a:off x="12514263" y="-1135063"/>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0" name="Google Shape;630;p22"/>
            <p:cNvSpPr/>
            <p:nvPr/>
          </p:nvSpPr>
          <p:spPr>
            <a:xfrm>
              <a:off x="12357100" y="-644525"/>
              <a:ext cx="42863"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1" name="Google Shape;631;p22"/>
            <p:cNvSpPr/>
            <p:nvPr/>
          </p:nvSpPr>
          <p:spPr>
            <a:xfrm>
              <a:off x="12476163" y="-750887"/>
              <a:ext cx="42863"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2" name="Google Shape;632;p22"/>
            <p:cNvSpPr/>
            <p:nvPr/>
          </p:nvSpPr>
          <p:spPr>
            <a:xfrm>
              <a:off x="11772900" y="-114300"/>
              <a:ext cx="42863" cy="39688"/>
            </a:xfrm>
            <a:custGeom>
              <a:rect b="b" l="l" r="r" t="t"/>
              <a:pathLst>
                <a:path extrusionOk="0" h="9" w="10">
                  <a:moveTo>
                    <a:pt x="2" y="3"/>
                  </a:moveTo>
                  <a:cubicBezTo>
                    <a:pt x="0" y="4"/>
                    <a:pt x="0" y="7"/>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3" name="Google Shape;633;p22"/>
            <p:cNvSpPr/>
            <p:nvPr/>
          </p:nvSpPr>
          <p:spPr>
            <a:xfrm>
              <a:off x="10366375" y="1166813"/>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4" name="Google Shape;634;p22"/>
            <p:cNvSpPr/>
            <p:nvPr/>
          </p:nvSpPr>
          <p:spPr>
            <a:xfrm>
              <a:off x="11069638" y="528638"/>
              <a:ext cx="42863" cy="38100"/>
            </a:xfrm>
            <a:custGeom>
              <a:rect b="b" l="l" r="r" t="t"/>
              <a:pathLst>
                <a:path extrusionOk="0" h="9" w="10">
                  <a:moveTo>
                    <a:pt x="2" y="2"/>
                  </a:moveTo>
                  <a:cubicBezTo>
                    <a:pt x="0" y="3"/>
                    <a:pt x="0" y="6"/>
                    <a:pt x="1" y="7"/>
                  </a:cubicBezTo>
                  <a:cubicBezTo>
                    <a:pt x="2" y="8"/>
                    <a:pt x="3" y="9"/>
                    <a:pt x="4" y="9"/>
                  </a:cubicBezTo>
                  <a:cubicBezTo>
                    <a:pt x="5" y="9"/>
                    <a:pt x="6" y="8"/>
                    <a:pt x="7" y="8"/>
                  </a:cubicBezTo>
                  <a:cubicBezTo>
                    <a:pt x="8" y="7"/>
                    <a:pt x="8" y="7"/>
                    <a:pt x="8" y="7"/>
                  </a:cubicBezTo>
                  <a:cubicBezTo>
                    <a:pt x="10" y="5"/>
                    <a:pt x="10" y="3"/>
                    <a:pt x="8" y="1"/>
                  </a:cubicBezTo>
                  <a:cubicBezTo>
                    <a:pt x="7" y="0"/>
                    <a:pt x="4" y="0"/>
                    <a:pt x="2"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5" name="Google Shape;635;p22"/>
            <p:cNvSpPr/>
            <p:nvPr/>
          </p:nvSpPr>
          <p:spPr>
            <a:xfrm>
              <a:off x="11185525" y="417513"/>
              <a:ext cx="42863" cy="42863"/>
            </a:xfrm>
            <a:custGeom>
              <a:rect b="b" l="l" r="r" t="t"/>
              <a:pathLst>
                <a:path extrusionOk="0" h="10" w="10">
                  <a:moveTo>
                    <a:pt x="2" y="3"/>
                  </a:moveTo>
                  <a:cubicBezTo>
                    <a:pt x="0" y="4"/>
                    <a:pt x="0" y="7"/>
                    <a:pt x="2" y="8"/>
                  </a:cubicBezTo>
                  <a:cubicBezTo>
                    <a:pt x="3" y="9"/>
                    <a:pt x="4" y="10"/>
                    <a:pt x="5" y="10"/>
                  </a:cubicBezTo>
                  <a:cubicBezTo>
                    <a:pt x="6" y="10"/>
                    <a:pt x="7" y="9"/>
                    <a:pt x="8" y="9"/>
                  </a:cubicBezTo>
                  <a:cubicBezTo>
                    <a:pt x="8" y="8"/>
                    <a:pt x="8" y="8"/>
                    <a:pt x="8" y="8"/>
                  </a:cubicBezTo>
                  <a:cubicBezTo>
                    <a:pt x="10" y="6"/>
                    <a:pt x="10" y="4"/>
                    <a:pt x="9" y="2"/>
                  </a:cubicBezTo>
                  <a:cubicBezTo>
                    <a:pt x="7" y="1"/>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6" name="Google Shape;636;p22"/>
            <p:cNvSpPr/>
            <p:nvPr/>
          </p:nvSpPr>
          <p:spPr>
            <a:xfrm>
              <a:off x="10482263" y="1060450"/>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7" name="Google Shape;637;p22"/>
            <p:cNvSpPr/>
            <p:nvPr/>
          </p:nvSpPr>
          <p:spPr>
            <a:xfrm>
              <a:off x="10601325" y="954088"/>
              <a:ext cx="42863" cy="38100"/>
            </a:xfrm>
            <a:custGeom>
              <a:rect b="b" l="l" r="r" t="t"/>
              <a:pathLst>
                <a:path extrusionOk="0" h="9" w="10">
                  <a:moveTo>
                    <a:pt x="2" y="1"/>
                  </a:moveTo>
                  <a:cubicBezTo>
                    <a:pt x="2" y="2"/>
                    <a:pt x="2" y="2"/>
                    <a:pt x="2" y="2"/>
                  </a:cubicBezTo>
                  <a:cubicBezTo>
                    <a:pt x="0" y="3"/>
                    <a:pt x="0" y="6"/>
                    <a:pt x="1" y="8"/>
                  </a:cubicBezTo>
                  <a:cubicBezTo>
                    <a:pt x="2" y="8"/>
                    <a:pt x="3" y="9"/>
                    <a:pt x="4" y="9"/>
                  </a:cubicBezTo>
                  <a:cubicBezTo>
                    <a:pt x="5" y="9"/>
                    <a:pt x="6" y="9"/>
                    <a:pt x="7" y="8"/>
                  </a:cubicBezTo>
                  <a:cubicBezTo>
                    <a:pt x="8" y="7"/>
                    <a:pt x="8" y="7"/>
                    <a:pt x="8" y="7"/>
                  </a:cubicBezTo>
                  <a:cubicBezTo>
                    <a:pt x="9"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8" name="Google Shape;638;p22"/>
            <p:cNvSpPr/>
            <p:nvPr/>
          </p:nvSpPr>
          <p:spPr>
            <a:xfrm>
              <a:off x="11304588" y="311150"/>
              <a:ext cx="42863" cy="42863"/>
            </a:xfrm>
            <a:custGeom>
              <a:rect b="b" l="l" r="r" t="t"/>
              <a:pathLst>
                <a:path extrusionOk="0" h="10" w="10">
                  <a:moveTo>
                    <a:pt x="2" y="3"/>
                  </a:move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1"/>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39" name="Google Shape;639;p22"/>
            <p:cNvSpPr/>
            <p:nvPr/>
          </p:nvSpPr>
          <p:spPr>
            <a:xfrm>
              <a:off x="11888788" y="-220662"/>
              <a:ext cx="42863" cy="39688"/>
            </a:xfrm>
            <a:custGeom>
              <a:rect b="b" l="l" r="r" t="t"/>
              <a:pathLst>
                <a:path extrusionOk="0" h="9" w="10">
                  <a:moveTo>
                    <a:pt x="2" y="2"/>
                  </a:moveTo>
                  <a:cubicBezTo>
                    <a:pt x="1" y="4"/>
                    <a:pt x="0" y="7"/>
                    <a:pt x="2" y="8"/>
                  </a:cubicBezTo>
                  <a:cubicBezTo>
                    <a:pt x="3" y="9"/>
                    <a:pt x="4" y="9"/>
                    <a:pt x="5" y="9"/>
                  </a:cubicBezTo>
                  <a:cubicBezTo>
                    <a:pt x="6" y="9"/>
                    <a:pt x="7" y="9"/>
                    <a:pt x="8" y="8"/>
                  </a:cubicBezTo>
                  <a:cubicBezTo>
                    <a:pt x="8" y="8"/>
                    <a:pt x="8" y="8"/>
                    <a:pt x="8" y="8"/>
                  </a:cubicBezTo>
                  <a:cubicBezTo>
                    <a:pt x="10" y="6"/>
                    <a:pt x="10" y="4"/>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0" name="Google Shape;640;p22"/>
            <p:cNvSpPr/>
            <p:nvPr/>
          </p:nvSpPr>
          <p:spPr>
            <a:xfrm>
              <a:off x="12592050" y="-857250"/>
              <a:ext cx="41275"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1" name="Google Shape;641;p22"/>
            <p:cNvSpPr/>
            <p:nvPr/>
          </p:nvSpPr>
          <p:spPr>
            <a:xfrm>
              <a:off x="12007850" y="-327025"/>
              <a:ext cx="42863" cy="39688"/>
            </a:xfrm>
            <a:custGeom>
              <a:rect b="b" l="l" r="r" t="t"/>
              <a:pathLst>
                <a:path extrusionOk="0" h="9" w="10">
                  <a:moveTo>
                    <a:pt x="2" y="2"/>
                  </a:moveTo>
                  <a:cubicBezTo>
                    <a:pt x="0" y="4"/>
                    <a:pt x="0" y="6"/>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2" name="Google Shape;642;p22"/>
            <p:cNvSpPr/>
            <p:nvPr/>
          </p:nvSpPr>
          <p:spPr>
            <a:xfrm>
              <a:off x="12241213" y="-539750"/>
              <a:ext cx="42863" cy="39688"/>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3" name="Google Shape;643;p22"/>
            <p:cNvSpPr/>
            <p:nvPr/>
          </p:nvSpPr>
          <p:spPr>
            <a:xfrm>
              <a:off x="11539538" y="98425"/>
              <a:ext cx="41275" cy="42863"/>
            </a:xfrm>
            <a:custGeom>
              <a:rect b="b" l="l" r="r" t="t"/>
              <a:pathLst>
                <a:path extrusionOk="0" h="10" w="10">
                  <a:moveTo>
                    <a:pt x="2" y="3"/>
                  </a:move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4" name="Google Shape;644;p22"/>
            <p:cNvSpPr/>
            <p:nvPr/>
          </p:nvSpPr>
          <p:spPr>
            <a:xfrm>
              <a:off x="11418888" y="204788"/>
              <a:ext cx="42863" cy="42863"/>
            </a:xfrm>
            <a:custGeom>
              <a:rect b="b" l="l" r="r" t="t"/>
              <a:pathLst>
                <a:path extrusionOk="0" h="10" w="10">
                  <a:moveTo>
                    <a:pt x="2" y="3"/>
                  </a:move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5" name="Google Shape;645;p22"/>
            <p:cNvSpPr/>
            <p:nvPr/>
          </p:nvSpPr>
          <p:spPr>
            <a:xfrm>
              <a:off x="11653838" y="-7937"/>
              <a:ext cx="42863" cy="42863"/>
            </a:xfrm>
            <a:custGeom>
              <a:rect b="b" l="l" r="r" t="t"/>
              <a:pathLst>
                <a:path extrusionOk="0" h="10" w="10">
                  <a:moveTo>
                    <a:pt x="2" y="3"/>
                  </a:moveTo>
                  <a:cubicBezTo>
                    <a:pt x="1" y="4"/>
                    <a:pt x="0" y="7"/>
                    <a:pt x="2" y="8"/>
                  </a:cubicBezTo>
                  <a:cubicBezTo>
                    <a:pt x="3" y="9"/>
                    <a:pt x="4" y="10"/>
                    <a:pt x="5" y="10"/>
                  </a:cubicBezTo>
                  <a:cubicBezTo>
                    <a:pt x="6" y="10"/>
                    <a:pt x="7" y="9"/>
                    <a:pt x="8" y="8"/>
                  </a:cubicBezTo>
                  <a:cubicBezTo>
                    <a:pt x="8" y="8"/>
                    <a:pt x="8" y="8"/>
                    <a:pt x="8" y="8"/>
                  </a:cubicBezTo>
                  <a:cubicBezTo>
                    <a:pt x="10" y="6"/>
                    <a:pt x="10" y="4"/>
                    <a:pt x="9" y="2"/>
                  </a:cubicBezTo>
                  <a:cubicBezTo>
                    <a:pt x="7" y="0"/>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6" name="Google Shape;646;p22"/>
            <p:cNvSpPr/>
            <p:nvPr/>
          </p:nvSpPr>
          <p:spPr>
            <a:xfrm>
              <a:off x="12122150" y="-433387"/>
              <a:ext cx="42863" cy="39688"/>
            </a:xfrm>
            <a:custGeom>
              <a:rect b="b" l="l" r="r" t="t"/>
              <a:pathLst>
                <a:path extrusionOk="0" h="9" w="10">
                  <a:moveTo>
                    <a:pt x="2" y="2"/>
                  </a:moveTo>
                  <a:cubicBezTo>
                    <a:pt x="1" y="4"/>
                    <a:pt x="0" y="6"/>
                    <a:pt x="2" y="8"/>
                  </a:cubicBezTo>
                  <a:cubicBezTo>
                    <a:pt x="3" y="9"/>
                    <a:pt x="4" y="9"/>
                    <a:pt x="5" y="9"/>
                  </a:cubicBezTo>
                  <a:cubicBezTo>
                    <a:pt x="6" y="9"/>
                    <a:pt x="7" y="9"/>
                    <a:pt x="8" y="8"/>
                  </a:cubicBezTo>
                  <a:cubicBezTo>
                    <a:pt x="8" y="8"/>
                    <a:pt x="8" y="8"/>
                    <a:pt x="8" y="8"/>
                  </a:cubicBezTo>
                  <a:cubicBezTo>
                    <a:pt x="10" y="6"/>
                    <a:pt x="10" y="3"/>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7" name="Google Shape;647;p22"/>
            <p:cNvSpPr/>
            <p:nvPr/>
          </p:nvSpPr>
          <p:spPr>
            <a:xfrm>
              <a:off x="10836275" y="741363"/>
              <a:ext cx="41275" cy="38100"/>
            </a:xfrm>
            <a:custGeom>
              <a:rect b="b" l="l" r="r" t="t"/>
              <a:pathLst>
                <a:path extrusionOk="0" h="9" w="10">
                  <a:moveTo>
                    <a:pt x="2" y="2"/>
                  </a:moveTo>
                  <a:cubicBezTo>
                    <a:pt x="0" y="3"/>
                    <a:pt x="0" y="6"/>
                    <a:pt x="1" y="8"/>
                  </a:cubicBezTo>
                  <a:cubicBezTo>
                    <a:pt x="2" y="8"/>
                    <a:pt x="3" y="9"/>
                    <a:pt x="4" y="9"/>
                  </a:cubicBezTo>
                  <a:cubicBezTo>
                    <a:pt x="5" y="9"/>
                    <a:pt x="6" y="9"/>
                    <a:pt x="7" y="8"/>
                  </a:cubicBezTo>
                  <a:cubicBezTo>
                    <a:pt x="8" y="7"/>
                    <a:pt x="8" y="7"/>
                    <a:pt x="8" y="7"/>
                  </a:cubicBezTo>
                  <a:cubicBezTo>
                    <a:pt x="10" y="6"/>
                    <a:pt x="10" y="3"/>
                    <a:pt x="8" y="1"/>
                  </a:cubicBezTo>
                  <a:cubicBezTo>
                    <a:pt x="7" y="0"/>
                    <a:pt x="4" y="0"/>
                    <a:pt x="2"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8" name="Google Shape;648;p22"/>
            <p:cNvSpPr/>
            <p:nvPr/>
          </p:nvSpPr>
          <p:spPr>
            <a:xfrm>
              <a:off x="10247313" y="1273175"/>
              <a:ext cx="42863" cy="38100"/>
            </a:xfrm>
            <a:custGeom>
              <a:rect b="b" l="l" r="r" t="t"/>
              <a:pathLst>
                <a:path extrusionOk="0" h="9" w="10">
                  <a:moveTo>
                    <a:pt x="8" y="7"/>
                  </a:moveTo>
                  <a:cubicBezTo>
                    <a:pt x="10" y="6"/>
                    <a:pt x="10" y="3"/>
                    <a:pt x="9" y="2"/>
                  </a:cubicBezTo>
                  <a:cubicBezTo>
                    <a:pt x="7" y="0"/>
                    <a:pt x="5" y="0"/>
                    <a:pt x="3" y="1"/>
                  </a:cubicBezTo>
                  <a:cubicBezTo>
                    <a:pt x="2" y="2"/>
                    <a:pt x="2" y="2"/>
                    <a:pt x="2" y="2"/>
                  </a:cubicBezTo>
                  <a:cubicBezTo>
                    <a:pt x="0" y="4"/>
                    <a:pt x="0" y="6"/>
                    <a:pt x="2" y="8"/>
                  </a:cubicBezTo>
                  <a:cubicBezTo>
                    <a:pt x="2" y="8"/>
                    <a:pt x="3" y="9"/>
                    <a:pt x="4" y="9"/>
                  </a:cubicBezTo>
                  <a:cubicBezTo>
                    <a:pt x="5" y="9"/>
                    <a:pt x="6" y="8"/>
                    <a:pt x="7" y="8"/>
                  </a:cubicBezTo>
                  <a:cubicBezTo>
                    <a:pt x="7" y="8"/>
                    <a:pt x="7" y="8"/>
                    <a:pt x="7" y="8"/>
                  </a:cubicBezTo>
                  <a:lnTo>
                    <a:pt x="8" y="7"/>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49" name="Google Shape;649;p22"/>
            <p:cNvSpPr/>
            <p:nvPr/>
          </p:nvSpPr>
          <p:spPr>
            <a:xfrm>
              <a:off x="12944475" y="-1176337"/>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0" name="Google Shape;650;p22"/>
            <p:cNvSpPr/>
            <p:nvPr/>
          </p:nvSpPr>
          <p:spPr>
            <a:xfrm>
              <a:off x="13060363" y="-1282700"/>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1" name="Google Shape;651;p22"/>
            <p:cNvSpPr/>
            <p:nvPr/>
          </p:nvSpPr>
          <p:spPr>
            <a:xfrm>
              <a:off x="10950575" y="635000"/>
              <a:ext cx="42863" cy="38100"/>
            </a:xfrm>
            <a:custGeom>
              <a:rect b="b" l="l" r="r" t="t"/>
              <a:pathLst>
                <a:path extrusionOk="0" h="9" w="10">
                  <a:moveTo>
                    <a:pt x="2" y="2"/>
                  </a:moveTo>
                  <a:cubicBezTo>
                    <a:pt x="0" y="3"/>
                    <a:pt x="0" y="6"/>
                    <a:pt x="2" y="7"/>
                  </a:cubicBezTo>
                  <a:cubicBezTo>
                    <a:pt x="3" y="8"/>
                    <a:pt x="4" y="9"/>
                    <a:pt x="5" y="9"/>
                  </a:cubicBezTo>
                  <a:cubicBezTo>
                    <a:pt x="6" y="9"/>
                    <a:pt x="7" y="8"/>
                    <a:pt x="7" y="8"/>
                  </a:cubicBezTo>
                  <a:cubicBezTo>
                    <a:pt x="8" y="7"/>
                    <a:pt x="8" y="7"/>
                    <a:pt x="8" y="7"/>
                  </a:cubicBezTo>
                  <a:cubicBezTo>
                    <a:pt x="10" y="5"/>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2" name="Google Shape;652;p22"/>
            <p:cNvSpPr/>
            <p:nvPr/>
          </p:nvSpPr>
          <p:spPr>
            <a:xfrm>
              <a:off x="10715625" y="847725"/>
              <a:ext cx="42863" cy="38100"/>
            </a:xfrm>
            <a:custGeom>
              <a:rect b="b" l="l" r="r" t="t"/>
              <a:pathLst>
                <a:path extrusionOk="0" h="9" w="10">
                  <a:moveTo>
                    <a:pt x="2" y="2"/>
                  </a:move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3" name="Google Shape;653;p22"/>
            <p:cNvSpPr/>
            <p:nvPr/>
          </p:nvSpPr>
          <p:spPr>
            <a:xfrm>
              <a:off x="12711113" y="-963612"/>
              <a:ext cx="42863"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4" name="Google Shape;654;p22"/>
            <p:cNvSpPr/>
            <p:nvPr/>
          </p:nvSpPr>
          <p:spPr>
            <a:xfrm>
              <a:off x="12825413" y="-1069975"/>
              <a:ext cx="42863"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5" name="Google Shape;655;p22"/>
            <p:cNvSpPr/>
            <p:nvPr/>
          </p:nvSpPr>
          <p:spPr>
            <a:xfrm>
              <a:off x="11471275" y="511175"/>
              <a:ext cx="38100" cy="38100"/>
            </a:xfrm>
            <a:custGeom>
              <a:rect b="b" l="l" r="r" t="t"/>
              <a:pathLst>
                <a:path extrusionOk="0" h="9" w="9">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6" name="Google Shape;656;p22"/>
            <p:cNvSpPr/>
            <p:nvPr/>
          </p:nvSpPr>
          <p:spPr>
            <a:xfrm>
              <a:off x="11585575" y="404813"/>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5"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7" name="Google Shape;657;p22"/>
            <p:cNvSpPr/>
            <p:nvPr/>
          </p:nvSpPr>
          <p:spPr>
            <a:xfrm>
              <a:off x="12642850" y="-552450"/>
              <a:ext cx="38100" cy="39688"/>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8" name="Google Shape;658;p22"/>
            <p:cNvSpPr/>
            <p:nvPr/>
          </p:nvSpPr>
          <p:spPr>
            <a:xfrm>
              <a:off x="11939588" y="85725"/>
              <a:ext cx="38100" cy="39688"/>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59" name="Google Shape;659;p22"/>
            <p:cNvSpPr/>
            <p:nvPr/>
          </p:nvSpPr>
          <p:spPr>
            <a:xfrm>
              <a:off x="11350625" y="617538"/>
              <a:ext cx="42863" cy="42863"/>
            </a:xfrm>
            <a:custGeom>
              <a:rect b="b" l="l" r="r" t="t"/>
              <a:pathLst>
                <a:path extrusionOk="0" h="10" w="10">
                  <a:moveTo>
                    <a:pt x="3" y="2"/>
                  </a:moveTo>
                  <a:cubicBezTo>
                    <a:pt x="2" y="3"/>
                    <a:pt x="2" y="3"/>
                    <a:pt x="2" y="3"/>
                  </a:cubicBezTo>
                  <a:cubicBezTo>
                    <a:pt x="0" y="4"/>
                    <a:pt x="0" y="7"/>
                    <a:pt x="2" y="8"/>
                  </a:cubicBez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0" name="Google Shape;660;p22"/>
            <p:cNvSpPr/>
            <p:nvPr/>
          </p:nvSpPr>
          <p:spPr>
            <a:xfrm>
              <a:off x="11820525" y="192088"/>
              <a:ext cx="42863" cy="39688"/>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1" name="Google Shape;661;p22"/>
            <p:cNvSpPr/>
            <p:nvPr/>
          </p:nvSpPr>
          <p:spPr>
            <a:xfrm>
              <a:off x="11704638" y="298450"/>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2" name="Google Shape;662;p22"/>
            <p:cNvSpPr/>
            <p:nvPr/>
          </p:nvSpPr>
          <p:spPr>
            <a:xfrm>
              <a:off x="10882313" y="1042988"/>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3" name="Google Shape;663;p22"/>
            <p:cNvSpPr/>
            <p:nvPr/>
          </p:nvSpPr>
          <p:spPr>
            <a:xfrm>
              <a:off x="10998200" y="936625"/>
              <a:ext cx="41275"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9" y="8"/>
                    <a:pt x="9" y="8"/>
                    <a:pt x="9"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4" name="Google Shape;664;p22"/>
            <p:cNvSpPr/>
            <p:nvPr/>
          </p:nvSpPr>
          <p:spPr>
            <a:xfrm>
              <a:off x="12053888" y="-20637"/>
              <a:ext cx="42863" cy="39688"/>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5" name="Google Shape;665;p22"/>
            <p:cNvSpPr/>
            <p:nvPr/>
          </p:nvSpPr>
          <p:spPr>
            <a:xfrm>
              <a:off x="11117263" y="830263"/>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6" name="Google Shape;666;p22"/>
            <p:cNvSpPr/>
            <p:nvPr/>
          </p:nvSpPr>
          <p:spPr>
            <a:xfrm>
              <a:off x="11236325" y="723900"/>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7" name="Google Shape;667;p22"/>
            <p:cNvSpPr/>
            <p:nvPr/>
          </p:nvSpPr>
          <p:spPr>
            <a:xfrm>
              <a:off x="10763250" y="1149350"/>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1"/>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8" name="Google Shape;668;p22"/>
            <p:cNvSpPr/>
            <p:nvPr/>
          </p:nvSpPr>
          <p:spPr>
            <a:xfrm>
              <a:off x="12407900" y="-339725"/>
              <a:ext cx="38100" cy="39688"/>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69" name="Google Shape;669;p22"/>
            <p:cNvSpPr/>
            <p:nvPr/>
          </p:nvSpPr>
          <p:spPr>
            <a:xfrm>
              <a:off x="12876213" y="-765175"/>
              <a:ext cx="42863" cy="39688"/>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0" name="Google Shape;670;p22"/>
            <p:cNvSpPr/>
            <p:nvPr/>
          </p:nvSpPr>
          <p:spPr>
            <a:xfrm>
              <a:off x="12992100" y="-871537"/>
              <a:ext cx="42863" cy="39688"/>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1" name="Google Shape;671;p22"/>
            <p:cNvSpPr/>
            <p:nvPr/>
          </p:nvSpPr>
          <p:spPr>
            <a:xfrm>
              <a:off x="12174538" y="-127000"/>
              <a:ext cx="38100" cy="39688"/>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2" name="Google Shape;672;p22"/>
            <p:cNvSpPr/>
            <p:nvPr/>
          </p:nvSpPr>
          <p:spPr>
            <a:xfrm>
              <a:off x="13111163" y="-977900"/>
              <a:ext cx="42863" cy="39688"/>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3" name="Google Shape;673;p22"/>
            <p:cNvSpPr/>
            <p:nvPr/>
          </p:nvSpPr>
          <p:spPr>
            <a:xfrm>
              <a:off x="12523788" y="-446087"/>
              <a:ext cx="41275" cy="39688"/>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9"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4" name="Google Shape;674;p22"/>
            <p:cNvSpPr/>
            <p:nvPr/>
          </p:nvSpPr>
          <p:spPr>
            <a:xfrm>
              <a:off x="12757150" y="-658812"/>
              <a:ext cx="42863" cy="39688"/>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5" name="Google Shape;675;p22"/>
            <p:cNvSpPr/>
            <p:nvPr/>
          </p:nvSpPr>
          <p:spPr>
            <a:xfrm>
              <a:off x="12288838" y="-233362"/>
              <a:ext cx="42863" cy="39688"/>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6" name="Google Shape;676;p22"/>
            <p:cNvSpPr/>
            <p:nvPr/>
          </p:nvSpPr>
          <p:spPr>
            <a:xfrm>
              <a:off x="12549188" y="-96837"/>
              <a:ext cx="42863" cy="38100"/>
            </a:xfrm>
            <a:custGeom>
              <a:rect b="b" l="l" r="r" t="t"/>
              <a:pathLst>
                <a:path extrusionOk="0" h="9" w="10">
                  <a:moveTo>
                    <a:pt x="3"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7" name="Google Shape;677;p22"/>
            <p:cNvSpPr/>
            <p:nvPr/>
          </p:nvSpPr>
          <p:spPr>
            <a:xfrm>
              <a:off x="11491913" y="860425"/>
              <a:ext cx="42863" cy="38100"/>
            </a:xfrm>
            <a:custGeom>
              <a:rect b="b" l="l" r="r" t="t"/>
              <a:pathLst>
                <a:path extrusionOk="0" h="9" w="10">
                  <a:moveTo>
                    <a:pt x="8" y="1"/>
                  </a:moveTo>
                  <a:cubicBezTo>
                    <a:pt x="7" y="0"/>
                    <a:pt x="4" y="0"/>
                    <a:pt x="2" y="1"/>
                  </a:cubicBezTo>
                  <a:cubicBezTo>
                    <a:pt x="2" y="2"/>
                    <a:pt x="2" y="2"/>
                    <a:pt x="2" y="2"/>
                  </a:cubicBezTo>
                  <a:cubicBezTo>
                    <a:pt x="0" y="3"/>
                    <a:pt x="0" y="6"/>
                    <a:pt x="1" y="8"/>
                  </a:cubicBezTo>
                  <a:cubicBezTo>
                    <a:pt x="2" y="9"/>
                    <a:pt x="3" y="9"/>
                    <a:pt x="4" y="9"/>
                  </a:cubicBezTo>
                  <a:cubicBezTo>
                    <a:pt x="5" y="9"/>
                    <a:pt x="6" y="9"/>
                    <a:pt x="7" y="8"/>
                  </a:cubicBezTo>
                  <a:cubicBezTo>
                    <a:pt x="8" y="7"/>
                    <a:pt x="8" y="7"/>
                    <a:pt x="8" y="7"/>
                  </a:cubicBezTo>
                  <a:cubicBezTo>
                    <a:pt x="9" y="6"/>
                    <a:pt x="10" y="3"/>
                    <a:pt x="8"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8" name="Google Shape;678;p22"/>
            <p:cNvSpPr/>
            <p:nvPr/>
          </p:nvSpPr>
          <p:spPr>
            <a:xfrm>
              <a:off x="11606213" y="754063"/>
              <a:ext cx="42863" cy="38100"/>
            </a:xfrm>
            <a:custGeom>
              <a:rect b="b" l="l" r="r" t="t"/>
              <a:pathLst>
                <a:path extrusionOk="0" h="9" w="10">
                  <a:moveTo>
                    <a:pt x="9" y="2"/>
                  </a:moveTo>
                  <a:cubicBezTo>
                    <a:pt x="7" y="0"/>
                    <a:pt x="5" y="0"/>
                    <a:pt x="3" y="1"/>
                  </a:cubicBez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79" name="Google Shape;679;p22"/>
            <p:cNvSpPr/>
            <p:nvPr/>
          </p:nvSpPr>
          <p:spPr>
            <a:xfrm>
              <a:off x="11726863" y="647700"/>
              <a:ext cx="42863" cy="38100"/>
            </a:xfrm>
            <a:custGeom>
              <a:rect b="b" l="l" r="r" t="t"/>
              <a:pathLst>
                <a:path extrusionOk="0" h="9" w="10">
                  <a:moveTo>
                    <a:pt x="8" y="2"/>
                  </a:moveTo>
                  <a:cubicBezTo>
                    <a:pt x="7" y="0"/>
                    <a:pt x="4" y="0"/>
                    <a:pt x="3" y="1"/>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0" name="Google Shape;680;p22"/>
            <p:cNvSpPr/>
            <p:nvPr/>
          </p:nvSpPr>
          <p:spPr>
            <a:xfrm>
              <a:off x="13017500" y="-522287"/>
              <a:ext cx="42863" cy="38100"/>
            </a:xfrm>
            <a:custGeom>
              <a:rect b="b" l="l" r="r" t="t"/>
              <a:pathLst>
                <a:path extrusionOk="0" h="9" w="10">
                  <a:moveTo>
                    <a:pt x="2" y="2"/>
                  </a:move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1" name="Google Shape;681;p22"/>
            <p:cNvSpPr/>
            <p:nvPr/>
          </p:nvSpPr>
          <p:spPr>
            <a:xfrm>
              <a:off x="12314238" y="115888"/>
              <a:ext cx="42863" cy="38100"/>
            </a:xfrm>
            <a:custGeom>
              <a:rect b="b" l="l" r="r" t="t"/>
              <a:pathLst>
                <a:path extrusionOk="0" h="9" w="10">
                  <a:moveTo>
                    <a:pt x="7" y="8"/>
                  </a:move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2" name="Google Shape;682;p22"/>
            <p:cNvSpPr/>
            <p:nvPr/>
          </p:nvSpPr>
          <p:spPr>
            <a:xfrm>
              <a:off x="11845925" y="541338"/>
              <a:ext cx="38100" cy="38100"/>
            </a:xfrm>
            <a:custGeom>
              <a:rect b="b" l="l" r="r" t="t"/>
              <a:pathLst>
                <a:path extrusionOk="0" h="9" w="9">
                  <a:moveTo>
                    <a:pt x="7" y="8"/>
                  </a:moveTo>
                  <a:cubicBezTo>
                    <a:pt x="8" y="7"/>
                    <a:pt x="8" y="7"/>
                    <a:pt x="8" y="7"/>
                  </a:cubicBezTo>
                  <a:cubicBezTo>
                    <a:pt x="9" y="6"/>
                    <a:pt x="9" y="3"/>
                    <a:pt x="8" y="2"/>
                  </a:cubicBezTo>
                  <a:cubicBezTo>
                    <a:pt x="6" y="0"/>
                    <a:pt x="4" y="0"/>
                    <a:pt x="2" y="1"/>
                  </a:cubicBezTo>
                  <a:cubicBezTo>
                    <a:pt x="1" y="2"/>
                    <a:pt x="1" y="2"/>
                    <a:pt x="1"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3" name="Google Shape;683;p22"/>
            <p:cNvSpPr/>
            <p:nvPr/>
          </p:nvSpPr>
          <p:spPr>
            <a:xfrm>
              <a:off x="12430125" y="9525"/>
              <a:ext cx="41275" cy="38100"/>
            </a:xfrm>
            <a:custGeom>
              <a:rect b="b" l="l" r="r" t="t"/>
              <a:pathLst>
                <a:path extrusionOk="0" h="9" w="10">
                  <a:moveTo>
                    <a:pt x="8" y="8"/>
                  </a:moveTo>
                  <a:cubicBezTo>
                    <a:pt x="8" y="7"/>
                    <a:pt x="8" y="7"/>
                    <a:pt x="8" y="7"/>
                  </a:cubicBezTo>
                  <a:cubicBezTo>
                    <a:pt x="10" y="6"/>
                    <a:pt x="10" y="3"/>
                    <a:pt x="9" y="2"/>
                  </a:cubicBezTo>
                  <a:cubicBezTo>
                    <a:pt x="7" y="0"/>
                    <a:pt x="5" y="0"/>
                    <a:pt x="3" y="1"/>
                  </a:cubicBezTo>
                  <a:cubicBezTo>
                    <a:pt x="2" y="2"/>
                    <a:pt x="2" y="2"/>
                    <a:pt x="2" y="2"/>
                  </a:cubicBezTo>
                  <a:cubicBezTo>
                    <a:pt x="1" y="4"/>
                    <a:pt x="0" y="6"/>
                    <a:pt x="2" y="8"/>
                  </a:cubicBezTo>
                  <a:cubicBezTo>
                    <a:pt x="3" y="9"/>
                    <a:pt x="4" y="9"/>
                    <a:pt x="5" y="9"/>
                  </a:cubicBezTo>
                  <a:cubicBezTo>
                    <a:pt x="6" y="9"/>
                    <a:pt x="7" y="9"/>
                    <a:pt x="8"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4" name="Google Shape;684;p22"/>
            <p:cNvSpPr/>
            <p:nvPr/>
          </p:nvSpPr>
          <p:spPr>
            <a:xfrm>
              <a:off x="12195175" y="222250"/>
              <a:ext cx="42863" cy="38100"/>
            </a:xfrm>
            <a:custGeom>
              <a:rect b="b" l="l" r="r" t="t"/>
              <a:pathLst>
                <a:path extrusionOk="0" h="9" w="10">
                  <a:moveTo>
                    <a:pt x="7" y="8"/>
                  </a:move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ubicBezTo>
                    <a:pt x="6" y="9"/>
                    <a:pt x="7"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5" name="Google Shape;685;p22"/>
            <p:cNvSpPr/>
            <p:nvPr/>
          </p:nvSpPr>
          <p:spPr>
            <a:xfrm>
              <a:off x="11372850" y="966788"/>
              <a:ext cx="42863" cy="38100"/>
            </a:xfrm>
            <a:custGeom>
              <a:rect b="b" l="l" r="r" t="t"/>
              <a:pathLst>
                <a:path extrusionOk="0" h="9" w="10">
                  <a:moveTo>
                    <a:pt x="9" y="1"/>
                  </a:moveTo>
                  <a:cubicBezTo>
                    <a:pt x="7" y="0"/>
                    <a:pt x="5" y="0"/>
                    <a:pt x="3" y="1"/>
                  </a:cubicBezTo>
                  <a:cubicBezTo>
                    <a:pt x="2" y="2"/>
                    <a:pt x="2" y="2"/>
                    <a:pt x="2" y="2"/>
                  </a:cubicBezTo>
                  <a:cubicBezTo>
                    <a:pt x="0" y="3"/>
                    <a:pt x="0" y="6"/>
                    <a:pt x="2" y="8"/>
                  </a:cubicBezTo>
                  <a:cubicBezTo>
                    <a:pt x="2" y="8"/>
                    <a:pt x="4" y="9"/>
                    <a:pt x="5" y="9"/>
                  </a:cubicBezTo>
                  <a:cubicBezTo>
                    <a:pt x="6" y="9"/>
                    <a:pt x="7" y="9"/>
                    <a:pt x="7" y="8"/>
                  </a:cubicBezTo>
                  <a:cubicBezTo>
                    <a:pt x="8" y="7"/>
                    <a:pt x="8" y="7"/>
                    <a:pt x="8" y="7"/>
                  </a:cubicBezTo>
                  <a:cubicBezTo>
                    <a:pt x="10" y="6"/>
                    <a:pt x="10" y="3"/>
                    <a:pt x="9"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6" name="Google Shape;686;p22"/>
            <p:cNvSpPr/>
            <p:nvPr/>
          </p:nvSpPr>
          <p:spPr>
            <a:xfrm>
              <a:off x="11023600" y="1285875"/>
              <a:ext cx="38100" cy="25400"/>
            </a:xfrm>
            <a:custGeom>
              <a:rect b="b" l="l" r="r" t="t"/>
              <a:pathLst>
                <a:path extrusionOk="0" h="6" w="9">
                  <a:moveTo>
                    <a:pt x="8" y="1"/>
                  </a:moveTo>
                  <a:cubicBezTo>
                    <a:pt x="6" y="0"/>
                    <a:pt x="4" y="0"/>
                    <a:pt x="2" y="1"/>
                  </a:cubicBezTo>
                  <a:cubicBezTo>
                    <a:pt x="1" y="2"/>
                    <a:pt x="1" y="2"/>
                    <a:pt x="1" y="2"/>
                  </a:cubicBezTo>
                  <a:cubicBezTo>
                    <a:pt x="1" y="2"/>
                    <a:pt x="0" y="3"/>
                    <a:pt x="0" y="3"/>
                  </a:cubicBezTo>
                  <a:cubicBezTo>
                    <a:pt x="3" y="4"/>
                    <a:pt x="6" y="5"/>
                    <a:pt x="8" y="6"/>
                  </a:cubicBezTo>
                  <a:cubicBezTo>
                    <a:pt x="9" y="5"/>
                    <a:pt x="9" y="3"/>
                    <a:pt x="8"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7" name="Google Shape;687;p22"/>
            <p:cNvSpPr/>
            <p:nvPr/>
          </p:nvSpPr>
          <p:spPr>
            <a:xfrm>
              <a:off x="12668250" y="-203200"/>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8" name="Google Shape;688;p22"/>
            <p:cNvSpPr/>
            <p:nvPr/>
          </p:nvSpPr>
          <p:spPr>
            <a:xfrm>
              <a:off x="11137900" y="1179513"/>
              <a:ext cx="42863" cy="38100"/>
            </a:xfrm>
            <a:custGeom>
              <a:rect b="b" l="l" r="r" t="t"/>
              <a:pathLst>
                <a:path extrusionOk="0" h="9" w="10">
                  <a:moveTo>
                    <a:pt x="2" y="2"/>
                  </a:moveTo>
                  <a:cubicBezTo>
                    <a:pt x="0" y="3"/>
                    <a:pt x="0" y="6"/>
                    <a:pt x="2" y="8"/>
                  </a:cubicBezTo>
                  <a:cubicBezTo>
                    <a:pt x="2" y="8"/>
                    <a:pt x="3" y="9"/>
                    <a:pt x="5" y="9"/>
                  </a:cubicBezTo>
                  <a:cubicBezTo>
                    <a:pt x="5" y="9"/>
                    <a:pt x="6" y="9"/>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89" name="Google Shape;689;p22"/>
            <p:cNvSpPr/>
            <p:nvPr/>
          </p:nvSpPr>
          <p:spPr>
            <a:xfrm>
              <a:off x="12782550" y="-309562"/>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0" name="Google Shape;690;p22"/>
            <p:cNvSpPr/>
            <p:nvPr/>
          </p:nvSpPr>
          <p:spPr>
            <a:xfrm>
              <a:off x="12903200" y="-415925"/>
              <a:ext cx="41275"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1" name="Google Shape;691;p22"/>
            <p:cNvSpPr/>
            <p:nvPr/>
          </p:nvSpPr>
          <p:spPr>
            <a:xfrm>
              <a:off x="12079288" y="328613"/>
              <a:ext cx="39688" cy="38100"/>
            </a:xfrm>
            <a:custGeom>
              <a:rect b="b" l="l" r="r" t="t"/>
              <a:pathLst>
                <a:path extrusionOk="0" h="9" w="9">
                  <a:moveTo>
                    <a:pt x="7" y="8"/>
                  </a:moveTo>
                  <a:cubicBezTo>
                    <a:pt x="8" y="7"/>
                    <a:pt x="8" y="7"/>
                    <a:pt x="8" y="7"/>
                  </a:cubicBezTo>
                  <a:cubicBezTo>
                    <a:pt x="9" y="6"/>
                    <a:pt x="9" y="3"/>
                    <a:pt x="8" y="2"/>
                  </a:cubicBezTo>
                  <a:cubicBezTo>
                    <a:pt x="7" y="0"/>
                    <a:pt x="4" y="0"/>
                    <a:pt x="2" y="1"/>
                  </a:cubicBezTo>
                  <a:cubicBezTo>
                    <a:pt x="1" y="2"/>
                    <a:pt x="1" y="2"/>
                    <a:pt x="1"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2" name="Google Shape;692;p22"/>
            <p:cNvSpPr/>
            <p:nvPr/>
          </p:nvSpPr>
          <p:spPr>
            <a:xfrm>
              <a:off x="11256963" y="1073150"/>
              <a:ext cx="39688" cy="38100"/>
            </a:xfrm>
            <a:custGeom>
              <a:rect b="b" l="l" r="r" t="t"/>
              <a:pathLst>
                <a:path extrusionOk="0" h="9" w="9">
                  <a:moveTo>
                    <a:pt x="2" y="1"/>
                  </a:moveTo>
                  <a:cubicBezTo>
                    <a:pt x="1" y="2"/>
                    <a:pt x="1" y="2"/>
                    <a:pt x="1" y="2"/>
                  </a:cubicBezTo>
                  <a:cubicBezTo>
                    <a:pt x="0" y="3"/>
                    <a:pt x="0" y="6"/>
                    <a:pt x="1" y="8"/>
                  </a:cubicBezTo>
                  <a:cubicBezTo>
                    <a:pt x="2" y="8"/>
                    <a:pt x="3" y="9"/>
                    <a:pt x="4" y="9"/>
                  </a:cubicBezTo>
                  <a:cubicBezTo>
                    <a:pt x="5" y="9"/>
                    <a:pt x="6" y="9"/>
                    <a:pt x="7" y="8"/>
                  </a:cubicBezTo>
                  <a:cubicBezTo>
                    <a:pt x="8" y="7"/>
                    <a:pt x="8" y="7"/>
                    <a:pt x="8" y="7"/>
                  </a:cubicBezTo>
                  <a:cubicBezTo>
                    <a:pt x="9" y="6"/>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3" name="Google Shape;693;p22"/>
            <p:cNvSpPr/>
            <p:nvPr/>
          </p:nvSpPr>
          <p:spPr>
            <a:xfrm>
              <a:off x="11960225" y="434975"/>
              <a:ext cx="42863" cy="38100"/>
            </a:xfrm>
            <a:custGeom>
              <a:rect b="b" l="l" r="r" t="t"/>
              <a:pathLst>
                <a:path extrusionOk="0" h="9" w="10">
                  <a:moveTo>
                    <a:pt x="2" y="2"/>
                  </a:move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4" name="Google Shape;694;p22"/>
            <p:cNvSpPr/>
            <p:nvPr/>
          </p:nvSpPr>
          <p:spPr>
            <a:xfrm>
              <a:off x="12349163" y="430213"/>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5" name="Google Shape;695;p22"/>
            <p:cNvSpPr/>
            <p:nvPr/>
          </p:nvSpPr>
          <p:spPr>
            <a:xfrm>
              <a:off x="11876088" y="855663"/>
              <a:ext cx="41275"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6" name="Google Shape;696;p22"/>
            <p:cNvSpPr/>
            <p:nvPr/>
          </p:nvSpPr>
          <p:spPr>
            <a:xfrm>
              <a:off x="12228513" y="536575"/>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7" name="Google Shape;697;p22"/>
            <p:cNvSpPr/>
            <p:nvPr/>
          </p:nvSpPr>
          <p:spPr>
            <a:xfrm>
              <a:off x="12109450" y="642938"/>
              <a:ext cx="42863" cy="42863"/>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8" name="Google Shape;698;p22"/>
            <p:cNvSpPr/>
            <p:nvPr/>
          </p:nvSpPr>
          <p:spPr>
            <a:xfrm>
              <a:off x="11995150" y="749300"/>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699" name="Google Shape;699;p22"/>
            <p:cNvSpPr/>
            <p:nvPr/>
          </p:nvSpPr>
          <p:spPr>
            <a:xfrm>
              <a:off x="11291888" y="1387475"/>
              <a:ext cx="38100" cy="34925"/>
            </a:xfrm>
            <a:custGeom>
              <a:rect b="b" l="l" r="r" t="t"/>
              <a:pathLst>
                <a:path extrusionOk="0" h="8" w="9">
                  <a:moveTo>
                    <a:pt x="8" y="2"/>
                  </a:moveTo>
                  <a:cubicBezTo>
                    <a:pt x="6" y="0"/>
                    <a:pt x="4" y="0"/>
                    <a:pt x="2" y="2"/>
                  </a:cubicBezTo>
                  <a:cubicBezTo>
                    <a:pt x="1" y="3"/>
                    <a:pt x="1" y="3"/>
                    <a:pt x="1" y="3"/>
                  </a:cubicBezTo>
                  <a:cubicBezTo>
                    <a:pt x="1" y="3"/>
                    <a:pt x="0" y="4"/>
                    <a:pt x="0" y="5"/>
                  </a:cubicBezTo>
                  <a:cubicBezTo>
                    <a:pt x="2" y="6"/>
                    <a:pt x="5" y="7"/>
                    <a:pt x="7" y="8"/>
                  </a:cubicBezTo>
                  <a:cubicBezTo>
                    <a:pt x="8" y="8"/>
                    <a:pt x="8" y="8"/>
                    <a:pt x="8" y="8"/>
                  </a:cubicBezTo>
                  <a:cubicBezTo>
                    <a:pt x="9" y="6"/>
                    <a:pt x="9" y="4"/>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0" name="Google Shape;700;p22"/>
            <p:cNvSpPr/>
            <p:nvPr/>
          </p:nvSpPr>
          <p:spPr>
            <a:xfrm>
              <a:off x="11525250" y="1174750"/>
              <a:ext cx="39688" cy="42863"/>
            </a:xfrm>
            <a:custGeom>
              <a:rect b="b" l="l" r="r" t="t"/>
              <a:pathLst>
                <a:path extrusionOk="0" h="10" w="9">
                  <a:moveTo>
                    <a:pt x="8" y="8"/>
                  </a:moveTo>
                  <a:cubicBezTo>
                    <a:pt x="9" y="6"/>
                    <a:pt x="9" y="4"/>
                    <a:pt x="8" y="2"/>
                  </a:cubicBezTo>
                  <a:cubicBezTo>
                    <a:pt x="6" y="0"/>
                    <a:pt x="4" y="0"/>
                    <a:pt x="2" y="2"/>
                  </a:cubicBezTo>
                  <a:cubicBezTo>
                    <a:pt x="1" y="3"/>
                    <a:pt x="1" y="3"/>
                    <a:pt x="1"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1" name="Google Shape;701;p22"/>
            <p:cNvSpPr/>
            <p:nvPr/>
          </p:nvSpPr>
          <p:spPr>
            <a:xfrm>
              <a:off x="12582525" y="217488"/>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7"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2" name="Google Shape;702;p22"/>
            <p:cNvSpPr/>
            <p:nvPr/>
          </p:nvSpPr>
          <p:spPr>
            <a:xfrm>
              <a:off x="11406188" y="1281113"/>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3" name="Google Shape;703;p22"/>
            <p:cNvSpPr/>
            <p:nvPr/>
          </p:nvSpPr>
          <p:spPr>
            <a:xfrm>
              <a:off x="12698413" y="111125"/>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4" name="Google Shape;704;p22"/>
            <p:cNvSpPr/>
            <p:nvPr/>
          </p:nvSpPr>
          <p:spPr>
            <a:xfrm>
              <a:off x="12817475" y="4763"/>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5" name="Google Shape;705;p22"/>
            <p:cNvSpPr/>
            <p:nvPr/>
          </p:nvSpPr>
          <p:spPr>
            <a:xfrm>
              <a:off x="12931775" y="-101600"/>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6" name="Google Shape;706;p22"/>
            <p:cNvSpPr/>
            <p:nvPr/>
          </p:nvSpPr>
          <p:spPr>
            <a:xfrm>
              <a:off x="11641138" y="1068388"/>
              <a:ext cx="42863" cy="42863"/>
            </a:xfrm>
            <a:custGeom>
              <a:rect b="b" l="l" r="r" t="t"/>
              <a:pathLst>
                <a:path extrusionOk="0" h="10" w="10">
                  <a:moveTo>
                    <a:pt x="8" y="8"/>
                  </a:moveTo>
                  <a:cubicBezTo>
                    <a:pt x="10" y="6"/>
                    <a:pt x="10" y="4"/>
                    <a:pt x="9" y="2"/>
                  </a:cubicBezTo>
                  <a:cubicBezTo>
                    <a:pt x="7" y="0"/>
                    <a:pt x="5" y="0"/>
                    <a:pt x="3" y="2"/>
                  </a:cubicBezTo>
                  <a:cubicBezTo>
                    <a:pt x="2" y="3"/>
                    <a:pt x="2" y="3"/>
                    <a:pt x="2" y="3"/>
                  </a:cubicBezTo>
                  <a:cubicBezTo>
                    <a:pt x="0" y="4"/>
                    <a:pt x="0" y="7"/>
                    <a:pt x="2" y="8"/>
                  </a:cubicBezTo>
                  <a:cubicBezTo>
                    <a:pt x="3" y="9"/>
                    <a:pt x="4" y="10"/>
                    <a:pt x="5" y="10"/>
                  </a:cubicBezTo>
                  <a:cubicBezTo>
                    <a:pt x="6" y="10"/>
                    <a:pt x="7"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7" name="Google Shape;707;p22"/>
            <p:cNvSpPr/>
            <p:nvPr/>
          </p:nvSpPr>
          <p:spPr>
            <a:xfrm>
              <a:off x="11760200" y="962025"/>
              <a:ext cx="42863" cy="42863"/>
            </a:xfrm>
            <a:custGeom>
              <a:rect b="b" l="l" r="r" t="t"/>
              <a:pathLst>
                <a:path extrusionOk="0" h="10" w="10">
                  <a:moveTo>
                    <a:pt x="8" y="8"/>
                  </a:moveTo>
                  <a:cubicBezTo>
                    <a:pt x="9" y="6"/>
                    <a:pt x="10" y="4"/>
                    <a:pt x="8" y="2"/>
                  </a:cubicBezTo>
                  <a:cubicBezTo>
                    <a:pt x="7" y="0"/>
                    <a:pt x="4" y="0"/>
                    <a:pt x="2" y="2"/>
                  </a:cubicBezTo>
                  <a:cubicBezTo>
                    <a:pt x="2" y="3"/>
                    <a:pt x="2" y="3"/>
                    <a:pt x="2"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8" name="Google Shape;708;p22"/>
            <p:cNvSpPr/>
            <p:nvPr/>
          </p:nvSpPr>
          <p:spPr>
            <a:xfrm>
              <a:off x="12463463" y="323850"/>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09" name="Google Shape;709;p22"/>
            <p:cNvSpPr/>
            <p:nvPr/>
          </p:nvSpPr>
          <p:spPr>
            <a:xfrm>
              <a:off x="12015788" y="1077913"/>
              <a:ext cx="42863" cy="42863"/>
            </a:xfrm>
            <a:custGeom>
              <a:rect b="b" l="l" r="r" t="t"/>
              <a:pathLst>
                <a:path extrusionOk="0" h="10" w="10">
                  <a:moveTo>
                    <a:pt x="2"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0" name="Google Shape;710;p22"/>
            <p:cNvSpPr/>
            <p:nvPr/>
          </p:nvSpPr>
          <p:spPr>
            <a:xfrm>
              <a:off x="11782425" y="1290638"/>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1" name="Google Shape;711;p22"/>
            <p:cNvSpPr/>
            <p:nvPr/>
          </p:nvSpPr>
          <p:spPr>
            <a:xfrm>
              <a:off x="11661775" y="1397000"/>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2" name="Google Shape;712;p22"/>
            <p:cNvSpPr/>
            <p:nvPr/>
          </p:nvSpPr>
          <p:spPr>
            <a:xfrm>
              <a:off x="11547475" y="1503363"/>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3" name="Google Shape;713;p22"/>
            <p:cNvSpPr/>
            <p:nvPr/>
          </p:nvSpPr>
          <p:spPr>
            <a:xfrm>
              <a:off x="11896725" y="1184275"/>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7"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4" name="Google Shape;714;p22"/>
            <p:cNvSpPr/>
            <p:nvPr/>
          </p:nvSpPr>
          <p:spPr>
            <a:xfrm>
              <a:off x="12954000" y="227013"/>
              <a:ext cx="42863" cy="42863"/>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5" name="Google Shape;715;p22"/>
            <p:cNvSpPr/>
            <p:nvPr/>
          </p:nvSpPr>
          <p:spPr>
            <a:xfrm>
              <a:off x="12484100" y="652463"/>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6" name="Google Shape;716;p22"/>
            <p:cNvSpPr/>
            <p:nvPr/>
          </p:nvSpPr>
          <p:spPr>
            <a:xfrm>
              <a:off x="12365038" y="758825"/>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7" name="Google Shape;717;p22"/>
            <p:cNvSpPr/>
            <p:nvPr/>
          </p:nvSpPr>
          <p:spPr>
            <a:xfrm>
              <a:off x="12838113" y="333375"/>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8" name="Google Shape;718;p22"/>
            <p:cNvSpPr/>
            <p:nvPr/>
          </p:nvSpPr>
          <p:spPr>
            <a:xfrm>
              <a:off x="12250738" y="865188"/>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19" name="Google Shape;719;p22"/>
            <p:cNvSpPr/>
            <p:nvPr/>
          </p:nvSpPr>
          <p:spPr>
            <a:xfrm>
              <a:off x="12719050" y="439738"/>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0" name="Google Shape;720;p22"/>
            <p:cNvSpPr/>
            <p:nvPr/>
          </p:nvSpPr>
          <p:spPr>
            <a:xfrm>
              <a:off x="12604750" y="546100"/>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1" name="Google Shape;721;p22"/>
            <p:cNvSpPr/>
            <p:nvPr/>
          </p:nvSpPr>
          <p:spPr>
            <a:xfrm>
              <a:off x="12131675" y="971550"/>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7"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2" name="Google Shape;722;p22"/>
            <p:cNvSpPr/>
            <p:nvPr/>
          </p:nvSpPr>
          <p:spPr>
            <a:xfrm>
              <a:off x="12561888" y="928688"/>
              <a:ext cx="42863" cy="38100"/>
            </a:xfrm>
            <a:custGeom>
              <a:rect b="b" l="l" r="r" t="t"/>
              <a:pathLst>
                <a:path extrusionOk="0" h="9" w="10">
                  <a:moveTo>
                    <a:pt x="8" y="2"/>
                  </a:moveTo>
                  <a:cubicBezTo>
                    <a:pt x="7" y="0"/>
                    <a:pt x="4" y="0"/>
                    <a:pt x="3" y="2"/>
                  </a:cubicBez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3" name="Google Shape;723;p22"/>
            <p:cNvSpPr/>
            <p:nvPr/>
          </p:nvSpPr>
          <p:spPr>
            <a:xfrm>
              <a:off x="12915900" y="609600"/>
              <a:ext cx="41275" cy="38100"/>
            </a:xfrm>
            <a:custGeom>
              <a:rect b="b" l="l" r="r" t="t"/>
              <a:pathLst>
                <a:path extrusionOk="0" h="9" w="10">
                  <a:moveTo>
                    <a:pt x="8" y="2"/>
                  </a:moveTo>
                  <a:cubicBezTo>
                    <a:pt x="7"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4" name="Google Shape;724;p22"/>
            <p:cNvSpPr/>
            <p:nvPr/>
          </p:nvSpPr>
          <p:spPr>
            <a:xfrm>
              <a:off x="12093575" y="1354138"/>
              <a:ext cx="41275" cy="38100"/>
            </a:xfrm>
            <a:custGeom>
              <a:rect b="b" l="l" r="r" t="t"/>
              <a:pathLst>
                <a:path extrusionOk="0" h="9" w="10">
                  <a:moveTo>
                    <a:pt x="8" y="2"/>
                  </a:moveTo>
                  <a:cubicBezTo>
                    <a:pt x="7" y="0"/>
                    <a:pt x="4" y="0"/>
                    <a:pt x="3" y="2"/>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5" name="Google Shape;725;p22"/>
            <p:cNvSpPr/>
            <p:nvPr/>
          </p:nvSpPr>
          <p:spPr>
            <a:xfrm>
              <a:off x="13030200" y="511175"/>
              <a:ext cx="12700" cy="30163"/>
            </a:xfrm>
            <a:custGeom>
              <a:rect b="b" l="l" r="r" t="t"/>
              <a:pathLst>
                <a:path extrusionOk="0" h="7" w="3">
                  <a:moveTo>
                    <a:pt x="2" y="6"/>
                  </a:moveTo>
                  <a:cubicBezTo>
                    <a:pt x="2" y="6"/>
                    <a:pt x="2" y="7"/>
                    <a:pt x="3" y="7"/>
                  </a:cubicBezTo>
                  <a:cubicBezTo>
                    <a:pt x="3" y="5"/>
                    <a:pt x="2" y="2"/>
                    <a:pt x="2" y="0"/>
                  </a:cubicBezTo>
                  <a:cubicBezTo>
                    <a:pt x="2" y="0"/>
                    <a:pt x="2" y="0"/>
                    <a:pt x="2" y="0"/>
                  </a:cubicBezTo>
                  <a:cubicBezTo>
                    <a:pt x="0" y="2"/>
                    <a:pt x="0" y="4"/>
                    <a:pt x="2" y="6"/>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6" name="Google Shape;726;p22"/>
            <p:cNvSpPr/>
            <p:nvPr/>
          </p:nvSpPr>
          <p:spPr>
            <a:xfrm>
              <a:off x="12680950" y="822325"/>
              <a:ext cx="38100" cy="38100"/>
            </a:xfrm>
            <a:custGeom>
              <a:rect b="b" l="l" r="r" t="t"/>
              <a:pathLst>
                <a:path extrusionOk="0" h="9" w="9">
                  <a:moveTo>
                    <a:pt x="8" y="2"/>
                  </a:moveTo>
                  <a:cubicBezTo>
                    <a:pt x="6"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7" name="Google Shape;727;p22"/>
            <p:cNvSpPr/>
            <p:nvPr/>
          </p:nvSpPr>
          <p:spPr>
            <a:xfrm>
              <a:off x="12795250" y="715963"/>
              <a:ext cx="42863" cy="38100"/>
            </a:xfrm>
            <a:custGeom>
              <a:rect b="b" l="l" r="r" t="t"/>
              <a:pathLst>
                <a:path extrusionOk="0" h="9" w="10">
                  <a:moveTo>
                    <a:pt x="8" y="2"/>
                  </a:moveTo>
                  <a:cubicBezTo>
                    <a:pt x="7" y="0"/>
                    <a:pt x="4" y="0"/>
                    <a:pt x="3" y="2"/>
                  </a:cubicBez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8" name="Google Shape;728;p22"/>
            <p:cNvSpPr/>
            <p:nvPr/>
          </p:nvSpPr>
          <p:spPr>
            <a:xfrm>
              <a:off x="11972925" y="1460500"/>
              <a:ext cx="42863" cy="38100"/>
            </a:xfrm>
            <a:custGeom>
              <a:rect b="b" l="l" r="r" t="t"/>
              <a:pathLst>
                <a:path extrusionOk="0" h="9" w="10">
                  <a:moveTo>
                    <a:pt x="3" y="2"/>
                  </a:move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29" name="Google Shape;729;p22"/>
            <p:cNvSpPr/>
            <p:nvPr/>
          </p:nvSpPr>
          <p:spPr>
            <a:xfrm>
              <a:off x="12446000" y="1035050"/>
              <a:ext cx="38100" cy="38100"/>
            </a:xfrm>
            <a:custGeom>
              <a:rect b="b" l="l" r="r" t="t"/>
              <a:pathLst>
                <a:path extrusionOk="0" h="9" w="9">
                  <a:moveTo>
                    <a:pt x="8" y="2"/>
                  </a:moveTo>
                  <a:cubicBezTo>
                    <a:pt x="6"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0" name="Google Shape;730;p22"/>
            <p:cNvSpPr/>
            <p:nvPr/>
          </p:nvSpPr>
          <p:spPr>
            <a:xfrm>
              <a:off x="12326938" y="1141413"/>
              <a:ext cx="42863" cy="38100"/>
            </a:xfrm>
            <a:custGeom>
              <a:rect b="b" l="l" r="r" t="t"/>
              <a:pathLst>
                <a:path extrusionOk="0" h="9" w="10">
                  <a:moveTo>
                    <a:pt x="8" y="2"/>
                  </a:moveTo>
                  <a:cubicBezTo>
                    <a:pt x="7" y="0"/>
                    <a:pt x="4" y="0"/>
                    <a:pt x="3" y="2"/>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1" name="Google Shape;731;p22"/>
            <p:cNvSpPr/>
            <p:nvPr/>
          </p:nvSpPr>
          <p:spPr>
            <a:xfrm>
              <a:off x="12207875" y="1247775"/>
              <a:ext cx="42863" cy="38100"/>
            </a:xfrm>
            <a:custGeom>
              <a:rect b="b" l="l" r="r" t="t"/>
              <a:pathLst>
                <a:path extrusionOk="0" h="9" w="10">
                  <a:moveTo>
                    <a:pt x="9" y="2"/>
                  </a:moveTo>
                  <a:cubicBezTo>
                    <a:pt x="7" y="0"/>
                    <a:pt x="5" y="0"/>
                    <a:pt x="3" y="2"/>
                  </a:cubicBez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2" name="Google Shape;732;p22"/>
            <p:cNvSpPr/>
            <p:nvPr/>
          </p:nvSpPr>
          <p:spPr>
            <a:xfrm>
              <a:off x="12949238" y="923925"/>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3" name="Google Shape;733;p22"/>
            <p:cNvSpPr/>
            <p:nvPr/>
          </p:nvSpPr>
          <p:spPr>
            <a:xfrm>
              <a:off x="12714288" y="1136650"/>
              <a:ext cx="39688"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4" name="Google Shape;734;p22"/>
            <p:cNvSpPr/>
            <p:nvPr/>
          </p:nvSpPr>
          <p:spPr>
            <a:xfrm>
              <a:off x="12830175" y="1030288"/>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5" name="Google Shape;735;p22"/>
            <p:cNvSpPr/>
            <p:nvPr/>
          </p:nvSpPr>
          <p:spPr>
            <a:xfrm>
              <a:off x="12595225" y="1243013"/>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5" y="9"/>
                    <a:pt x="6"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6" name="Google Shape;736;p22"/>
            <p:cNvSpPr/>
            <p:nvPr/>
          </p:nvSpPr>
          <p:spPr>
            <a:xfrm>
              <a:off x="12361863" y="1455738"/>
              <a:ext cx="41275" cy="38100"/>
            </a:xfrm>
            <a:custGeom>
              <a:rect b="b" l="l" r="r" t="t"/>
              <a:pathLst>
                <a:path extrusionOk="0" h="9" w="10">
                  <a:moveTo>
                    <a:pt x="3" y="2"/>
                  </a:moveTo>
                  <a:cubicBezTo>
                    <a:pt x="2" y="2"/>
                    <a:pt x="2" y="2"/>
                    <a:pt x="2" y="2"/>
                  </a:cubicBezTo>
                  <a:cubicBezTo>
                    <a:pt x="0" y="4"/>
                    <a:pt x="0" y="6"/>
                    <a:pt x="2" y="8"/>
                  </a:cubicBezTo>
                  <a:cubicBezTo>
                    <a:pt x="2" y="9"/>
                    <a:pt x="3" y="9"/>
                    <a:pt x="4" y="9"/>
                  </a:cubicBezTo>
                  <a:cubicBezTo>
                    <a:pt x="5" y="9"/>
                    <a:pt x="6" y="9"/>
                    <a:pt x="7" y="8"/>
                  </a:cubicBezTo>
                  <a:cubicBezTo>
                    <a:pt x="8" y="8"/>
                    <a:pt x="8" y="8"/>
                    <a:pt x="8" y="8"/>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7" name="Google Shape;737;p22"/>
            <p:cNvSpPr/>
            <p:nvPr/>
          </p:nvSpPr>
          <p:spPr>
            <a:xfrm>
              <a:off x="12480925" y="1349375"/>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8" name="Google Shape;738;p22"/>
            <p:cNvSpPr/>
            <p:nvPr/>
          </p:nvSpPr>
          <p:spPr>
            <a:xfrm>
              <a:off x="12655550" y="1531938"/>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39" name="Google Shape;739;p22"/>
            <p:cNvSpPr/>
            <p:nvPr/>
          </p:nvSpPr>
          <p:spPr>
            <a:xfrm>
              <a:off x="12888913" y="1319213"/>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40" name="Google Shape;740;p22"/>
            <p:cNvSpPr/>
            <p:nvPr/>
          </p:nvSpPr>
          <p:spPr>
            <a:xfrm>
              <a:off x="12774613" y="1425575"/>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741" name="Google Shape;741;p22"/>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chemeClr val="dk1"/>
              </a:buClr>
              <a:buSzPts val="2400"/>
              <a:buFont typeface="Arial Black"/>
              <a:buNone/>
              <a:defRPr sz="2400">
                <a:latin typeface="Arial Black"/>
                <a:ea typeface="Arial Black"/>
                <a:cs typeface="Arial Black"/>
                <a:sym typeface="Arial Black"/>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showMasterSp="0" type="title">
  <p:cSld name="TITLE">
    <p:spTree>
      <p:nvGrpSpPr>
        <p:cNvPr id="748" name="Shape 748"/>
        <p:cNvGrpSpPr/>
        <p:nvPr/>
      </p:nvGrpSpPr>
      <p:grpSpPr>
        <a:xfrm>
          <a:off x="0" y="0"/>
          <a:ext cx="0" cy="0"/>
          <a:chOff x="0" y="0"/>
          <a:chExt cx="0" cy="0"/>
        </a:xfrm>
      </p:grpSpPr>
      <p:sp>
        <p:nvSpPr>
          <p:cNvPr id="749" name="Google Shape;749;p24"/>
          <p:cNvSpPr txBox="1"/>
          <p:nvPr>
            <p:ph type="ctrTitle"/>
          </p:nvPr>
        </p:nvSpPr>
        <p:spPr>
          <a:xfrm>
            <a:off x="952655" y="1275606"/>
            <a:ext cx="3457500" cy="1719900"/>
          </a:xfrm>
          <a:prstGeom prst="rect">
            <a:avLst/>
          </a:prstGeom>
          <a:noFill/>
          <a:ln>
            <a:noFill/>
          </a:ln>
        </p:spPr>
        <p:txBody>
          <a:bodyPr anchorCtr="0" anchor="b" bIns="45700" lIns="0" spcFirstLastPara="1" rIns="0" wrap="square" tIns="45700">
            <a:noAutofit/>
          </a:bodyPr>
          <a:lstStyle>
            <a:lvl1pPr lvl="0" algn="l">
              <a:lnSpc>
                <a:spcPct val="80000"/>
              </a:lnSpc>
              <a:spcBef>
                <a:spcPts val="0"/>
              </a:spcBef>
              <a:spcAft>
                <a:spcPts val="0"/>
              </a:spcAft>
              <a:buClr>
                <a:schemeClr val="accent6"/>
              </a:buClr>
              <a:buSzPts val="4500"/>
              <a:buFont typeface="Quattrocento Sans"/>
              <a:buNone/>
              <a:defRPr b="1" sz="4500">
                <a:solidFill>
                  <a:schemeClr val="accent6"/>
                </a:solidFill>
                <a:latin typeface="Quattrocento Sans"/>
                <a:ea typeface="Quattrocento Sans"/>
                <a:cs typeface="Quattrocento Sans"/>
                <a:sym typeface="Quattrocento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0" name="Google Shape;750;p24"/>
          <p:cNvSpPr txBox="1"/>
          <p:nvPr>
            <p:ph idx="1" type="subTitle"/>
          </p:nvPr>
        </p:nvSpPr>
        <p:spPr>
          <a:xfrm>
            <a:off x="952654" y="2995411"/>
            <a:ext cx="3457500" cy="573300"/>
          </a:xfrm>
          <a:prstGeom prst="rect">
            <a:avLst/>
          </a:prstGeom>
          <a:noFill/>
          <a:ln>
            <a:noFill/>
          </a:ln>
        </p:spPr>
        <p:txBody>
          <a:bodyPr anchorCtr="0" anchor="t" bIns="45700" lIns="0" spcFirstLastPara="1" rIns="0" wrap="square" tIns="45700">
            <a:noAutofit/>
          </a:bodyPr>
          <a:lstStyle>
            <a:lvl1pPr lvl="0" algn="l">
              <a:spcBef>
                <a:spcPts val="500"/>
              </a:spcBef>
              <a:spcAft>
                <a:spcPts val="0"/>
              </a:spcAft>
              <a:buClr>
                <a:srgbClr val="595959"/>
              </a:buClr>
              <a:buSzPts val="2400"/>
              <a:buNone/>
              <a:defRPr sz="2400">
                <a:solidFill>
                  <a:srgbClr val="595959"/>
                </a:solidFill>
                <a:latin typeface="Calibri"/>
                <a:ea typeface="Calibri"/>
                <a:cs typeface="Calibri"/>
                <a:sym typeface="Calibri"/>
              </a:defRPr>
            </a:lvl1pPr>
            <a:lvl2pPr lvl="1" algn="ctr">
              <a:spcBef>
                <a:spcPts val="500"/>
              </a:spcBef>
              <a:spcAft>
                <a:spcPts val="0"/>
              </a:spcAft>
              <a:buClr>
                <a:srgbClr val="888888"/>
              </a:buClr>
              <a:buSzPts val="24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751" name="Google Shape;751;p24"/>
          <p:cNvSpPr/>
          <p:nvPr/>
        </p:nvSpPr>
        <p:spPr>
          <a:xfrm rot="10800000">
            <a:off x="-28922" y="-3657"/>
            <a:ext cx="1825306" cy="5171172"/>
          </a:xfrm>
          <a:custGeom>
            <a:rect b="b" l="l" r="r" t="t"/>
            <a:pathLst>
              <a:path extrusionOk="0" h="79876" w="36406">
                <a:moveTo>
                  <a:pt x="3549" y="0"/>
                </a:moveTo>
                <a:lnTo>
                  <a:pt x="3549" y="167"/>
                </a:lnTo>
                <a:cubicBezTo>
                  <a:pt x="4817" y="6305"/>
                  <a:pt x="8886" y="11942"/>
                  <a:pt x="12789" y="16912"/>
                </a:cubicBezTo>
                <a:cubicBezTo>
                  <a:pt x="16959" y="22183"/>
                  <a:pt x="22463" y="26452"/>
                  <a:pt x="25465" y="32490"/>
                </a:cubicBezTo>
                <a:cubicBezTo>
                  <a:pt x="28133" y="37794"/>
                  <a:pt x="28167" y="43865"/>
                  <a:pt x="26032" y="49369"/>
                </a:cubicBezTo>
                <a:cubicBezTo>
                  <a:pt x="23897" y="54906"/>
                  <a:pt x="19694" y="59276"/>
                  <a:pt x="14957" y="63045"/>
                </a:cubicBezTo>
                <a:cubicBezTo>
                  <a:pt x="14390" y="63512"/>
                  <a:pt x="13790" y="63979"/>
                  <a:pt x="13189" y="64446"/>
                </a:cubicBezTo>
                <a:cubicBezTo>
                  <a:pt x="10788" y="66281"/>
                  <a:pt x="8319" y="68082"/>
                  <a:pt x="6118" y="70117"/>
                </a:cubicBezTo>
                <a:cubicBezTo>
                  <a:pt x="3382" y="72552"/>
                  <a:pt x="1314" y="75621"/>
                  <a:pt x="80" y="79090"/>
                </a:cubicBezTo>
                <a:cubicBezTo>
                  <a:pt x="13" y="79323"/>
                  <a:pt x="-20" y="79557"/>
                  <a:pt x="13" y="79824"/>
                </a:cubicBezTo>
                <a:cubicBezTo>
                  <a:pt x="2348" y="79963"/>
                  <a:pt x="8069" y="79778"/>
                  <a:pt x="14090" y="79806"/>
                </a:cubicBezTo>
                <a:lnTo>
                  <a:pt x="36139" y="79756"/>
                </a:lnTo>
                <a:cubicBezTo>
                  <a:pt x="36172" y="71683"/>
                  <a:pt x="36172" y="63846"/>
                  <a:pt x="36206" y="55773"/>
                </a:cubicBezTo>
                <a:cubicBezTo>
                  <a:pt x="36250" y="43542"/>
                  <a:pt x="36295" y="31311"/>
                  <a:pt x="36339" y="19080"/>
                </a:cubicBezTo>
                <a:cubicBezTo>
                  <a:pt x="36372" y="12776"/>
                  <a:pt x="36372" y="6438"/>
                  <a:pt x="36406" y="100"/>
                </a:cubicBezTo>
                <a:lnTo>
                  <a:pt x="3549" y="0"/>
                </a:lnTo>
                <a:close/>
              </a:path>
            </a:pathLst>
          </a:custGeom>
          <a:solidFill>
            <a:schemeClr val="accent2"/>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800"/>
              <a:buFont typeface="Quattrocento Sans"/>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752" name="Google Shape;752;p24"/>
          <p:cNvSpPr/>
          <p:nvPr/>
        </p:nvSpPr>
        <p:spPr>
          <a:xfrm rot="10800000">
            <a:off x="7446617" y="-23494"/>
            <a:ext cx="1707493" cy="916124"/>
          </a:xfrm>
          <a:custGeom>
            <a:rect b="b" l="l" r="r" t="t"/>
            <a:pathLst>
              <a:path extrusionOk="0" h="25599" w="47702">
                <a:moveTo>
                  <a:pt x="18961" y="1"/>
                </a:moveTo>
                <a:cubicBezTo>
                  <a:pt x="17039" y="1"/>
                  <a:pt x="15071" y="494"/>
                  <a:pt x="13377" y="1215"/>
                </a:cubicBezTo>
                <a:cubicBezTo>
                  <a:pt x="6772" y="3983"/>
                  <a:pt x="2802" y="11155"/>
                  <a:pt x="1235" y="17827"/>
                </a:cubicBezTo>
                <a:cubicBezTo>
                  <a:pt x="1135" y="18227"/>
                  <a:pt x="0" y="24898"/>
                  <a:pt x="201" y="24898"/>
                </a:cubicBezTo>
                <a:lnTo>
                  <a:pt x="47700" y="25599"/>
                </a:lnTo>
                <a:lnTo>
                  <a:pt x="47700" y="25599"/>
                </a:lnTo>
                <a:cubicBezTo>
                  <a:pt x="47531" y="25594"/>
                  <a:pt x="46467" y="24097"/>
                  <a:pt x="46267" y="23898"/>
                </a:cubicBezTo>
                <a:cubicBezTo>
                  <a:pt x="42898" y="20695"/>
                  <a:pt x="38061" y="20195"/>
                  <a:pt x="34558" y="17293"/>
                </a:cubicBezTo>
                <a:cubicBezTo>
                  <a:pt x="31656" y="14891"/>
                  <a:pt x="30089" y="11522"/>
                  <a:pt x="28554" y="8186"/>
                </a:cubicBezTo>
                <a:cubicBezTo>
                  <a:pt x="27287" y="5351"/>
                  <a:pt x="25819" y="2282"/>
                  <a:pt x="22883" y="848"/>
                </a:cubicBezTo>
                <a:cubicBezTo>
                  <a:pt x="21676" y="251"/>
                  <a:pt x="20330" y="1"/>
                  <a:pt x="18961" y="1"/>
                </a:cubicBezTo>
                <a:close/>
                <a:moveTo>
                  <a:pt x="47700" y="25599"/>
                </a:moveTo>
                <a:cubicBezTo>
                  <a:pt x="47701" y="25599"/>
                  <a:pt x="47701" y="25599"/>
                  <a:pt x="47701" y="25599"/>
                </a:cubicBezTo>
                <a:lnTo>
                  <a:pt x="47700" y="25599"/>
                </a:lnTo>
                <a:close/>
              </a:path>
            </a:pathLst>
          </a:custGeom>
          <a:solidFill>
            <a:schemeClr val="accent4"/>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800"/>
              <a:buFont typeface="Quattrocento Sans"/>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753" name="Google Shape;753;p24"/>
          <p:cNvSpPr/>
          <p:nvPr/>
        </p:nvSpPr>
        <p:spPr>
          <a:xfrm rot="10800000">
            <a:off x="6446312" y="4575090"/>
            <a:ext cx="2700547" cy="579839"/>
          </a:xfrm>
          <a:custGeom>
            <a:rect b="b" l="l" r="r" t="t"/>
            <a:pathLst>
              <a:path extrusionOk="0" h="13777" w="64146">
                <a:moveTo>
                  <a:pt x="67" y="0"/>
                </a:moveTo>
                <a:cubicBezTo>
                  <a:pt x="67" y="0"/>
                  <a:pt x="1" y="13631"/>
                  <a:pt x="0" y="13776"/>
                </a:cubicBezTo>
                <a:lnTo>
                  <a:pt x="0" y="13776"/>
                </a:lnTo>
                <a:cubicBezTo>
                  <a:pt x="3" y="13442"/>
                  <a:pt x="1268" y="12676"/>
                  <a:pt x="1501" y="12509"/>
                </a:cubicBezTo>
                <a:cubicBezTo>
                  <a:pt x="4108" y="10682"/>
                  <a:pt x="7306" y="9877"/>
                  <a:pt x="10492" y="9877"/>
                </a:cubicBezTo>
                <a:cubicBezTo>
                  <a:pt x="10854" y="9877"/>
                  <a:pt x="11215" y="9887"/>
                  <a:pt x="11575" y="9907"/>
                </a:cubicBezTo>
                <a:cubicBezTo>
                  <a:pt x="14277" y="10074"/>
                  <a:pt x="16779" y="11175"/>
                  <a:pt x="19414" y="11809"/>
                </a:cubicBezTo>
                <a:cubicBezTo>
                  <a:pt x="20921" y="12177"/>
                  <a:pt x="22448" y="12347"/>
                  <a:pt x="23971" y="12347"/>
                </a:cubicBezTo>
                <a:cubicBezTo>
                  <a:pt x="28111" y="12347"/>
                  <a:pt x="32226" y="11091"/>
                  <a:pt x="35859" y="9140"/>
                </a:cubicBezTo>
                <a:cubicBezTo>
                  <a:pt x="39302" y="7274"/>
                  <a:pt x="42454" y="6423"/>
                  <a:pt x="46035" y="6423"/>
                </a:cubicBezTo>
                <a:cubicBezTo>
                  <a:pt x="46999" y="6423"/>
                  <a:pt x="47995" y="6485"/>
                  <a:pt x="49035" y="6605"/>
                </a:cubicBezTo>
                <a:cubicBezTo>
                  <a:pt x="50812" y="6804"/>
                  <a:pt x="52632" y="7024"/>
                  <a:pt x="54414" y="7024"/>
                </a:cubicBezTo>
                <a:cubicBezTo>
                  <a:pt x="57113" y="7024"/>
                  <a:pt x="59727" y="6519"/>
                  <a:pt x="61978" y="4670"/>
                </a:cubicBezTo>
                <a:cubicBezTo>
                  <a:pt x="63612" y="3336"/>
                  <a:pt x="64146" y="2269"/>
                  <a:pt x="64146" y="267"/>
                </a:cubicBezTo>
                <a:lnTo>
                  <a:pt x="67" y="0"/>
                </a:lnTo>
                <a:close/>
                <a:moveTo>
                  <a:pt x="0" y="13776"/>
                </a:moveTo>
                <a:lnTo>
                  <a:pt x="0" y="13776"/>
                </a:lnTo>
                <a:cubicBezTo>
                  <a:pt x="0" y="13776"/>
                  <a:pt x="0" y="13777"/>
                  <a:pt x="0" y="13777"/>
                </a:cubicBezTo>
                <a:cubicBezTo>
                  <a:pt x="0" y="13777"/>
                  <a:pt x="0" y="13777"/>
                  <a:pt x="0" y="13776"/>
                </a:cubicBezTo>
                <a:close/>
              </a:path>
            </a:pathLst>
          </a:custGeom>
          <a:solidFill>
            <a:schemeClr val="accent1"/>
          </a:solidFill>
          <a:ln>
            <a:noFill/>
          </a:ln>
        </p:spPr>
        <p:txBody>
          <a:bodyPr anchorCtr="0" anchor="ctr" bIns="68575" lIns="68575" spcFirstLastPara="1" rIns="68575" wrap="square" tIns="68575">
            <a:noAutofit/>
          </a:bodyPr>
          <a:lstStyle/>
          <a:p>
            <a:pPr indent="0" lvl="0" marL="0" marR="0" rtl="0" algn="l">
              <a:spcBef>
                <a:spcPts val="0"/>
              </a:spcBef>
              <a:spcAft>
                <a:spcPts val="0"/>
              </a:spcAft>
              <a:buClr>
                <a:schemeClr val="dk1"/>
              </a:buClr>
              <a:buSzPts val="1800"/>
              <a:buFont typeface="Quattrocento Sans"/>
              <a:buNone/>
            </a:pPr>
            <a:r>
              <a:t/>
            </a:r>
            <a:endParaRPr b="0" i="0" sz="1800" u="none" cap="none" strike="noStrike">
              <a:solidFill>
                <a:schemeClr val="dk1"/>
              </a:solidFill>
              <a:latin typeface="Quattrocento Sans"/>
              <a:ea typeface="Quattrocento Sans"/>
              <a:cs typeface="Quattrocento Sans"/>
              <a:sym typeface="Quattrocento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showMasterSp="0">
  <p:cSld name="1_Title Only">
    <p:spTree>
      <p:nvGrpSpPr>
        <p:cNvPr id="754" name="Shape 754"/>
        <p:cNvGrpSpPr/>
        <p:nvPr/>
      </p:nvGrpSpPr>
      <p:grpSpPr>
        <a:xfrm>
          <a:off x="0" y="0"/>
          <a:ext cx="0" cy="0"/>
          <a:chOff x="0" y="0"/>
          <a:chExt cx="0" cy="0"/>
        </a:xfrm>
      </p:grpSpPr>
      <p:sp>
        <p:nvSpPr>
          <p:cNvPr id="755" name="Google Shape;755;p25"/>
          <p:cNvSpPr/>
          <p:nvPr/>
        </p:nvSpPr>
        <p:spPr>
          <a:xfrm>
            <a:off x="8644088" y="4761860"/>
            <a:ext cx="267900" cy="267900"/>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756" name="Google Shape;756;p25"/>
          <p:cNvSpPr txBox="1"/>
          <p:nvPr/>
        </p:nvSpPr>
        <p:spPr>
          <a:xfrm>
            <a:off x="8643882" y="4821906"/>
            <a:ext cx="267300" cy="14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fld id="{00000000-1234-1234-1234-123412341234}" type="slidenum">
              <a:rPr b="1" lang="en-GB" sz="800">
                <a:solidFill>
                  <a:schemeClr val="lt1"/>
                </a:solidFill>
                <a:latin typeface="Quattrocento Sans"/>
                <a:ea typeface="Quattrocento Sans"/>
                <a:cs typeface="Quattrocento Sans"/>
                <a:sym typeface="Quattrocento Sans"/>
              </a:rPr>
              <a:t>‹#›</a:t>
            </a:fld>
            <a:endParaRPr b="1" sz="800">
              <a:solidFill>
                <a:schemeClr val="lt1"/>
              </a:solidFill>
              <a:latin typeface="Quattrocento Sans"/>
              <a:ea typeface="Quattrocento Sans"/>
              <a:cs typeface="Quattrocento Sans"/>
              <a:sym typeface="Quattrocento Sans"/>
            </a:endParaRPr>
          </a:p>
        </p:txBody>
      </p:sp>
      <p:sp>
        <p:nvSpPr>
          <p:cNvPr id="757" name="Google Shape;757;p25"/>
          <p:cNvSpPr/>
          <p:nvPr/>
        </p:nvSpPr>
        <p:spPr>
          <a:xfrm>
            <a:off x="2024639" y="4809126"/>
            <a:ext cx="1767300" cy="230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GB" sz="1200">
                <a:solidFill>
                  <a:schemeClr val="dk2"/>
                </a:solidFill>
                <a:latin typeface="Quattrocento Sans"/>
                <a:ea typeface="Quattrocento Sans"/>
                <a:cs typeface="Quattrocento Sans"/>
                <a:sym typeface="Quattrocento Sans"/>
              </a:rPr>
              <a:t>Presentation Template</a:t>
            </a:r>
            <a:endParaRPr sz="1100"/>
          </a:p>
        </p:txBody>
      </p:sp>
      <p:sp>
        <p:nvSpPr>
          <p:cNvPr id="758" name="Google Shape;758;p25"/>
          <p:cNvSpPr txBox="1"/>
          <p:nvPr/>
        </p:nvSpPr>
        <p:spPr>
          <a:xfrm>
            <a:off x="1505574" y="4809126"/>
            <a:ext cx="717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200">
                <a:solidFill>
                  <a:schemeClr val="accent2"/>
                </a:solidFill>
                <a:latin typeface="Calibri"/>
                <a:ea typeface="Calibri"/>
                <a:cs typeface="Calibri"/>
                <a:sym typeface="Calibri"/>
              </a:rPr>
              <a:t>Analysis</a:t>
            </a:r>
            <a:endParaRPr sz="1100"/>
          </a:p>
        </p:txBody>
      </p:sp>
      <p:sp>
        <p:nvSpPr>
          <p:cNvPr id="759" name="Google Shape;759;p25"/>
          <p:cNvSpPr txBox="1"/>
          <p:nvPr/>
        </p:nvSpPr>
        <p:spPr>
          <a:xfrm>
            <a:off x="669336" y="4809126"/>
            <a:ext cx="9315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chemeClr val="accent1"/>
                </a:solidFill>
                <a:latin typeface="Quattrocento Sans"/>
                <a:ea typeface="Quattrocento Sans"/>
                <a:cs typeface="Quattrocento Sans"/>
                <a:sym typeface="Quattrocento Sans"/>
              </a:rPr>
              <a:t>Competitive</a:t>
            </a:r>
            <a:endParaRPr b="1" sz="1200">
              <a:solidFill>
                <a:schemeClr val="accent4"/>
              </a:solidFill>
              <a:latin typeface="Quattrocento Sans"/>
              <a:ea typeface="Quattrocento Sans"/>
              <a:cs typeface="Quattrocento Sans"/>
              <a:sym typeface="Quattrocento Sans"/>
            </a:endParaRPr>
          </a:p>
        </p:txBody>
      </p:sp>
      <p:cxnSp>
        <p:nvCxnSpPr>
          <p:cNvPr id="760" name="Google Shape;760;p25"/>
          <p:cNvCxnSpPr/>
          <p:nvPr/>
        </p:nvCxnSpPr>
        <p:spPr>
          <a:xfrm>
            <a:off x="2141097" y="4846099"/>
            <a:ext cx="0" cy="183600"/>
          </a:xfrm>
          <a:prstGeom prst="straightConnector1">
            <a:avLst/>
          </a:prstGeom>
          <a:noFill/>
          <a:ln cap="flat" cmpd="sng" w="14300">
            <a:solidFill>
              <a:schemeClr val="accent3"/>
            </a:solidFill>
            <a:prstDash val="solid"/>
            <a:round/>
            <a:headEnd len="sm" w="sm" type="none"/>
            <a:tailEnd len="sm" w="sm" type="none"/>
          </a:ln>
        </p:spPr>
      </p:cxnSp>
      <p:grpSp>
        <p:nvGrpSpPr>
          <p:cNvPr id="761" name="Google Shape;761;p25"/>
          <p:cNvGrpSpPr/>
          <p:nvPr/>
        </p:nvGrpSpPr>
        <p:grpSpPr>
          <a:xfrm>
            <a:off x="285568" y="4786676"/>
            <a:ext cx="296179" cy="296100"/>
            <a:chOff x="380656" y="6382234"/>
            <a:chExt cx="394800" cy="394800"/>
          </a:xfrm>
        </p:grpSpPr>
        <p:sp>
          <p:nvSpPr>
            <p:cNvPr id="762" name="Google Shape;762;p25"/>
            <p:cNvSpPr/>
            <p:nvPr/>
          </p:nvSpPr>
          <p:spPr>
            <a:xfrm>
              <a:off x="380656" y="6382234"/>
              <a:ext cx="394800" cy="394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Pie chart with solid fill" id="763" name="Google Shape;763;p25"/>
            <p:cNvGrpSpPr/>
            <p:nvPr/>
          </p:nvGrpSpPr>
          <p:grpSpPr>
            <a:xfrm>
              <a:off x="462648" y="6464153"/>
              <a:ext cx="230331" cy="230635"/>
              <a:chOff x="5732462" y="3067050"/>
              <a:chExt cx="722947" cy="723900"/>
            </a:xfrm>
          </p:grpSpPr>
          <p:sp>
            <p:nvSpPr>
              <p:cNvPr id="764" name="Google Shape;764;p25"/>
              <p:cNvSpPr/>
              <p:nvPr/>
            </p:nvSpPr>
            <p:spPr>
              <a:xfrm>
                <a:off x="5732462" y="3067050"/>
                <a:ext cx="603885" cy="723900"/>
              </a:xfrm>
              <a:custGeom>
                <a:rect b="b" l="l" r="r" t="t"/>
                <a:pathLst>
                  <a:path extrusionOk="0" h="723900" w="603885">
                    <a:moveTo>
                      <a:pt x="342900" y="0"/>
                    </a:moveTo>
                    <a:cubicBezTo>
                      <a:pt x="152400" y="9525"/>
                      <a:pt x="0" y="169545"/>
                      <a:pt x="0" y="361950"/>
                    </a:cubicBezTo>
                    <a:cubicBezTo>
                      <a:pt x="0" y="561975"/>
                      <a:pt x="161925" y="723900"/>
                      <a:pt x="361950" y="723900"/>
                    </a:cubicBezTo>
                    <a:cubicBezTo>
                      <a:pt x="452438" y="723900"/>
                      <a:pt x="537210" y="691515"/>
                      <a:pt x="603885" y="630555"/>
                    </a:cubicBezTo>
                    <a:lnTo>
                      <a:pt x="342900" y="369570"/>
                    </a:lnTo>
                    <a:lnTo>
                      <a:pt x="342900"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65" name="Google Shape;765;p25"/>
              <p:cNvSpPr/>
              <p:nvPr/>
            </p:nvSpPr>
            <p:spPr>
              <a:xfrm>
                <a:off x="6113462" y="3067050"/>
                <a:ext cx="341947" cy="342900"/>
              </a:xfrm>
              <a:custGeom>
                <a:rect b="b" l="l" r="r" t="t"/>
                <a:pathLst>
                  <a:path extrusionOk="0" h="342900" w="341947">
                    <a:moveTo>
                      <a:pt x="0" y="0"/>
                    </a:moveTo>
                    <a:lnTo>
                      <a:pt x="0" y="342900"/>
                    </a:lnTo>
                    <a:lnTo>
                      <a:pt x="341948" y="342900"/>
                    </a:lnTo>
                    <a:cubicBezTo>
                      <a:pt x="332423" y="157163"/>
                      <a:pt x="184785" y="9525"/>
                      <a:pt x="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66" name="Google Shape;766;p25"/>
              <p:cNvSpPr/>
              <p:nvPr/>
            </p:nvSpPr>
            <p:spPr>
              <a:xfrm>
                <a:off x="6140131" y="3448050"/>
                <a:ext cx="315277" cy="222885"/>
              </a:xfrm>
              <a:custGeom>
                <a:rect b="b" l="l" r="r" t="t"/>
                <a:pathLst>
                  <a:path extrusionOk="0" h="222885" w="315277">
                    <a:moveTo>
                      <a:pt x="0" y="0"/>
                    </a:moveTo>
                    <a:lnTo>
                      <a:pt x="222885" y="222885"/>
                    </a:lnTo>
                    <a:cubicBezTo>
                      <a:pt x="279083" y="160973"/>
                      <a:pt x="311468" y="82868"/>
                      <a:pt x="315278" y="0"/>
                    </a:cubicBezTo>
                    <a:lnTo>
                      <a:pt x="0"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767" name="Google Shape;767;p25"/>
          <p:cNvGrpSpPr/>
          <p:nvPr/>
        </p:nvGrpSpPr>
        <p:grpSpPr>
          <a:xfrm>
            <a:off x="7845732" y="-739564"/>
            <a:ext cx="2131200" cy="1841257"/>
            <a:chOff x="8994775" y="-1887538"/>
            <a:chExt cx="4159251" cy="3594100"/>
          </a:xfrm>
        </p:grpSpPr>
        <p:sp>
          <p:nvSpPr>
            <p:cNvPr id="768" name="Google Shape;768;p25"/>
            <p:cNvSpPr/>
            <p:nvPr/>
          </p:nvSpPr>
          <p:spPr>
            <a:xfrm>
              <a:off x="11858625" y="1566862"/>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69" name="Google Shape;769;p25"/>
            <p:cNvSpPr/>
            <p:nvPr/>
          </p:nvSpPr>
          <p:spPr>
            <a:xfrm>
              <a:off x="12126913" y="1668462"/>
              <a:ext cx="42863" cy="38100"/>
            </a:xfrm>
            <a:custGeom>
              <a:rect b="b" l="l" r="r" t="t"/>
              <a:pathLst>
                <a:path extrusionOk="0" h="9" w="10">
                  <a:moveTo>
                    <a:pt x="3"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0" name="Google Shape;770;p25"/>
            <p:cNvSpPr/>
            <p:nvPr/>
          </p:nvSpPr>
          <p:spPr>
            <a:xfrm>
              <a:off x="12241213" y="1562100"/>
              <a:ext cx="42863" cy="38100"/>
            </a:xfrm>
            <a:custGeom>
              <a:rect b="b" l="l" r="r" t="t"/>
              <a:pathLst>
                <a:path extrusionOk="0" h="9" w="10">
                  <a:moveTo>
                    <a:pt x="3" y="2"/>
                  </a:moveTo>
                  <a:cubicBezTo>
                    <a:pt x="2" y="2"/>
                    <a:pt x="2" y="2"/>
                    <a:pt x="2" y="2"/>
                  </a:cubicBezTo>
                  <a:cubicBezTo>
                    <a:pt x="1" y="4"/>
                    <a:pt x="0" y="6"/>
                    <a:pt x="2" y="8"/>
                  </a:cubicBezTo>
                  <a:cubicBezTo>
                    <a:pt x="3" y="9"/>
                    <a:pt x="4" y="9"/>
                    <a:pt x="5" y="9"/>
                  </a:cubicBezTo>
                  <a:cubicBezTo>
                    <a:pt x="6" y="9"/>
                    <a:pt x="7" y="9"/>
                    <a:pt x="8" y="8"/>
                  </a:cubicBezTo>
                  <a:cubicBezTo>
                    <a:pt x="9" y="8"/>
                    <a:pt x="9" y="8"/>
                    <a:pt x="9"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1" name="Google Shape;771;p25"/>
            <p:cNvSpPr/>
            <p:nvPr/>
          </p:nvSpPr>
          <p:spPr>
            <a:xfrm>
              <a:off x="12539663" y="1638300"/>
              <a:ext cx="42863" cy="42863"/>
            </a:xfrm>
            <a:custGeom>
              <a:rect b="b" l="l" r="r" t="t"/>
              <a:pathLst>
                <a:path extrusionOk="0" h="10" w="10">
                  <a:moveTo>
                    <a:pt x="2"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2" name="Google Shape;772;p25"/>
            <p:cNvSpPr/>
            <p:nvPr/>
          </p:nvSpPr>
          <p:spPr>
            <a:xfrm>
              <a:off x="9351963" y="-1016000"/>
              <a:ext cx="4763" cy="17463"/>
            </a:xfrm>
            <a:custGeom>
              <a:rect b="b" l="l" r="r" t="t"/>
              <a:pathLst>
                <a:path extrusionOk="0" h="4" w="1">
                  <a:moveTo>
                    <a:pt x="1" y="4"/>
                  </a:moveTo>
                  <a:cubicBezTo>
                    <a:pt x="1" y="3"/>
                    <a:pt x="0" y="1"/>
                    <a:pt x="0" y="0"/>
                  </a:cubicBezTo>
                  <a:cubicBezTo>
                    <a:pt x="0" y="1"/>
                    <a:pt x="0" y="3"/>
                    <a:pt x="1" y="4"/>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3" name="Google Shape;773;p25"/>
            <p:cNvSpPr/>
            <p:nvPr/>
          </p:nvSpPr>
          <p:spPr>
            <a:xfrm>
              <a:off x="10264775" y="1306512"/>
              <a:ext cx="12700" cy="4763"/>
            </a:xfrm>
            <a:custGeom>
              <a:rect b="b" l="l" r="r" t="t"/>
              <a:pathLst>
                <a:path extrusionOk="0" h="1" w="3">
                  <a:moveTo>
                    <a:pt x="1" y="1"/>
                  </a:moveTo>
                  <a:cubicBezTo>
                    <a:pt x="2" y="1"/>
                    <a:pt x="3" y="1"/>
                    <a:pt x="3" y="0"/>
                  </a:cubicBezTo>
                  <a:cubicBezTo>
                    <a:pt x="2" y="0"/>
                    <a:pt x="1" y="1"/>
                    <a:pt x="0" y="1"/>
                  </a:cubicBezTo>
                  <a:lnTo>
                    <a:pt x="1" y="1"/>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4" name="Google Shape;774;p25"/>
            <p:cNvSpPr/>
            <p:nvPr/>
          </p:nvSpPr>
          <p:spPr>
            <a:xfrm>
              <a:off x="9566275" y="-1568450"/>
              <a:ext cx="42863"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5" name="Google Shape;775;p25"/>
            <p:cNvSpPr/>
            <p:nvPr/>
          </p:nvSpPr>
          <p:spPr>
            <a:xfrm>
              <a:off x="9680575" y="-1674813"/>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6" name="Google Shape;776;p25"/>
            <p:cNvSpPr/>
            <p:nvPr/>
          </p:nvSpPr>
          <p:spPr>
            <a:xfrm>
              <a:off x="9915525" y="-1887538"/>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7" name="Google Shape;777;p25"/>
            <p:cNvSpPr/>
            <p:nvPr/>
          </p:nvSpPr>
          <p:spPr>
            <a:xfrm>
              <a:off x="9799638" y="-1781175"/>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8" name="Google Shape;778;p25"/>
            <p:cNvSpPr/>
            <p:nvPr/>
          </p:nvSpPr>
          <p:spPr>
            <a:xfrm>
              <a:off x="9447213" y="-1462088"/>
              <a:ext cx="41275" cy="38100"/>
            </a:xfrm>
            <a:custGeom>
              <a:rect b="b" l="l" r="r" t="t"/>
              <a:pathLst>
                <a:path extrusionOk="0" h="9" w="10">
                  <a:moveTo>
                    <a:pt x="5" y="9"/>
                  </a:moveTo>
                  <a:cubicBezTo>
                    <a:pt x="6" y="9"/>
                    <a:pt x="7"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79" name="Google Shape;779;p25"/>
            <p:cNvSpPr/>
            <p:nvPr/>
          </p:nvSpPr>
          <p:spPr>
            <a:xfrm>
              <a:off x="10290175" y="-1879600"/>
              <a:ext cx="42863" cy="39688"/>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0" name="Google Shape;780;p25"/>
            <p:cNvSpPr/>
            <p:nvPr/>
          </p:nvSpPr>
          <p:spPr>
            <a:xfrm>
              <a:off x="10171113" y="-1773238"/>
              <a:ext cx="42863" cy="39688"/>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1" name="Google Shape;781;p25"/>
            <p:cNvSpPr/>
            <p:nvPr/>
          </p:nvSpPr>
          <p:spPr>
            <a:xfrm>
              <a:off x="9351963" y="-1028700"/>
              <a:ext cx="39688" cy="38100"/>
            </a:xfrm>
            <a:custGeom>
              <a:rect b="b" l="l" r="r" t="t"/>
              <a:pathLst>
                <a:path extrusionOk="0" h="9" w="9">
                  <a:moveTo>
                    <a:pt x="4" y="9"/>
                  </a:moveTo>
                  <a:cubicBezTo>
                    <a:pt x="5" y="9"/>
                    <a:pt x="6" y="8"/>
                    <a:pt x="7" y="8"/>
                  </a:cubicBezTo>
                  <a:cubicBezTo>
                    <a:pt x="8" y="7"/>
                    <a:pt x="8" y="7"/>
                    <a:pt x="8" y="7"/>
                  </a:cubicBezTo>
                  <a:cubicBezTo>
                    <a:pt x="9" y="6"/>
                    <a:pt x="9" y="3"/>
                    <a:pt x="8" y="1"/>
                  </a:cubicBezTo>
                  <a:cubicBezTo>
                    <a:pt x="6" y="0"/>
                    <a:pt x="4" y="0"/>
                    <a:pt x="2" y="1"/>
                  </a:cubicBezTo>
                  <a:cubicBezTo>
                    <a:pt x="1" y="2"/>
                    <a:pt x="1" y="2"/>
                    <a:pt x="1" y="2"/>
                  </a:cubicBezTo>
                  <a:cubicBezTo>
                    <a:pt x="1" y="2"/>
                    <a:pt x="1" y="3"/>
                    <a:pt x="0" y="3"/>
                  </a:cubicBezTo>
                  <a:cubicBezTo>
                    <a:pt x="0" y="4"/>
                    <a:pt x="1" y="6"/>
                    <a:pt x="1" y="7"/>
                  </a:cubicBezTo>
                  <a:cubicBezTo>
                    <a:pt x="1" y="8"/>
                    <a:pt x="1" y="8"/>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2" name="Google Shape;782;p25"/>
            <p:cNvSpPr/>
            <p:nvPr/>
          </p:nvSpPr>
          <p:spPr>
            <a:xfrm>
              <a:off x="9467850" y="-1135063"/>
              <a:ext cx="42863" cy="38100"/>
            </a:xfrm>
            <a:custGeom>
              <a:rect b="b" l="l" r="r" t="t"/>
              <a:pathLst>
                <a:path extrusionOk="0" h="9" w="10">
                  <a:moveTo>
                    <a:pt x="2" y="2"/>
                  </a:moveTo>
                  <a:cubicBezTo>
                    <a:pt x="0" y="3"/>
                    <a:pt x="0" y="6"/>
                    <a:pt x="2" y="8"/>
                  </a:cubicBezTo>
                  <a:cubicBezTo>
                    <a:pt x="2" y="8"/>
                    <a:pt x="3" y="9"/>
                    <a:pt x="4" y="9"/>
                  </a:cubicBezTo>
                  <a:cubicBezTo>
                    <a:pt x="5" y="9"/>
                    <a:pt x="6" y="8"/>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3" name="Google Shape;783;p25"/>
            <p:cNvSpPr/>
            <p:nvPr/>
          </p:nvSpPr>
          <p:spPr>
            <a:xfrm>
              <a:off x="9702800" y="-1347788"/>
              <a:ext cx="41275" cy="38100"/>
            </a:xfrm>
            <a:custGeom>
              <a:rect b="b" l="l" r="r" t="t"/>
              <a:pathLst>
                <a:path extrusionOk="0" h="9" w="10">
                  <a:moveTo>
                    <a:pt x="2" y="2"/>
                  </a:moveTo>
                  <a:cubicBezTo>
                    <a:pt x="0" y="3"/>
                    <a:pt x="0" y="6"/>
                    <a:pt x="2" y="8"/>
                  </a:cubicBezTo>
                  <a:cubicBezTo>
                    <a:pt x="2" y="8"/>
                    <a:pt x="4" y="9"/>
                    <a:pt x="5" y="9"/>
                  </a:cubicBezTo>
                  <a:cubicBezTo>
                    <a:pt x="6" y="9"/>
                    <a:pt x="7" y="8"/>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4" name="Google Shape;784;p25"/>
            <p:cNvSpPr/>
            <p:nvPr/>
          </p:nvSpPr>
          <p:spPr>
            <a:xfrm>
              <a:off x="9936163" y="-1560513"/>
              <a:ext cx="42863" cy="39688"/>
            </a:xfrm>
            <a:custGeom>
              <a:rect b="b" l="l" r="r" t="t"/>
              <a:pathLst>
                <a:path extrusionOk="0" h="9" w="10">
                  <a:moveTo>
                    <a:pt x="2" y="2"/>
                  </a:move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5" name="Google Shape;785;p25"/>
            <p:cNvSpPr/>
            <p:nvPr/>
          </p:nvSpPr>
          <p:spPr>
            <a:xfrm>
              <a:off x="9821863" y="-1454150"/>
              <a:ext cx="38100" cy="38100"/>
            </a:xfrm>
            <a:custGeom>
              <a:rect b="b" l="l" r="r" t="t"/>
              <a:pathLst>
                <a:path extrusionOk="0" h="9" w="9">
                  <a:moveTo>
                    <a:pt x="1" y="2"/>
                  </a:moveTo>
                  <a:cubicBezTo>
                    <a:pt x="0" y="3"/>
                    <a:pt x="0" y="6"/>
                    <a:pt x="1" y="8"/>
                  </a:cubicBezTo>
                  <a:cubicBezTo>
                    <a:pt x="2" y="8"/>
                    <a:pt x="3" y="9"/>
                    <a:pt x="4" y="9"/>
                  </a:cubicBezTo>
                  <a:cubicBezTo>
                    <a:pt x="5" y="9"/>
                    <a:pt x="6" y="8"/>
                    <a:pt x="7" y="8"/>
                  </a:cubicBezTo>
                  <a:cubicBezTo>
                    <a:pt x="8" y="7"/>
                    <a:pt x="8" y="7"/>
                    <a:pt x="8" y="7"/>
                  </a:cubicBezTo>
                  <a:cubicBezTo>
                    <a:pt x="9" y="6"/>
                    <a:pt x="9" y="3"/>
                    <a:pt x="8" y="1"/>
                  </a:cubicBezTo>
                  <a:cubicBezTo>
                    <a:pt x="7" y="0"/>
                    <a:pt x="4" y="0"/>
                    <a:pt x="2" y="1"/>
                  </a:cubicBezTo>
                  <a:lnTo>
                    <a:pt x="1"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6" name="Google Shape;786;p25"/>
            <p:cNvSpPr/>
            <p:nvPr/>
          </p:nvSpPr>
          <p:spPr>
            <a:xfrm>
              <a:off x="9586913" y="-1241425"/>
              <a:ext cx="38100" cy="38100"/>
            </a:xfrm>
            <a:custGeom>
              <a:rect b="b" l="l" r="r" t="t"/>
              <a:pathLst>
                <a:path extrusionOk="0" h="9" w="9">
                  <a:moveTo>
                    <a:pt x="1" y="2"/>
                  </a:moveTo>
                  <a:cubicBezTo>
                    <a:pt x="0" y="3"/>
                    <a:pt x="0" y="6"/>
                    <a:pt x="1" y="8"/>
                  </a:cubicBezTo>
                  <a:cubicBezTo>
                    <a:pt x="2" y="8"/>
                    <a:pt x="3" y="9"/>
                    <a:pt x="4" y="9"/>
                  </a:cubicBezTo>
                  <a:cubicBezTo>
                    <a:pt x="5" y="9"/>
                    <a:pt x="6" y="8"/>
                    <a:pt x="7" y="8"/>
                  </a:cubicBezTo>
                  <a:cubicBezTo>
                    <a:pt x="8" y="7"/>
                    <a:pt x="8" y="7"/>
                    <a:pt x="8" y="7"/>
                  </a:cubicBezTo>
                  <a:cubicBezTo>
                    <a:pt x="9" y="5"/>
                    <a:pt x="9" y="3"/>
                    <a:pt x="8" y="1"/>
                  </a:cubicBezTo>
                  <a:cubicBezTo>
                    <a:pt x="6" y="0"/>
                    <a:pt x="4" y="0"/>
                    <a:pt x="2" y="1"/>
                  </a:cubicBezTo>
                  <a:lnTo>
                    <a:pt x="1"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7" name="Google Shape;787;p25"/>
            <p:cNvSpPr/>
            <p:nvPr/>
          </p:nvSpPr>
          <p:spPr>
            <a:xfrm>
              <a:off x="10055225" y="-1666875"/>
              <a:ext cx="42863" cy="39688"/>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8" name="Google Shape;788;p25"/>
            <p:cNvSpPr/>
            <p:nvPr/>
          </p:nvSpPr>
          <p:spPr>
            <a:xfrm>
              <a:off x="9779000" y="-1074738"/>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89" name="Google Shape;789;p25"/>
            <p:cNvSpPr/>
            <p:nvPr/>
          </p:nvSpPr>
          <p:spPr>
            <a:xfrm>
              <a:off x="10013950" y="-1287463"/>
              <a:ext cx="41275" cy="42863"/>
            </a:xfrm>
            <a:custGeom>
              <a:rect b="b" l="l" r="r" t="t"/>
              <a:pathLst>
                <a:path extrusionOk="0" h="10" w="10">
                  <a:moveTo>
                    <a:pt x="5" y="10"/>
                  </a:moveTo>
                  <a:cubicBezTo>
                    <a:pt x="6" y="10"/>
                    <a:pt x="7" y="9"/>
                    <a:pt x="8" y="8"/>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0" name="Google Shape;790;p25"/>
            <p:cNvSpPr/>
            <p:nvPr/>
          </p:nvSpPr>
          <p:spPr>
            <a:xfrm>
              <a:off x="10601325" y="-1819275"/>
              <a:ext cx="42863" cy="42863"/>
            </a:xfrm>
            <a:custGeom>
              <a:rect b="b" l="l" r="r" t="t"/>
              <a:pathLst>
                <a:path extrusionOk="0" h="10" w="10">
                  <a:moveTo>
                    <a:pt x="5"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1" name="Google Shape;791;p25"/>
            <p:cNvSpPr/>
            <p:nvPr/>
          </p:nvSpPr>
          <p:spPr>
            <a:xfrm>
              <a:off x="9898063" y="-1181100"/>
              <a:ext cx="42863" cy="42863"/>
            </a:xfrm>
            <a:custGeom>
              <a:rect b="b" l="l" r="r" t="t"/>
              <a:pathLst>
                <a:path extrusionOk="0" h="10" w="10">
                  <a:moveTo>
                    <a:pt x="4" y="10"/>
                  </a:moveTo>
                  <a:cubicBezTo>
                    <a:pt x="5" y="10"/>
                    <a:pt x="6" y="9"/>
                    <a:pt x="7" y="8"/>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2" name="Google Shape;792;p25"/>
            <p:cNvSpPr/>
            <p:nvPr/>
          </p:nvSpPr>
          <p:spPr>
            <a:xfrm>
              <a:off x="10247313" y="-1500188"/>
              <a:ext cx="42863" cy="42863"/>
            </a:xfrm>
            <a:custGeom>
              <a:rect b="b" l="l" r="r" t="t"/>
              <a:pathLst>
                <a:path extrusionOk="0" h="10" w="10">
                  <a:moveTo>
                    <a:pt x="5" y="10"/>
                  </a:moveTo>
                  <a:cubicBezTo>
                    <a:pt x="6" y="10"/>
                    <a:pt x="7" y="9"/>
                    <a:pt x="8" y="8"/>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3" name="Google Shape;793;p25"/>
            <p:cNvSpPr/>
            <p:nvPr/>
          </p:nvSpPr>
          <p:spPr>
            <a:xfrm>
              <a:off x="10366375" y="-1606550"/>
              <a:ext cx="42863" cy="42863"/>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4" name="Google Shape;794;p25"/>
            <p:cNvSpPr/>
            <p:nvPr/>
          </p:nvSpPr>
          <p:spPr>
            <a:xfrm>
              <a:off x="9663113" y="-968375"/>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5" name="Google Shape;795;p25"/>
            <p:cNvSpPr/>
            <p:nvPr/>
          </p:nvSpPr>
          <p:spPr>
            <a:xfrm>
              <a:off x="10133013" y="-1393825"/>
              <a:ext cx="42863" cy="42863"/>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6" name="Google Shape;796;p25"/>
            <p:cNvSpPr/>
            <p:nvPr/>
          </p:nvSpPr>
          <p:spPr>
            <a:xfrm>
              <a:off x="9429750" y="-755650"/>
              <a:ext cx="38100" cy="42863"/>
            </a:xfrm>
            <a:custGeom>
              <a:rect b="b" l="l" r="r" t="t"/>
              <a:pathLst>
                <a:path extrusionOk="0" h="10" w="9">
                  <a:moveTo>
                    <a:pt x="8" y="8"/>
                  </a:moveTo>
                  <a:cubicBezTo>
                    <a:pt x="9" y="6"/>
                    <a:pt x="9" y="4"/>
                    <a:pt x="8" y="2"/>
                  </a:cubicBezTo>
                  <a:cubicBezTo>
                    <a:pt x="6" y="0"/>
                    <a:pt x="4" y="0"/>
                    <a:pt x="2" y="2"/>
                  </a:cubicBezTo>
                  <a:cubicBezTo>
                    <a:pt x="1" y="3"/>
                    <a:pt x="1" y="3"/>
                    <a:pt x="1"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7" name="Google Shape;797;p25"/>
            <p:cNvSpPr/>
            <p:nvPr/>
          </p:nvSpPr>
          <p:spPr>
            <a:xfrm>
              <a:off x="9544050" y="-862013"/>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8" name="Google Shape;798;p25"/>
            <p:cNvSpPr/>
            <p:nvPr/>
          </p:nvSpPr>
          <p:spPr>
            <a:xfrm>
              <a:off x="10487025" y="-1712913"/>
              <a:ext cx="38100" cy="42863"/>
            </a:xfrm>
            <a:custGeom>
              <a:rect b="b" l="l" r="r" t="t"/>
              <a:pathLst>
                <a:path extrusionOk="0" h="10" w="9">
                  <a:moveTo>
                    <a:pt x="4" y="10"/>
                  </a:moveTo>
                  <a:cubicBezTo>
                    <a:pt x="5" y="10"/>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799" name="Google Shape;799;p25"/>
            <p:cNvSpPr/>
            <p:nvPr/>
          </p:nvSpPr>
          <p:spPr>
            <a:xfrm>
              <a:off x="10634663" y="-1504950"/>
              <a:ext cx="42863" cy="42863"/>
            </a:xfrm>
            <a:custGeom>
              <a:rect b="b" l="l" r="r" t="t"/>
              <a:pathLst>
                <a:path extrusionOk="0" h="10" w="10">
                  <a:moveTo>
                    <a:pt x="2" y="8"/>
                  </a:move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0" name="Google Shape;800;p25"/>
            <p:cNvSpPr/>
            <p:nvPr/>
          </p:nvSpPr>
          <p:spPr>
            <a:xfrm>
              <a:off x="10755313" y="-1611313"/>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1" name="Google Shape;801;p25"/>
            <p:cNvSpPr/>
            <p:nvPr/>
          </p:nvSpPr>
          <p:spPr>
            <a:xfrm>
              <a:off x="9463088" y="-441325"/>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2" name="Google Shape;802;p25"/>
            <p:cNvSpPr/>
            <p:nvPr/>
          </p:nvSpPr>
          <p:spPr>
            <a:xfrm>
              <a:off x="10166350" y="-1079500"/>
              <a:ext cx="42863" cy="42863"/>
            </a:xfrm>
            <a:custGeom>
              <a:rect b="b" l="l" r="r" t="t"/>
              <a:pathLst>
                <a:path extrusionOk="0" h="10" w="10">
                  <a:moveTo>
                    <a:pt x="1" y="8"/>
                  </a:move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3" name="Google Shape;803;p25"/>
            <p:cNvSpPr/>
            <p:nvPr/>
          </p:nvSpPr>
          <p:spPr>
            <a:xfrm>
              <a:off x="9932988" y="-866775"/>
              <a:ext cx="41275"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4" name="Google Shape;804;p25"/>
            <p:cNvSpPr/>
            <p:nvPr/>
          </p:nvSpPr>
          <p:spPr>
            <a:xfrm>
              <a:off x="10282238" y="-1185863"/>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5" name="Google Shape;805;p25"/>
            <p:cNvSpPr/>
            <p:nvPr/>
          </p:nvSpPr>
          <p:spPr>
            <a:xfrm>
              <a:off x="10047288" y="-973138"/>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6" name="Google Shape;806;p25"/>
            <p:cNvSpPr/>
            <p:nvPr/>
          </p:nvSpPr>
          <p:spPr>
            <a:xfrm>
              <a:off x="10515600" y="-1398588"/>
              <a:ext cx="42863" cy="42863"/>
            </a:xfrm>
            <a:custGeom>
              <a:rect b="b" l="l" r="r" t="t"/>
              <a:pathLst>
                <a:path extrusionOk="0" h="10" w="10">
                  <a:moveTo>
                    <a:pt x="2" y="8"/>
                  </a:moveTo>
                  <a:cubicBezTo>
                    <a:pt x="3" y="9"/>
                    <a:pt x="4" y="10"/>
                    <a:pt x="5" y="10"/>
                  </a:cubicBezTo>
                  <a:cubicBezTo>
                    <a:pt x="6" y="10"/>
                    <a:pt x="7" y="9"/>
                    <a:pt x="8" y="8"/>
                  </a:cubicBezTo>
                  <a:cubicBezTo>
                    <a:pt x="9" y="8"/>
                    <a:pt x="9" y="8"/>
                    <a:pt x="9" y="8"/>
                  </a:cubicBezTo>
                  <a:cubicBezTo>
                    <a:pt x="10" y="6"/>
                    <a:pt x="10" y="4"/>
                    <a:pt x="9" y="2"/>
                  </a:cubicBezTo>
                  <a:cubicBezTo>
                    <a:pt x="7" y="0"/>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7" name="Google Shape;807;p25"/>
            <p:cNvSpPr/>
            <p:nvPr/>
          </p:nvSpPr>
          <p:spPr>
            <a:xfrm>
              <a:off x="10869613" y="-1717675"/>
              <a:ext cx="42863" cy="38100"/>
            </a:xfrm>
            <a:custGeom>
              <a:rect b="b" l="l" r="r" t="t"/>
              <a:pathLst>
                <a:path extrusionOk="0" h="9" w="10">
                  <a:moveTo>
                    <a:pt x="5" y="9"/>
                  </a:moveTo>
                  <a:cubicBezTo>
                    <a:pt x="6" y="9"/>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8" name="Google Shape;808;p25"/>
            <p:cNvSpPr/>
            <p:nvPr/>
          </p:nvSpPr>
          <p:spPr>
            <a:xfrm>
              <a:off x="9698038" y="-654050"/>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09" name="Google Shape;809;p25"/>
            <p:cNvSpPr/>
            <p:nvPr/>
          </p:nvSpPr>
          <p:spPr>
            <a:xfrm>
              <a:off x="10401300" y="-1292225"/>
              <a:ext cx="42863" cy="42863"/>
            </a:xfrm>
            <a:custGeom>
              <a:rect b="b" l="l" r="r" t="t"/>
              <a:pathLst>
                <a:path extrusionOk="0" h="10" w="10">
                  <a:moveTo>
                    <a:pt x="1" y="8"/>
                  </a:move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0" name="Google Shape;810;p25"/>
            <p:cNvSpPr/>
            <p:nvPr/>
          </p:nvSpPr>
          <p:spPr>
            <a:xfrm>
              <a:off x="9578975" y="-547688"/>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1" name="Google Shape;811;p25"/>
            <p:cNvSpPr/>
            <p:nvPr/>
          </p:nvSpPr>
          <p:spPr>
            <a:xfrm>
              <a:off x="9812338" y="-760413"/>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2" name="Google Shape;812;p25"/>
            <p:cNvSpPr/>
            <p:nvPr/>
          </p:nvSpPr>
          <p:spPr>
            <a:xfrm>
              <a:off x="10580688" y="-1104900"/>
              <a:ext cx="41275" cy="38100"/>
            </a:xfrm>
            <a:custGeom>
              <a:rect b="b" l="l" r="r" t="t"/>
              <a:pathLst>
                <a:path extrusionOk="0" h="9" w="10">
                  <a:moveTo>
                    <a:pt x="4" y="9"/>
                  </a:moveTo>
                  <a:cubicBezTo>
                    <a:pt x="5" y="9"/>
                    <a:pt x="6" y="8"/>
                    <a:pt x="7" y="8"/>
                  </a:cubicBezTo>
                  <a:cubicBezTo>
                    <a:pt x="8" y="7"/>
                    <a:pt x="8" y="7"/>
                    <a:pt x="8" y="7"/>
                  </a:cubicBezTo>
                  <a:cubicBezTo>
                    <a:pt x="9" y="5"/>
                    <a:pt x="10" y="3"/>
                    <a:pt x="8" y="1"/>
                  </a:cubicBezTo>
                  <a:cubicBezTo>
                    <a:pt x="7" y="0"/>
                    <a:pt x="4" y="0"/>
                    <a:pt x="2" y="1"/>
                  </a:cubicBezTo>
                  <a:cubicBezTo>
                    <a:pt x="2" y="2"/>
                    <a:pt x="2" y="2"/>
                    <a:pt x="2"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3" name="Google Shape;813;p25"/>
            <p:cNvSpPr/>
            <p:nvPr/>
          </p:nvSpPr>
          <p:spPr>
            <a:xfrm>
              <a:off x="9420225" y="-41275"/>
              <a:ext cx="26988" cy="38100"/>
            </a:xfrm>
            <a:custGeom>
              <a:rect b="b" l="l" r="r" t="t"/>
              <a:pathLst>
                <a:path extrusionOk="0" h="9" w="6">
                  <a:moveTo>
                    <a:pt x="4" y="8"/>
                  </a:moveTo>
                  <a:cubicBezTo>
                    <a:pt x="5" y="7"/>
                    <a:pt x="5" y="7"/>
                    <a:pt x="5" y="7"/>
                  </a:cubicBezTo>
                  <a:cubicBezTo>
                    <a:pt x="6" y="6"/>
                    <a:pt x="6" y="3"/>
                    <a:pt x="5" y="1"/>
                  </a:cubicBezTo>
                  <a:cubicBezTo>
                    <a:pt x="4" y="1"/>
                    <a:pt x="3" y="0"/>
                    <a:pt x="2" y="0"/>
                  </a:cubicBezTo>
                  <a:cubicBezTo>
                    <a:pt x="2" y="1"/>
                    <a:pt x="2" y="2"/>
                    <a:pt x="1" y="3"/>
                  </a:cubicBezTo>
                  <a:cubicBezTo>
                    <a:pt x="1" y="5"/>
                    <a:pt x="0" y="7"/>
                    <a:pt x="0" y="9"/>
                  </a:cubicBezTo>
                  <a:cubicBezTo>
                    <a:pt x="0" y="9"/>
                    <a:pt x="0" y="9"/>
                    <a:pt x="1" y="9"/>
                  </a:cubicBezTo>
                  <a:cubicBezTo>
                    <a:pt x="2" y="9"/>
                    <a:pt x="3" y="9"/>
                    <a:pt x="4"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4" name="Google Shape;814;p25"/>
            <p:cNvSpPr/>
            <p:nvPr/>
          </p:nvSpPr>
          <p:spPr>
            <a:xfrm>
              <a:off x="11163300" y="-1641475"/>
              <a:ext cx="42863" cy="42863"/>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5" name="Google Shape;815;p25"/>
            <p:cNvSpPr/>
            <p:nvPr/>
          </p:nvSpPr>
          <p:spPr>
            <a:xfrm>
              <a:off x="10929938" y="-1428750"/>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6" name="Google Shape;816;p25"/>
            <p:cNvSpPr/>
            <p:nvPr/>
          </p:nvSpPr>
          <p:spPr>
            <a:xfrm>
              <a:off x="10694988" y="-1216025"/>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7" name="Google Shape;817;p25"/>
            <p:cNvSpPr/>
            <p:nvPr/>
          </p:nvSpPr>
          <p:spPr>
            <a:xfrm>
              <a:off x="10814050" y="-1322388"/>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8" name="Google Shape;818;p25"/>
            <p:cNvSpPr/>
            <p:nvPr/>
          </p:nvSpPr>
          <p:spPr>
            <a:xfrm>
              <a:off x="9642475" y="-25400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19" name="Google Shape;819;p25"/>
            <p:cNvSpPr/>
            <p:nvPr/>
          </p:nvSpPr>
          <p:spPr>
            <a:xfrm>
              <a:off x="11049000" y="-1535113"/>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0" name="Google Shape;820;p25"/>
            <p:cNvSpPr/>
            <p:nvPr/>
          </p:nvSpPr>
          <p:spPr>
            <a:xfrm>
              <a:off x="9756775" y="-360363"/>
              <a:ext cx="42863" cy="38100"/>
            </a:xfrm>
            <a:custGeom>
              <a:rect b="b" l="l" r="r" t="t"/>
              <a:pathLst>
                <a:path extrusionOk="0" h="9" w="10">
                  <a:moveTo>
                    <a:pt x="5"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1" name="Google Shape;821;p25"/>
            <p:cNvSpPr/>
            <p:nvPr/>
          </p:nvSpPr>
          <p:spPr>
            <a:xfrm>
              <a:off x="9877425" y="-466725"/>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2" name="Google Shape;822;p25"/>
            <p:cNvSpPr/>
            <p:nvPr/>
          </p:nvSpPr>
          <p:spPr>
            <a:xfrm>
              <a:off x="10460038" y="-998538"/>
              <a:ext cx="42863" cy="38100"/>
            </a:xfrm>
            <a:custGeom>
              <a:rect b="b" l="l" r="r" t="t"/>
              <a:pathLst>
                <a:path extrusionOk="0" h="9" w="10">
                  <a:moveTo>
                    <a:pt x="5" y="9"/>
                  </a:moveTo>
                  <a:cubicBezTo>
                    <a:pt x="6" y="9"/>
                    <a:pt x="7" y="8"/>
                    <a:pt x="7" y="8"/>
                  </a:cubicBezTo>
                  <a:cubicBezTo>
                    <a:pt x="8" y="7"/>
                    <a:pt x="8" y="7"/>
                    <a:pt x="8" y="7"/>
                  </a:cubicBezTo>
                  <a:cubicBezTo>
                    <a:pt x="10" y="5"/>
                    <a:pt x="10" y="3"/>
                    <a:pt x="9" y="1"/>
                  </a:cubicBezTo>
                  <a:cubicBezTo>
                    <a:pt x="7" y="0"/>
                    <a:pt x="4" y="0"/>
                    <a:pt x="3" y="1"/>
                  </a:cubicBezTo>
                  <a:cubicBezTo>
                    <a:pt x="2" y="2"/>
                    <a:pt x="2" y="2"/>
                    <a:pt x="2" y="2"/>
                  </a:cubicBezTo>
                  <a:cubicBezTo>
                    <a:pt x="0"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3" name="Google Shape;823;p25"/>
            <p:cNvSpPr/>
            <p:nvPr/>
          </p:nvSpPr>
          <p:spPr>
            <a:xfrm>
              <a:off x="9523413" y="-147638"/>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4" name="Google Shape;824;p25"/>
            <p:cNvSpPr/>
            <p:nvPr/>
          </p:nvSpPr>
          <p:spPr>
            <a:xfrm>
              <a:off x="9991725" y="-573088"/>
              <a:ext cx="42863" cy="38100"/>
            </a:xfrm>
            <a:custGeom>
              <a:rect b="b" l="l" r="r" t="t"/>
              <a:pathLst>
                <a:path extrusionOk="0" h="9" w="10">
                  <a:moveTo>
                    <a:pt x="5" y="9"/>
                  </a:moveTo>
                  <a:cubicBezTo>
                    <a:pt x="6"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5" name="Google Shape;825;p25"/>
            <p:cNvSpPr/>
            <p:nvPr/>
          </p:nvSpPr>
          <p:spPr>
            <a:xfrm>
              <a:off x="10345738" y="-892175"/>
              <a:ext cx="38100" cy="38100"/>
            </a:xfrm>
            <a:custGeom>
              <a:rect b="b" l="l" r="r" t="t"/>
              <a:pathLst>
                <a:path extrusionOk="0" h="9" w="9">
                  <a:moveTo>
                    <a:pt x="4" y="9"/>
                  </a:moveTo>
                  <a:cubicBezTo>
                    <a:pt x="5" y="9"/>
                    <a:pt x="6" y="8"/>
                    <a:pt x="7" y="8"/>
                  </a:cubicBezTo>
                  <a:cubicBezTo>
                    <a:pt x="8" y="7"/>
                    <a:pt x="8" y="7"/>
                    <a:pt x="8" y="7"/>
                  </a:cubicBezTo>
                  <a:cubicBezTo>
                    <a:pt x="9" y="5"/>
                    <a:pt x="9" y="3"/>
                    <a:pt x="8" y="1"/>
                  </a:cubicBezTo>
                  <a:cubicBezTo>
                    <a:pt x="7" y="0"/>
                    <a:pt x="4" y="0"/>
                    <a:pt x="2" y="1"/>
                  </a:cubicBezTo>
                  <a:cubicBezTo>
                    <a:pt x="1" y="2"/>
                    <a:pt x="1" y="2"/>
                    <a:pt x="1"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6" name="Google Shape;826;p25"/>
            <p:cNvSpPr/>
            <p:nvPr/>
          </p:nvSpPr>
          <p:spPr>
            <a:xfrm>
              <a:off x="10226675" y="-785813"/>
              <a:ext cx="42863" cy="38100"/>
            </a:xfrm>
            <a:custGeom>
              <a:rect b="b" l="l" r="r" t="t"/>
              <a:pathLst>
                <a:path extrusionOk="0" h="9" w="10">
                  <a:moveTo>
                    <a:pt x="5" y="9"/>
                  </a:moveTo>
                  <a:cubicBezTo>
                    <a:pt x="6" y="9"/>
                    <a:pt x="7"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2" y="8"/>
                  </a:cubicBezTo>
                  <a:cubicBezTo>
                    <a:pt x="2"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7" name="Google Shape;827;p25"/>
            <p:cNvSpPr/>
            <p:nvPr/>
          </p:nvSpPr>
          <p:spPr>
            <a:xfrm>
              <a:off x="10110788" y="-67945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8" name="Google Shape;828;p25"/>
            <p:cNvSpPr/>
            <p:nvPr/>
          </p:nvSpPr>
          <p:spPr>
            <a:xfrm>
              <a:off x="10171113" y="-390525"/>
              <a:ext cx="38100" cy="42863"/>
            </a:xfrm>
            <a:custGeom>
              <a:rect b="b" l="l" r="r" t="t"/>
              <a:pathLst>
                <a:path extrusionOk="0" h="10" w="9">
                  <a:moveTo>
                    <a:pt x="4" y="10"/>
                  </a:moveTo>
                  <a:cubicBezTo>
                    <a:pt x="5" y="10"/>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29" name="Google Shape;829;p25"/>
            <p:cNvSpPr/>
            <p:nvPr/>
          </p:nvSpPr>
          <p:spPr>
            <a:xfrm>
              <a:off x="10285413" y="-496888"/>
              <a:ext cx="42863" cy="38100"/>
            </a:xfrm>
            <a:custGeom>
              <a:rect b="b" l="l" r="r" t="t"/>
              <a:pathLst>
                <a:path extrusionOk="0" h="9" w="10">
                  <a:moveTo>
                    <a:pt x="5" y="9"/>
                  </a:moveTo>
                  <a:cubicBezTo>
                    <a:pt x="6" y="9"/>
                    <a:pt x="7" y="9"/>
                    <a:pt x="7" y="8"/>
                  </a:cubicBezTo>
                  <a:cubicBezTo>
                    <a:pt x="8" y="8"/>
                    <a:pt x="8" y="8"/>
                    <a:pt x="8" y="8"/>
                  </a:cubicBezTo>
                  <a:cubicBezTo>
                    <a:pt x="10" y="6"/>
                    <a:pt x="10" y="4"/>
                    <a:pt x="9" y="2"/>
                  </a:cubicBezTo>
                  <a:cubicBezTo>
                    <a:pt x="7" y="0"/>
                    <a:pt x="4" y="0"/>
                    <a:pt x="3" y="2"/>
                  </a:cubicBezTo>
                  <a:cubicBezTo>
                    <a:pt x="2" y="3"/>
                    <a:pt x="2" y="3"/>
                    <a:pt x="2" y="3"/>
                  </a:cubicBezTo>
                  <a:cubicBezTo>
                    <a:pt x="0" y="4"/>
                    <a:pt x="0" y="7"/>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0" name="Google Shape;830;p25"/>
            <p:cNvSpPr/>
            <p:nvPr/>
          </p:nvSpPr>
          <p:spPr>
            <a:xfrm>
              <a:off x="9467850" y="247650"/>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1" name="Google Shape;831;p25"/>
            <p:cNvSpPr/>
            <p:nvPr/>
          </p:nvSpPr>
          <p:spPr>
            <a:xfrm>
              <a:off x="9348788" y="354012"/>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2" name="Google Shape;832;p25"/>
            <p:cNvSpPr/>
            <p:nvPr/>
          </p:nvSpPr>
          <p:spPr>
            <a:xfrm>
              <a:off x="9702800" y="34925"/>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3" name="Google Shape;833;p25"/>
            <p:cNvSpPr/>
            <p:nvPr/>
          </p:nvSpPr>
          <p:spPr>
            <a:xfrm>
              <a:off x="9936163" y="-177800"/>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4" name="Google Shape;834;p25"/>
            <p:cNvSpPr/>
            <p:nvPr/>
          </p:nvSpPr>
          <p:spPr>
            <a:xfrm>
              <a:off x="9817100" y="-71438"/>
              <a:ext cx="42863" cy="42863"/>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5" name="Google Shape;835;p25"/>
            <p:cNvSpPr/>
            <p:nvPr/>
          </p:nvSpPr>
          <p:spPr>
            <a:xfrm>
              <a:off x="10052050" y="-284163"/>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6" name="Google Shape;836;p25"/>
            <p:cNvSpPr/>
            <p:nvPr/>
          </p:nvSpPr>
          <p:spPr>
            <a:xfrm>
              <a:off x="9582150" y="141287"/>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5"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7" name="Google Shape;837;p25"/>
            <p:cNvSpPr/>
            <p:nvPr/>
          </p:nvSpPr>
          <p:spPr>
            <a:xfrm>
              <a:off x="10406063" y="-603250"/>
              <a:ext cx="41275" cy="38100"/>
            </a:xfrm>
            <a:custGeom>
              <a:rect b="b" l="l" r="r" t="t"/>
              <a:pathLst>
                <a:path extrusionOk="0" h="9" w="10">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8" name="Google Shape;838;p25"/>
            <p:cNvSpPr/>
            <p:nvPr/>
          </p:nvSpPr>
          <p:spPr>
            <a:xfrm>
              <a:off x="10520363" y="-709613"/>
              <a:ext cx="42863"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39" name="Google Shape;839;p25"/>
            <p:cNvSpPr/>
            <p:nvPr/>
          </p:nvSpPr>
          <p:spPr>
            <a:xfrm>
              <a:off x="10639425" y="-815975"/>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0" name="Google Shape;840;p25"/>
            <p:cNvSpPr/>
            <p:nvPr/>
          </p:nvSpPr>
          <p:spPr>
            <a:xfrm>
              <a:off x="9232900" y="460375"/>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1" name="Google Shape;841;p25"/>
            <p:cNvSpPr/>
            <p:nvPr/>
          </p:nvSpPr>
          <p:spPr>
            <a:xfrm>
              <a:off x="11107738" y="-1241425"/>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2" name="Google Shape;842;p25"/>
            <p:cNvSpPr/>
            <p:nvPr/>
          </p:nvSpPr>
          <p:spPr>
            <a:xfrm>
              <a:off x="9113838" y="571500"/>
              <a:ext cx="42863" cy="38100"/>
            </a:xfrm>
            <a:custGeom>
              <a:rect b="b" l="l" r="r" t="t"/>
              <a:pathLst>
                <a:path extrusionOk="0" h="9" w="10">
                  <a:moveTo>
                    <a:pt x="3" y="1"/>
                  </a:moveTo>
                  <a:cubicBezTo>
                    <a:pt x="2" y="2"/>
                    <a:pt x="2" y="2"/>
                    <a:pt x="2" y="2"/>
                  </a:cubicBezTo>
                  <a:cubicBezTo>
                    <a:pt x="0" y="3"/>
                    <a:pt x="0" y="6"/>
                    <a:pt x="1" y="7"/>
                  </a:cubicBezTo>
                  <a:cubicBezTo>
                    <a:pt x="2" y="8"/>
                    <a:pt x="3" y="9"/>
                    <a:pt x="4" y="9"/>
                  </a:cubicBezTo>
                  <a:cubicBezTo>
                    <a:pt x="5"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3" name="Google Shape;843;p25"/>
            <p:cNvSpPr/>
            <p:nvPr/>
          </p:nvSpPr>
          <p:spPr>
            <a:xfrm>
              <a:off x="8994775" y="677862"/>
              <a:ext cx="42863" cy="38100"/>
            </a:xfrm>
            <a:custGeom>
              <a:rect b="b" l="l" r="r" t="t"/>
              <a:pathLst>
                <a:path extrusionOk="0" h="9" w="10">
                  <a:moveTo>
                    <a:pt x="3" y="1"/>
                  </a:moveTo>
                  <a:cubicBezTo>
                    <a:pt x="2" y="2"/>
                    <a:pt x="2" y="2"/>
                    <a:pt x="2" y="2"/>
                  </a:cubicBezTo>
                  <a:cubicBezTo>
                    <a:pt x="1" y="3"/>
                    <a:pt x="0" y="6"/>
                    <a:pt x="2" y="7"/>
                  </a:cubicBezTo>
                  <a:cubicBezTo>
                    <a:pt x="3" y="8"/>
                    <a:pt x="4" y="9"/>
                    <a:pt x="5" y="9"/>
                  </a:cubicBezTo>
                  <a:cubicBezTo>
                    <a:pt x="6" y="9"/>
                    <a:pt x="7" y="8"/>
                    <a:pt x="8" y="8"/>
                  </a:cubicBezTo>
                  <a:cubicBezTo>
                    <a:pt x="8" y="7"/>
                    <a:pt x="8" y="7"/>
                    <a:pt x="8" y="7"/>
                  </a:cubicBezTo>
                  <a:cubicBezTo>
                    <a:pt x="10" y="5"/>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4" name="Google Shape;844;p25"/>
            <p:cNvSpPr/>
            <p:nvPr/>
          </p:nvSpPr>
          <p:spPr>
            <a:xfrm>
              <a:off x="10755313" y="-922338"/>
              <a:ext cx="41275"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5" name="Google Shape;845;p25"/>
            <p:cNvSpPr/>
            <p:nvPr/>
          </p:nvSpPr>
          <p:spPr>
            <a:xfrm>
              <a:off x="11342688" y="-1454150"/>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6" name="Google Shape;846;p25"/>
            <p:cNvSpPr/>
            <p:nvPr/>
          </p:nvSpPr>
          <p:spPr>
            <a:xfrm>
              <a:off x="11223625" y="-1347788"/>
              <a:ext cx="42863" cy="38100"/>
            </a:xfrm>
            <a:custGeom>
              <a:rect b="b" l="l" r="r" t="t"/>
              <a:pathLst>
                <a:path extrusionOk="0" h="9" w="10">
                  <a:moveTo>
                    <a:pt x="5" y="9"/>
                  </a:moveTo>
                  <a:cubicBezTo>
                    <a:pt x="6" y="9"/>
                    <a:pt x="7" y="9"/>
                    <a:pt x="8" y="8"/>
                  </a:cubicBezTo>
                  <a:cubicBezTo>
                    <a:pt x="8" y="7"/>
                    <a:pt x="8" y="7"/>
                    <a:pt x="8" y="7"/>
                  </a:cubicBezTo>
                  <a:cubicBezTo>
                    <a:pt x="10" y="6"/>
                    <a:pt x="10" y="3"/>
                    <a:pt x="9" y="2"/>
                  </a:cubicBezTo>
                  <a:cubicBezTo>
                    <a:pt x="7" y="0"/>
                    <a:pt x="5" y="0"/>
                    <a:pt x="3" y="2"/>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7" name="Google Shape;847;p25"/>
            <p:cNvSpPr/>
            <p:nvPr/>
          </p:nvSpPr>
          <p:spPr>
            <a:xfrm>
              <a:off x="11458575" y="-1560513"/>
              <a:ext cx="41275" cy="39688"/>
            </a:xfrm>
            <a:custGeom>
              <a:rect b="b" l="l" r="r" t="t"/>
              <a:pathLst>
                <a:path extrusionOk="0" h="9" w="10">
                  <a:moveTo>
                    <a:pt x="5" y="9"/>
                  </a:moveTo>
                  <a:cubicBezTo>
                    <a:pt x="6" y="9"/>
                    <a:pt x="7" y="9"/>
                    <a:pt x="8" y="8"/>
                  </a:cubicBezTo>
                  <a:cubicBezTo>
                    <a:pt x="8" y="7"/>
                    <a:pt x="8" y="7"/>
                    <a:pt x="8" y="7"/>
                  </a:cubicBezTo>
                  <a:cubicBezTo>
                    <a:pt x="10" y="6"/>
                    <a:pt x="10" y="3"/>
                    <a:pt x="9" y="2"/>
                  </a:cubicBezTo>
                  <a:cubicBezTo>
                    <a:pt x="7" y="0"/>
                    <a:pt x="5" y="0"/>
                    <a:pt x="3" y="1"/>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8" name="Google Shape;848;p25"/>
            <p:cNvSpPr/>
            <p:nvPr/>
          </p:nvSpPr>
          <p:spPr>
            <a:xfrm>
              <a:off x="10874375" y="-1028700"/>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49" name="Google Shape;849;p25"/>
            <p:cNvSpPr/>
            <p:nvPr/>
          </p:nvSpPr>
          <p:spPr>
            <a:xfrm>
              <a:off x="11577638" y="-1666875"/>
              <a:ext cx="42863" cy="39688"/>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0" name="Google Shape;850;p25"/>
            <p:cNvSpPr/>
            <p:nvPr/>
          </p:nvSpPr>
          <p:spPr>
            <a:xfrm>
              <a:off x="10988675" y="-1135063"/>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1" name="Google Shape;851;p25"/>
            <p:cNvSpPr/>
            <p:nvPr/>
          </p:nvSpPr>
          <p:spPr>
            <a:xfrm>
              <a:off x="11985625" y="-1695450"/>
              <a:ext cx="42863" cy="41275"/>
            </a:xfrm>
            <a:custGeom>
              <a:rect b="b" l="l" r="r" t="t"/>
              <a:pathLst>
                <a:path extrusionOk="0" h="10" w="10">
                  <a:moveTo>
                    <a:pt x="5" y="10"/>
                  </a:moveTo>
                  <a:cubicBezTo>
                    <a:pt x="6" y="10"/>
                    <a:pt x="7" y="9"/>
                    <a:pt x="8" y="9"/>
                  </a:cubicBezTo>
                  <a:cubicBezTo>
                    <a:pt x="9" y="8"/>
                    <a:pt x="9" y="8"/>
                    <a:pt x="9"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2" name="Google Shape;852;p25"/>
            <p:cNvSpPr/>
            <p:nvPr/>
          </p:nvSpPr>
          <p:spPr>
            <a:xfrm>
              <a:off x="9528175" y="54133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3" name="Google Shape;853;p25"/>
            <p:cNvSpPr/>
            <p:nvPr/>
          </p:nvSpPr>
          <p:spPr>
            <a:xfrm>
              <a:off x="9642475" y="434975"/>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4" name="Google Shape;854;p25"/>
            <p:cNvSpPr/>
            <p:nvPr/>
          </p:nvSpPr>
          <p:spPr>
            <a:xfrm>
              <a:off x="10699750" y="-522288"/>
              <a:ext cx="42863" cy="38100"/>
            </a:xfrm>
            <a:custGeom>
              <a:rect b="b" l="l" r="r" t="t"/>
              <a:pathLst>
                <a:path extrusionOk="0" h="9" w="10">
                  <a:moveTo>
                    <a:pt x="2" y="1"/>
                  </a:moveTo>
                  <a:cubicBezTo>
                    <a:pt x="2" y="2"/>
                    <a:pt x="2" y="2"/>
                    <a:pt x="2" y="2"/>
                  </a:cubicBezTo>
                  <a:cubicBezTo>
                    <a:pt x="0" y="3"/>
                    <a:pt x="0" y="6"/>
                    <a:pt x="1" y="8"/>
                  </a:cubicBezTo>
                  <a:cubicBezTo>
                    <a:pt x="2" y="9"/>
                    <a:pt x="3" y="9"/>
                    <a:pt x="4" y="9"/>
                  </a:cubicBezTo>
                  <a:cubicBezTo>
                    <a:pt x="5" y="9"/>
                    <a:pt x="6" y="9"/>
                    <a:pt x="7" y="8"/>
                  </a:cubicBezTo>
                  <a:cubicBezTo>
                    <a:pt x="8" y="7"/>
                    <a:pt x="8" y="7"/>
                    <a:pt x="8" y="7"/>
                  </a:cubicBezTo>
                  <a:cubicBezTo>
                    <a:pt x="9"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5" name="Google Shape;855;p25"/>
            <p:cNvSpPr/>
            <p:nvPr/>
          </p:nvSpPr>
          <p:spPr>
            <a:xfrm>
              <a:off x="11049000" y="-841375"/>
              <a:ext cx="42863" cy="38100"/>
            </a:xfrm>
            <a:custGeom>
              <a:rect b="b" l="l" r="r" t="t"/>
              <a:pathLst>
                <a:path extrusionOk="0" h="9" w="10">
                  <a:moveTo>
                    <a:pt x="3" y="1"/>
                  </a:moveTo>
                  <a:cubicBezTo>
                    <a:pt x="2" y="2"/>
                    <a:pt x="2" y="2"/>
                    <a:pt x="2" y="2"/>
                  </a:cubicBezTo>
                  <a:cubicBezTo>
                    <a:pt x="0" y="3"/>
                    <a:pt x="0" y="6"/>
                    <a:pt x="2" y="8"/>
                  </a:cubicBezTo>
                  <a:cubicBezTo>
                    <a:pt x="3" y="8"/>
                    <a:pt x="4" y="9"/>
                    <a:pt x="5" y="9"/>
                  </a:cubicBezTo>
                  <a:cubicBezTo>
                    <a:pt x="6" y="9"/>
                    <a:pt x="7" y="9"/>
                    <a:pt x="8"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6" name="Google Shape;856;p25"/>
            <p:cNvSpPr/>
            <p:nvPr/>
          </p:nvSpPr>
          <p:spPr>
            <a:xfrm>
              <a:off x="11517313" y="-1270000"/>
              <a:ext cx="42863" cy="41275"/>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7" name="Google Shape;857;p25"/>
            <p:cNvSpPr/>
            <p:nvPr/>
          </p:nvSpPr>
          <p:spPr>
            <a:xfrm>
              <a:off x="11168063" y="-947738"/>
              <a:ext cx="42863" cy="38100"/>
            </a:xfrm>
            <a:custGeom>
              <a:rect b="b" l="l" r="r" t="t"/>
              <a:pathLst>
                <a:path extrusionOk="0" h="9" w="10">
                  <a:moveTo>
                    <a:pt x="3" y="1"/>
                  </a:moveTo>
                  <a:cubicBezTo>
                    <a:pt x="2" y="2"/>
                    <a:pt x="2" y="2"/>
                    <a:pt x="2" y="2"/>
                  </a:cubicBezTo>
                  <a:cubicBezTo>
                    <a:pt x="0" y="3"/>
                    <a:pt x="0" y="6"/>
                    <a:pt x="1" y="8"/>
                  </a:cubicBezTo>
                  <a:cubicBezTo>
                    <a:pt x="2" y="8"/>
                    <a:pt x="3" y="9"/>
                    <a:pt x="4" y="9"/>
                  </a:cubicBezTo>
                  <a:cubicBezTo>
                    <a:pt x="5"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8" name="Google Shape;858;p25"/>
            <p:cNvSpPr/>
            <p:nvPr/>
          </p:nvSpPr>
          <p:spPr>
            <a:xfrm>
              <a:off x="11403013" y="-1163638"/>
              <a:ext cx="41275"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59" name="Google Shape;859;p25"/>
            <p:cNvSpPr/>
            <p:nvPr/>
          </p:nvSpPr>
          <p:spPr>
            <a:xfrm>
              <a:off x="11282363" y="-1054100"/>
              <a:ext cx="42863" cy="38100"/>
            </a:xfrm>
            <a:custGeom>
              <a:rect b="b" l="l" r="r" t="t"/>
              <a:pathLst>
                <a:path extrusionOk="0" h="9" w="10">
                  <a:moveTo>
                    <a:pt x="5" y="9"/>
                  </a:moveTo>
                  <a:cubicBezTo>
                    <a:pt x="6" y="9"/>
                    <a:pt x="7" y="8"/>
                    <a:pt x="8" y="8"/>
                  </a:cubicBezTo>
                  <a:cubicBezTo>
                    <a:pt x="8" y="7"/>
                    <a:pt x="8" y="7"/>
                    <a:pt x="8" y="7"/>
                  </a:cubicBezTo>
                  <a:cubicBezTo>
                    <a:pt x="10" y="5"/>
                    <a:pt x="10" y="3"/>
                    <a:pt x="9" y="1"/>
                  </a:cubicBezTo>
                  <a:cubicBezTo>
                    <a:pt x="7" y="0"/>
                    <a:pt x="5" y="0"/>
                    <a:pt x="3" y="1"/>
                  </a:cubicBezTo>
                  <a:cubicBezTo>
                    <a:pt x="2" y="2"/>
                    <a:pt x="2" y="2"/>
                    <a:pt x="2" y="2"/>
                  </a:cubicBezTo>
                  <a:cubicBezTo>
                    <a:pt x="1"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0" name="Google Shape;860;p25"/>
            <p:cNvSpPr/>
            <p:nvPr/>
          </p:nvSpPr>
          <p:spPr>
            <a:xfrm>
              <a:off x="10933113" y="-735013"/>
              <a:ext cx="42863" cy="38100"/>
            </a:xfrm>
            <a:custGeom>
              <a:rect b="b" l="l" r="r" t="t"/>
              <a:pathLst>
                <a:path extrusionOk="0" h="9" w="10">
                  <a:moveTo>
                    <a:pt x="2" y="1"/>
                  </a:moveTo>
                  <a:cubicBezTo>
                    <a:pt x="2" y="2"/>
                    <a:pt x="2" y="2"/>
                    <a:pt x="2" y="2"/>
                  </a:cubicBezTo>
                  <a:cubicBezTo>
                    <a:pt x="0" y="3"/>
                    <a:pt x="0" y="6"/>
                    <a:pt x="1" y="8"/>
                  </a:cubicBezTo>
                  <a:cubicBezTo>
                    <a:pt x="2" y="8"/>
                    <a:pt x="3" y="9"/>
                    <a:pt x="4" y="9"/>
                  </a:cubicBezTo>
                  <a:cubicBezTo>
                    <a:pt x="5" y="9"/>
                    <a:pt x="6" y="9"/>
                    <a:pt x="7" y="8"/>
                  </a:cubicBezTo>
                  <a:cubicBezTo>
                    <a:pt x="8" y="7"/>
                    <a:pt x="8" y="7"/>
                    <a:pt x="8" y="7"/>
                  </a:cubicBezTo>
                  <a:cubicBezTo>
                    <a:pt x="10"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1" name="Google Shape;861;p25"/>
            <p:cNvSpPr/>
            <p:nvPr/>
          </p:nvSpPr>
          <p:spPr>
            <a:xfrm>
              <a:off x="10229850" y="-96838"/>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2" name="Google Shape;862;p25"/>
            <p:cNvSpPr/>
            <p:nvPr/>
          </p:nvSpPr>
          <p:spPr>
            <a:xfrm>
              <a:off x="10345738" y="-203200"/>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3" name="Google Shape;863;p25"/>
            <p:cNvSpPr/>
            <p:nvPr/>
          </p:nvSpPr>
          <p:spPr>
            <a:xfrm>
              <a:off x="10464800" y="-309563"/>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4" name="Google Shape;864;p25"/>
            <p:cNvSpPr/>
            <p:nvPr/>
          </p:nvSpPr>
          <p:spPr>
            <a:xfrm>
              <a:off x="10580688" y="-415925"/>
              <a:ext cx="41275"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5" name="Google Shape;865;p25"/>
            <p:cNvSpPr/>
            <p:nvPr/>
          </p:nvSpPr>
          <p:spPr>
            <a:xfrm>
              <a:off x="9996488" y="115887"/>
              <a:ext cx="42863" cy="38100"/>
            </a:xfrm>
            <a:custGeom>
              <a:rect b="b" l="l" r="r" t="t"/>
              <a:pathLst>
                <a:path extrusionOk="0" h="9" w="10">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6" name="Google Shape;866;p25"/>
            <p:cNvSpPr/>
            <p:nvPr/>
          </p:nvSpPr>
          <p:spPr>
            <a:xfrm>
              <a:off x="10814050" y="-628650"/>
              <a:ext cx="42863" cy="38100"/>
            </a:xfrm>
            <a:custGeom>
              <a:rect b="b" l="l" r="r" t="t"/>
              <a:pathLst>
                <a:path extrusionOk="0" h="9" w="10">
                  <a:moveTo>
                    <a:pt x="3" y="1"/>
                  </a:moveTo>
                  <a:cubicBezTo>
                    <a:pt x="2" y="2"/>
                    <a:pt x="2" y="2"/>
                    <a:pt x="2" y="2"/>
                  </a:cubicBez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7" name="Google Shape;867;p25"/>
            <p:cNvSpPr/>
            <p:nvPr/>
          </p:nvSpPr>
          <p:spPr>
            <a:xfrm>
              <a:off x="9877425" y="222250"/>
              <a:ext cx="42863" cy="38100"/>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9"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8" name="Google Shape;868;p25"/>
            <p:cNvSpPr/>
            <p:nvPr/>
          </p:nvSpPr>
          <p:spPr>
            <a:xfrm>
              <a:off x="10110788" y="9525"/>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69" name="Google Shape;869;p25"/>
            <p:cNvSpPr/>
            <p:nvPr/>
          </p:nvSpPr>
          <p:spPr>
            <a:xfrm>
              <a:off x="9761538" y="328612"/>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0" name="Google Shape;870;p25"/>
            <p:cNvSpPr/>
            <p:nvPr/>
          </p:nvSpPr>
          <p:spPr>
            <a:xfrm>
              <a:off x="11752263" y="-1482725"/>
              <a:ext cx="42863" cy="41275"/>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1" name="Google Shape;871;p25"/>
            <p:cNvSpPr/>
            <p:nvPr/>
          </p:nvSpPr>
          <p:spPr>
            <a:xfrm>
              <a:off x="9174163" y="860425"/>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2" name="Google Shape;872;p25"/>
            <p:cNvSpPr/>
            <p:nvPr/>
          </p:nvSpPr>
          <p:spPr>
            <a:xfrm>
              <a:off x="9293225" y="754062"/>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3" name="Google Shape;873;p25"/>
            <p:cNvSpPr/>
            <p:nvPr/>
          </p:nvSpPr>
          <p:spPr>
            <a:xfrm>
              <a:off x="9058275" y="96678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4" name="Google Shape;874;p25"/>
            <p:cNvSpPr/>
            <p:nvPr/>
          </p:nvSpPr>
          <p:spPr>
            <a:xfrm>
              <a:off x="9407525" y="647700"/>
              <a:ext cx="42863" cy="38100"/>
            </a:xfrm>
            <a:custGeom>
              <a:rect b="b" l="l" r="r" t="t"/>
              <a:pathLst>
                <a:path extrusionOk="0" h="9" w="10">
                  <a:moveTo>
                    <a:pt x="5" y="9"/>
                  </a:moveTo>
                  <a:cubicBezTo>
                    <a:pt x="6" y="9"/>
                    <a:pt x="7"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5" name="Google Shape;875;p25"/>
            <p:cNvSpPr/>
            <p:nvPr/>
          </p:nvSpPr>
          <p:spPr>
            <a:xfrm>
              <a:off x="11871325" y="-1589088"/>
              <a:ext cx="42863"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6" name="Google Shape;876;p25"/>
            <p:cNvSpPr/>
            <p:nvPr/>
          </p:nvSpPr>
          <p:spPr>
            <a:xfrm>
              <a:off x="11636375" y="-1376363"/>
              <a:ext cx="42863"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7" name="Google Shape;877;p25"/>
            <p:cNvSpPr/>
            <p:nvPr/>
          </p:nvSpPr>
          <p:spPr>
            <a:xfrm>
              <a:off x="12106275" y="-1801813"/>
              <a:ext cx="41275" cy="41275"/>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8" name="Google Shape;878;p25"/>
            <p:cNvSpPr/>
            <p:nvPr/>
          </p:nvSpPr>
          <p:spPr>
            <a:xfrm>
              <a:off x="11585575" y="-981075"/>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79" name="Google Shape;879;p25"/>
            <p:cNvSpPr/>
            <p:nvPr/>
          </p:nvSpPr>
          <p:spPr>
            <a:xfrm>
              <a:off x="12169775" y="-1512888"/>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0" name="Google Shape;880;p25"/>
            <p:cNvSpPr/>
            <p:nvPr/>
          </p:nvSpPr>
          <p:spPr>
            <a:xfrm>
              <a:off x="12523788" y="-1831975"/>
              <a:ext cx="41275" cy="38100"/>
            </a:xfrm>
            <a:custGeom>
              <a:rect b="b" l="l" r="r" t="t"/>
              <a:pathLst>
                <a:path extrusionOk="0" h="9" w="10">
                  <a:moveTo>
                    <a:pt x="4" y="9"/>
                  </a:moveTo>
                  <a:cubicBezTo>
                    <a:pt x="5" y="9"/>
                    <a:pt x="6"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1" name="Google Shape;881;p25"/>
            <p:cNvSpPr/>
            <p:nvPr/>
          </p:nvSpPr>
          <p:spPr>
            <a:xfrm>
              <a:off x="12403138" y="-1725613"/>
              <a:ext cx="42863" cy="38100"/>
            </a:xfrm>
            <a:custGeom>
              <a:rect b="b" l="l" r="r" t="t"/>
              <a:pathLst>
                <a:path extrusionOk="0" h="9" w="10">
                  <a:moveTo>
                    <a:pt x="5" y="9"/>
                  </a:moveTo>
                  <a:cubicBezTo>
                    <a:pt x="6" y="9"/>
                    <a:pt x="7" y="8"/>
                    <a:pt x="8" y="8"/>
                  </a:cubicBezTo>
                  <a:cubicBezTo>
                    <a:pt x="8" y="7"/>
                    <a:pt x="8" y="7"/>
                    <a:pt x="8" y="7"/>
                  </a:cubicBezTo>
                  <a:cubicBezTo>
                    <a:pt x="10" y="5"/>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2" name="Google Shape;882;p25"/>
            <p:cNvSpPr/>
            <p:nvPr/>
          </p:nvSpPr>
          <p:spPr>
            <a:xfrm>
              <a:off x="12288838" y="-1619250"/>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3" name="Google Shape;883;p25"/>
            <p:cNvSpPr/>
            <p:nvPr/>
          </p:nvSpPr>
          <p:spPr>
            <a:xfrm>
              <a:off x="11231563" y="-661988"/>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4" name="Google Shape;884;p25"/>
            <p:cNvSpPr/>
            <p:nvPr/>
          </p:nvSpPr>
          <p:spPr>
            <a:xfrm>
              <a:off x="11350625" y="-768350"/>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5" name="Google Shape;885;p25"/>
            <p:cNvSpPr/>
            <p:nvPr/>
          </p:nvSpPr>
          <p:spPr>
            <a:xfrm>
              <a:off x="11701463" y="-1087438"/>
              <a:ext cx="41275"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6" name="Google Shape;886;p25"/>
            <p:cNvSpPr/>
            <p:nvPr/>
          </p:nvSpPr>
          <p:spPr>
            <a:xfrm>
              <a:off x="11466513" y="-874713"/>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7" name="Google Shape;887;p25"/>
            <p:cNvSpPr/>
            <p:nvPr/>
          </p:nvSpPr>
          <p:spPr>
            <a:xfrm>
              <a:off x="11117263" y="-555625"/>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8" name="Google Shape;888;p25"/>
            <p:cNvSpPr/>
            <p:nvPr/>
          </p:nvSpPr>
          <p:spPr>
            <a:xfrm>
              <a:off x="11934825" y="-1300163"/>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89" name="Google Shape;889;p25"/>
            <p:cNvSpPr/>
            <p:nvPr/>
          </p:nvSpPr>
          <p:spPr>
            <a:xfrm>
              <a:off x="12053888" y="-1406525"/>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0" name="Google Shape;890;p25"/>
            <p:cNvSpPr/>
            <p:nvPr/>
          </p:nvSpPr>
          <p:spPr>
            <a:xfrm>
              <a:off x="11820525" y="-1193800"/>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1" name="Google Shape;891;p25"/>
            <p:cNvSpPr/>
            <p:nvPr/>
          </p:nvSpPr>
          <p:spPr>
            <a:xfrm>
              <a:off x="9710738" y="720725"/>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1"/>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2" name="Google Shape;892;p25"/>
            <p:cNvSpPr/>
            <p:nvPr/>
          </p:nvSpPr>
          <p:spPr>
            <a:xfrm>
              <a:off x="10059988" y="401637"/>
              <a:ext cx="42863" cy="41275"/>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3" name="Google Shape;893;p25"/>
            <p:cNvSpPr/>
            <p:nvPr/>
          </p:nvSpPr>
          <p:spPr>
            <a:xfrm>
              <a:off x="10763250" y="-236538"/>
              <a:ext cx="42863"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4" name="Google Shape;894;p25"/>
            <p:cNvSpPr/>
            <p:nvPr/>
          </p:nvSpPr>
          <p:spPr>
            <a:xfrm>
              <a:off x="9945688" y="508000"/>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5" name="Google Shape;895;p25"/>
            <p:cNvSpPr/>
            <p:nvPr/>
          </p:nvSpPr>
          <p:spPr>
            <a:xfrm>
              <a:off x="10998200" y="-449263"/>
              <a:ext cx="41275"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6" name="Google Shape;896;p25"/>
            <p:cNvSpPr/>
            <p:nvPr/>
          </p:nvSpPr>
          <p:spPr>
            <a:xfrm>
              <a:off x="9825038" y="614362"/>
              <a:ext cx="42863" cy="41275"/>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7" name="Google Shape;897;p25"/>
            <p:cNvSpPr/>
            <p:nvPr/>
          </p:nvSpPr>
          <p:spPr>
            <a:xfrm>
              <a:off x="9242425" y="1149350"/>
              <a:ext cx="38100" cy="38100"/>
            </a:xfrm>
            <a:custGeom>
              <a:rect b="b" l="l" r="r" t="t"/>
              <a:pathLst>
                <a:path extrusionOk="0" h="9" w="9">
                  <a:moveTo>
                    <a:pt x="2" y="1"/>
                  </a:moveTo>
                  <a:cubicBezTo>
                    <a:pt x="1" y="2"/>
                    <a:pt x="1" y="2"/>
                    <a:pt x="1" y="2"/>
                  </a:cubicBezTo>
                  <a:cubicBezTo>
                    <a:pt x="0" y="3"/>
                    <a:pt x="0" y="6"/>
                    <a:pt x="1" y="8"/>
                  </a:cubicBezTo>
                  <a:cubicBezTo>
                    <a:pt x="2" y="8"/>
                    <a:pt x="3" y="9"/>
                    <a:pt x="4" y="9"/>
                  </a:cubicBezTo>
                  <a:cubicBezTo>
                    <a:pt x="5" y="9"/>
                    <a:pt x="6" y="9"/>
                    <a:pt x="7" y="8"/>
                  </a:cubicBezTo>
                  <a:cubicBezTo>
                    <a:pt x="8" y="7"/>
                    <a:pt x="8" y="7"/>
                    <a:pt x="8" y="7"/>
                  </a:cubicBezTo>
                  <a:cubicBezTo>
                    <a:pt x="9" y="6"/>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8" name="Google Shape;898;p25"/>
            <p:cNvSpPr/>
            <p:nvPr/>
          </p:nvSpPr>
          <p:spPr>
            <a:xfrm>
              <a:off x="10528300" y="-23813"/>
              <a:ext cx="42863" cy="38100"/>
            </a:xfrm>
            <a:custGeom>
              <a:rect b="b" l="l" r="r" t="t"/>
              <a:pathLst>
                <a:path extrusionOk="0" h="9" w="10">
                  <a:moveTo>
                    <a:pt x="3" y="2"/>
                  </a:moveTo>
                  <a:cubicBezTo>
                    <a:pt x="2" y="2"/>
                    <a:pt x="2" y="2"/>
                    <a:pt x="2" y="2"/>
                  </a:cubicBezTo>
                  <a:cubicBezTo>
                    <a:pt x="0" y="4"/>
                    <a:pt x="0" y="7"/>
                    <a:pt x="2" y="8"/>
                  </a:cubicBezTo>
                  <a:cubicBezTo>
                    <a:pt x="3" y="9"/>
                    <a:pt x="4" y="9"/>
                    <a:pt x="5" y="9"/>
                  </a:cubicBezTo>
                  <a:cubicBezTo>
                    <a:pt x="6" y="9"/>
                    <a:pt x="7" y="9"/>
                    <a:pt x="7" y="8"/>
                  </a:cubicBezTo>
                  <a:cubicBezTo>
                    <a:pt x="8" y="8"/>
                    <a:pt x="8" y="8"/>
                    <a:pt x="8" y="8"/>
                  </a:cubicBezTo>
                  <a:cubicBezTo>
                    <a:pt x="10" y="6"/>
                    <a:pt x="10" y="4"/>
                    <a:pt x="9"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899" name="Google Shape;899;p25"/>
            <p:cNvSpPr/>
            <p:nvPr/>
          </p:nvSpPr>
          <p:spPr>
            <a:xfrm>
              <a:off x="10294938" y="188912"/>
              <a:ext cx="42863" cy="42863"/>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0" name="Google Shape;900;p25"/>
            <p:cNvSpPr/>
            <p:nvPr/>
          </p:nvSpPr>
          <p:spPr>
            <a:xfrm>
              <a:off x="10179050" y="295275"/>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1" name="Google Shape;901;p25"/>
            <p:cNvSpPr/>
            <p:nvPr/>
          </p:nvSpPr>
          <p:spPr>
            <a:xfrm>
              <a:off x="9356725" y="1042987"/>
              <a:ext cx="42863" cy="38100"/>
            </a:xfrm>
            <a:custGeom>
              <a:rect b="b" l="l" r="r" t="t"/>
              <a:pathLst>
                <a:path extrusionOk="0" h="9" w="10">
                  <a:moveTo>
                    <a:pt x="3" y="1"/>
                  </a:moveTo>
                  <a:cubicBezTo>
                    <a:pt x="2" y="2"/>
                    <a:pt x="2" y="2"/>
                    <a:pt x="2" y="2"/>
                  </a:cubicBezTo>
                  <a:cubicBezTo>
                    <a:pt x="0" y="3"/>
                    <a:pt x="0" y="6"/>
                    <a:pt x="2" y="8"/>
                  </a:cubicBezTo>
                  <a:cubicBezTo>
                    <a:pt x="2" y="8"/>
                    <a:pt x="3" y="9"/>
                    <a:pt x="5" y="9"/>
                  </a:cubicBezTo>
                  <a:cubicBezTo>
                    <a:pt x="6"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2" name="Google Shape;902;p25"/>
            <p:cNvSpPr/>
            <p:nvPr/>
          </p:nvSpPr>
          <p:spPr>
            <a:xfrm>
              <a:off x="10648950" y="-130175"/>
              <a:ext cx="41275" cy="38100"/>
            </a:xfrm>
            <a:custGeom>
              <a:rect b="b" l="l" r="r" t="t"/>
              <a:pathLst>
                <a:path extrusionOk="0" h="9" w="10">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3" name="Google Shape;903;p25"/>
            <p:cNvSpPr/>
            <p:nvPr/>
          </p:nvSpPr>
          <p:spPr>
            <a:xfrm>
              <a:off x="10414000" y="82550"/>
              <a:ext cx="38100" cy="38100"/>
            </a:xfrm>
            <a:custGeom>
              <a:rect b="b" l="l" r="r" t="t"/>
              <a:pathLst>
                <a:path extrusionOk="0" h="9" w="9">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9"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4" name="Google Shape;904;p25"/>
            <p:cNvSpPr/>
            <p:nvPr/>
          </p:nvSpPr>
          <p:spPr>
            <a:xfrm>
              <a:off x="9475788" y="936625"/>
              <a:ext cx="38100" cy="38100"/>
            </a:xfrm>
            <a:custGeom>
              <a:rect b="b" l="l" r="r" t="t"/>
              <a:pathLst>
                <a:path extrusionOk="0" h="9" w="9">
                  <a:moveTo>
                    <a:pt x="2" y="1"/>
                  </a:moveTo>
                  <a:cubicBezTo>
                    <a:pt x="1" y="2"/>
                    <a:pt x="1" y="2"/>
                    <a:pt x="1" y="2"/>
                  </a:cubicBezTo>
                  <a:cubicBezTo>
                    <a:pt x="0" y="3"/>
                    <a:pt x="0" y="6"/>
                    <a:pt x="1" y="7"/>
                  </a:cubicBezTo>
                  <a:cubicBezTo>
                    <a:pt x="2" y="8"/>
                    <a:pt x="3" y="9"/>
                    <a:pt x="4" y="9"/>
                  </a:cubicBezTo>
                  <a:cubicBezTo>
                    <a:pt x="5" y="9"/>
                    <a:pt x="6" y="8"/>
                    <a:pt x="7" y="8"/>
                  </a:cubicBezTo>
                  <a:cubicBezTo>
                    <a:pt x="8" y="7"/>
                    <a:pt x="8" y="7"/>
                    <a:pt x="8" y="7"/>
                  </a:cubicBezTo>
                  <a:cubicBezTo>
                    <a:pt x="9" y="5"/>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5" name="Google Shape;905;p25"/>
            <p:cNvSpPr/>
            <p:nvPr/>
          </p:nvSpPr>
          <p:spPr>
            <a:xfrm>
              <a:off x="10882313" y="-342900"/>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6" name="Google Shape;906;p25"/>
            <p:cNvSpPr/>
            <p:nvPr/>
          </p:nvSpPr>
          <p:spPr>
            <a:xfrm>
              <a:off x="9591675" y="827087"/>
              <a:ext cx="42863" cy="41275"/>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7"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7" name="Google Shape;907;p25"/>
            <p:cNvSpPr/>
            <p:nvPr/>
          </p:nvSpPr>
          <p:spPr>
            <a:xfrm>
              <a:off x="12215813" y="-120650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8" name="Google Shape;908;p25"/>
            <p:cNvSpPr/>
            <p:nvPr/>
          </p:nvSpPr>
          <p:spPr>
            <a:xfrm>
              <a:off x="9518650" y="1243012"/>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09" name="Google Shape;909;p25"/>
            <p:cNvSpPr/>
            <p:nvPr/>
          </p:nvSpPr>
          <p:spPr>
            <a:xfrm>
              <a:off x="11512550" y="-568325"/>
              <a:ext cx="39688" cy="38100"/>
            </a:xfrm>
            <a:custGeom>
              <a:rect b="b" l="l" r="r" t="t"/>
              <a:pathLst>
                <a:path extrusionOk="0" h="9" w="9">
                  <a:moveTo>
                    <a:pt x="4" y="9"/>
                  </a:moveTo>
                  <a:cubicBezTo>
                    <a:pt x="5" y="9"/>
                    <a:pt x="6" y="9"/>
                    <a:pt x="7" y="8"/>
                  </a:cubicBezTo>
                  <a:cubicBezTo>
                    <a:pt x="8" y="7"/>
                    <a:pt x="8" y="7"/>
                    <a:pt x="8" y="7"/>
                  </a:cubicBezTo>
                  <a:cubicBezTo>
                    <a:pt x="9" y="6"/>
                    <a:pt x="9" y="3"/>
                    <a:pt x="8" y="2"/>
                  </a:cubicBezTo>
                  <a:cubicBezTo>
                    <a:pt x="7" y="0"/>
                    <a:pt x="4" y="0"/>
                    <a:pt x="2" y="1"/>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0" name="Google Shape;910;p25"/>
            <p:cNvSpPr/>
            <p:nvPr/>
          </p:nvSpPr>
          <p:spPr>
            <a:xfrm>
              <a:off x="9412288" y="1349375"/>
              <a:ext cx="30163" cy="12700"/>
            </a:xfrm>
            <a:custGeom>
              <a:rect b="b" l="l" r="r" t="t"/>
              <a:pathLst>
                <a:path extrusionOk="0" h="3" w="7">
                  <a:moveTo>
                    <a:pt x="6" y="1"/>
                  </a:moveTo>
                  <a:cubicBezTo>
                    <a:pt x="4" y="0"/>
                    <a:pt x="2" y="0"/>
                    <a:pt x="0" y="1"/>
                  </a:cubicBezTo>
                  <a:cubicBezTo>
                    <a:pt x="0" y="2"/>
                    <a:pt x="0" y="2"/>
                    <a:pt x="0" y="2"/>
                  </a:cubicBezTo>
                  <a:cubicBezTo>
                    <a:pt x="2" y="2"/>
                    <a:pt x="4" y="3"/>
                    <a:pt x="7" y="3"/>
                  </a:cubicBezTo>
                  <a:cubicBezTo>
                    <a:pt x="7" y="3"/>
                    <a:pt x="6" y="2"/>
                    <a:pt x="6"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1" name="Google Shape;911;p25"/>
            <p:cNvSpPr/>
            <p:nvPr/>
          </p:nvSpPr>
          <p:spPr>
            <a:xfrm>
              <a:off x="12331700" y="-1312863"/>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2" name="Google Shape;912;p25"/>
            <p:cNvSpPr/>
            <p:nvPr/>
          </p:nvSpPr>
          <p:spPr>
            <a:xfrm>
              <a:off x="10340975" y="495300"/>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3" name="Google Shape;913;p25"/>
            <p:cNvSpPr/>
            <p:nvPr/>
          </p:nvSpPr>
          <p:spPr>
            <a:xfrm>
              <a:off x="10221913" y="601662"/>
              <a:ext cx="42863" cy="41275"/>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4" name="Google Shape;914;p25"/>
            <p:cNvSpPr/>
            <p:nvPr/>
          </p:nvSpPr>
          <p:spPr>
            <a:xfrm>
              <a:off x="12800013" y="-1738313"/>
              <a:ext cx="42863" cy="38100"/>
            </a:xfrm>
            <a:custGeom>
              <a:rect b="b" l="l" r="r" t="t"/>
              <a:pathLst>
                <a:path extrusionOk="0" h="9" w="10">
                  <a:moveTo>
                    <a:pt x="5" y="9"/>
                  </a:moveTo>
                  <a:cubicBezTo>
                    <a:pt x="6" y="9"/>
                    <a:pt x="7" y="8"/>
                    <a:pt x="7" y="8"/>
                  </a:cubicBezTo>
                  <a:cubicBezTo>
                    <a:pt x="8" y="7"/>
                    <a:pt x="8" y="7"/>
                    <a:pt x="8" y="7"/>
                  </a:cubicBezTo>
                  <a:cubicBezTo>
                    <a:pt x="10" y="5"/>
                    <a:pt x="10" y="3"/>
                    <a:pt x="9" y="1"/>
                  </a:cubicBezTo>
                  <a:cubicBezTo>
                    <a:pt x="7" y="0"/>
                    <a:pt x="5" y="0"/>
                    <a:pt x="3" y="1"/>
                  </a:cubicBezTo>
                  <a:cubicBezTo>
                    <a:pt x="2" y="2"/>
                    <a:pt x="2" y="2"/>
                    <a:pt x="2" y="2"/>
                  </a:cubicBezTo>
                  <a:cubicBezTo>
                    <a:pt x="0"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5" name="Google Shape;915;p25"/>
            <p:cNvSpPr/>
            <p:nvPr/>
          </p:nvSpPr>
          <p:spPr>
            <a:xfrm>
              <a:off x="11393488" y="-461963"/>
              <a:ext cx="42863" cy="38100"/>
            </a:xfrm>
            <a:custGeom>
              <a:rect b="b" l="l" r="r" t="t"/>
              <a:pathLst>
                <a:path extrusionOk="0" h="9" w="10">
                  <a:moveTo>
                    <a:pt x="5" y="9"/>
                  </a:moveTo>
                  <a:cubicBezTo>
                    <a:pt x="6" y="9"/>
                    <a:pt x="7"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6" name="Google Shape;916;p25"/>
            <p:cNvSpPr/>
            <p:nvPr/>
          </p:nvSpPr>
          <p:spPr>
            <a:xfrm>
              <a:off x="9637713" y="113665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7" name="Google Shape;917;p25"/>
            <p:cNvSpPr/>
            <p:nvPr/>
          </p:nvSpPr>
          <p:spPr>
            <a:xfrm>
              <a:off x="9872663" y="923925"/>
              <a:ext cx="38100" cy="38100"/>
            </a:xfrm>
            <a:custGeom>
              <a:rect b="b" l="l" r="r" t="t"/>
              <a:pathLst>
                <a:path extrusionOk="0" h="9" w="9">
                  <a:moveTo>
                    <a:pt x="4" y="9"/>
                  </a:moveTo>
                  <a:cubicBezTo>
                    <a:pt x="5" y="9"/>
                    <a:pt x="6" y="8"/>
                    <a:pt x="7" y="8"/>
                  </a:cubicBezTo>
                  <a:cubicBezTo>
                    <a:pt x="8" y="7"/>
                    <a:pt x="8" y="7"/>
                    <a:pt x="8" y="7"/>
                  </a:cubicBezTo>
                  <a:cubicBezTo>
                    <a:pt x="9" y="5"/>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8" name="Google Shape;918;p25"/>
            <p:cNvSpPr/>
            <p:nvPr/>
          </p:nvSpPr>
          <p:spPr>
            <a:xfrm>
              <a:off x="11747500" y="-78105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19" name="Google Shape;919;p25"/>
            <p:cNvSpPr/>
            <p:nvPr/>
          </p:nvSpPr>
          <p:spPr>
            <a:xfrm>
              <a:off x="11863388" y="-887413"/>
              <a:ext cx="41275"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0" name="Google Shape;920;p25"/>
            <p:cNvSpPr/>
            <p:nvPr/>
          </p:nvSpPr>
          <p:spPr>
            <a:xfrm>
              <a:off x="11982450" y="-993775"/>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1" name="Google Shape;921;p25"/>
            <p:cNvSpPr/>
            <p:nvPr/>
          </p:nvSpPr>
          <p:spPr>
            <a:xfrm>
              <a:off x="10107613" y="708025"/>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2" name="Google Shape;922;p25"/>
            <p:cNvSpPr/>
            <p:nvPr/>
          </p:nvSpPr>
          <p:spPr>
            <a:xfrm>
              <a:off x="9753600" y="1030287"/>
              <a:ext cx="42863" cy="38100"/>
            </a:xfrm>
            <a:custGeom>
              <a:rect b="b" l="l" r="r" t="t"/>
              <a:pathLst>
                <a:path extrusionOk="0" h="9" w="10">
                  <a:moveTo>
                    <a:pt x="5"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3" name="Google Shape;923;p25"/>
            <p:cNvSpPr/>
            <p:nvPr/>
          </p:nvSpPr>
          <p:spPr>
            <a:xfrm>
              <a:off x="12450763" y="-1419225"/>
              <a:ext cx="42863"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4" name="Google Shape;924;p25"/>
            <p:cNvSpPr/>
            <p:nvPr/>
          </p:nvSpPr>
          <p:spPr>
            <a:xfrm>
              <a:off x="9986963" y="817562"/>
              <a:ext cx="42863" cy="38100"/>
            </a:xfrm>
            <a:custGeom>
              <a:rect b="b" l="l" r="r" t="t"/>
              <a:pathLst>
                <a:path extrusionOk="0" h="9" w="10">
                  <a:moveTo>
                    <a:pt x="5" y="9"/>
                  </a:moveTo>
                  <a:cubicBezTo>
                    <a:pt x="5" y="9"/>
                    <a:pt x="6"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2" y="7"/>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5" name="Google Shape;925;p25"/>
            <p:cNvSpPr/>
            <p:nvPr/>
          </p:nvSpPr>
          <p:spPr>
            <a:xfrm>
              <a:off x="12096750" y="-110013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6" name="Google Shape;926;p25"/>
            <p:cNvSpPr/>
            <p:nvPr/>
          </p:nvSpPr>
          <p:spPr>
            <a:xfrm>
              <a:off x="11628438" y="-67468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7" name="Google Shape;927;p25"/>
            <p:cNvSpPr/>
            <p:nvPr/>
          </p:nvSpPr>
          <p:spPr>
            <a:xfrm>
              <a:off x="10690225" y="176212"/>
              <a:ext cx="42863" cy="41275"/>
            </a:xfrm>
            <a:custGeom>
              <a:rect b="b" l="l" r="r" t="t"/>
              <a:pathLst>
                <a:path extrusionOk="0" h="10" w="10">
                  <a:moveTo>
                    <a:pt x="5" y="10"/>
                  </a:moveTo>
                  <a:cubicBezTo>
                    <a:pt x="6" y="10"/>
                    <a:pt x="7"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8" name="Google Shape;928;p25"/>
            <p:cNvSpPr/>
            <p:nvPr/>
          </p:nvSpPr>
          <p:spPr>
            <a:xfrm>
              <a:off x="10575925" y="282575"/>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29" name="Google Shape;929;p25"/>
            <p:cNvSpPr/>
            <p:nvPr/>
          </p:nvSpPr>
          <p:spPr>
            <a:xfrm>
              <a:off x="12565063" y="-1525588"/>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0" name="Google Shape;930;p25"/>
            <p:cNvSpPr/>
            <p:nvPr/>
          </p:nvSpPr>
          <p:spPr>
            <a:xfrm>
              <a:off x="11044238" y="-142875"/>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1" name="Google Shape;931;p25"/>
            <p:cNvSpPr/>
            <p:nvPr/>
          </p:nvSpPr>
          <p:spPr>
            <a:xfrm>
              <a:off x="10810875" y="69850"/>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2" name="Google Shape;932;p25"/>
            <p:cNvSpPr/>
            <p:nvPr/>
          </p:nvSpPr>
          <p:spPr>
            <a:xfrm>
              <a:off x="11160125" y="-249238"/>
              <a:ext cx="41275" cy="38100"/>
            </a:xfrm>
            <a:custGeom>
              <a:rect b="b" l="l" r="r" t="t"/>
              <a:pathLst>
                <a:path extrusionOk="0" h="9" w="10">
                  <a:moveTo>
                    <a:pt x="5" y="9"/>
                  </a:moveTo>
                  <a:cubicBezTo>
                    <a:pt x="6" y="9"/>
                    <a:pt x="7" y="9"/>
                    <a:pt x="7" y="8"/>
                  </a:cubicBezTo>
                  <a:cubicBezTo>
                    <a:pt x="8" y="8"/>
                    <a:pt x="8" y="8"/>
                    <a:pt x="8" y="8"/>
                  </a:cubicBezTo>
                  <a:cubicBezTo>
                    <a:pt x="10" y="6"/>
                    <a:pt x="10" y="4"/>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3" name="Google Shape;933;p25"/>
            <p:cNvSpPr/>
            <p:nvPr/>
          </p:nvSpPr>
          <p:spPr>
            <a:xfrm>
              <a:off x="12685713" y="-1631950"/>
              <a:ext cx="41275"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4" name="Google Shape;934;p25"/>
            <p:cNvSpPr/>
            <p:nvPr/>
          </p:nvSpPr>
          <p:spPr>
            <a:xfrm>
              <a:off x="11279188" y="-355600"/>
              <a:ext cx="38100" cy="38100"/>
            </a:xfrm>
            <a:custGeom>
              <a:rect b="b" l="l" r="r" t="t"/>
              <a:pathLst>
                <a:path extrusionOk="0" h="9" w="9">
                  <a:moveTo>
                    <a:pt x="4" y="9"/>
                  </a:moveTo>
                  <a:cubicBezTo>
                    <a:pt x="5" y="9"/>
                    <a:pt x="6" y="9"/>
                    <a:pt x="7" y="8"/>
                  </a:cubicBezTo>
                  <a:cubicBezTo>
                    <a:pt x="8" y="7"/>
                    <a:pt x="8" y="7"/>
                    <a:pt x="8" y="7"/>
                  </a:cubicBezTo>
                  <a:cubicBezTo>
                    <a:pt x="9" y="6"/>
                    <a:pt x="9" y="3"/>
                    <a:pt x="8" y="2"/>
                  </a:cubicBezTo>
                  <a:cubicBezTo>
                    <a:pt x="6" y="0"/>
                    <a:pt x="4" y="0"/>
                    <a:pt x="2" y="2"/>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5" name="Google Shape;935;p25"/>
            <p:cNvSpPr/>
            <p:nvPr/>
          </p:nvSpPr>
          <p:spPr>
            <a:xfrm>
              <a:off x="10925175" y="-36513"/>
              <a:ext cx="42863" cy="38100"/>
            </a:xfrm>
            <a:custGeom>
              <a:rect b="b" l="l" r="r" t="t"/>
              <a:pathLst>
                <a:path extrusionOk="0" h="9" w="10">
                  <a:moveTo>
                    <a:pt x="5" y="9"/>
                  </a:moveTo>
                  <a:cubicBezTo>
                    <a:pt x="6" y="9"/>
                    <a:pt x="7" y="9"/>
                    <a:pt x="7" y="8"/>
                  </a:cubicBezTo>
                  <a:cubicBezTo>
                    <a:pt x="8" y="8"/>
                    <a:pt x="8" y="8"/>
                    <a:pt x="8" y="8"/>
                  </a:cubicBezTo>
                  <a:cubicBezTo>
                    <a:pt x="10" y="6"/>
                    <a:pt x="10" y="4"/>
                    <a:pt x="8" y="2"/>
                  </a:cubicBezTo>
                  <a:cubicBezTo>
                    <a:pt x="7" y="0"/>
                    <a:pt x="4" y="0"/>
                    <a:pt x="3" y="2"/>
                  </a:cubicBezTo>
                  <a:cubicBezTo>
                    <a:pt x="2" y="2"/>
                    <a:pt x="2" y="2"/>
                    <a:pt x="2" y="2"/>
                  </a:cubicBezTo>
                  <a:cubicBezTo>
                    <a:pt x="0" y="4"/>
                    <a:pt x="0" y="7"/>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6" name="Google Shape;936;p25"/>
            <p:cNvSpPr/>
            <p:nvPr/>
          </p:nvSpPr>
          <p:spPr>
            <a:xfrm>
              <a:off x="10456863" y="388937"/>
              <a:ext cx="42863" cy="41275"/>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7" name="Google Shape;937;p25"/>
            <p:cNvSpPr/>
            <p:nvPr/>
          </p:nvSpPr>
          <p:spPr>
            <a:xfrm>
              <a:off x="12399963" y="-102870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8" name="Google Shape;938;p25"/>
            <p:cNvSpPr/>
            <p:nvPr/>
          </p:nvSpPr>
          <p:spPr>
            <a:xfrm>
              <a:off x="12045950" y="-709613"/>
              <a:ext cx="42863" cy="38100"/>
            </a:xfrm>
            <a:custGeom>
              <a:rect b="b" l="l" r="r" t="t"/>
              <a:pathLst>
                <a:path extrusionOk="0" h="9" w="10">
                  <a:moveTo>
                    <a:pt x="5" y="9"/>
                  </a:moveTo>
                  <a:cubicBezTo>
                    <a:pt x="6" y="9"/>
                    <a:pt x="7" y="9"/>
                    <a:pt x="7" y="8"/>
                  </a:cubicBezTo>
                  <a:cubicBezTo>
                    <a:pt x="8" y="8"/>
                    <a:pt x="8" y="8"/>
                    <a:pt x="8" y="8"/>
                  </a:cubicBezTo>
                  <a:cubicBezTo>
                    <a:pt x="10" y="6"/>
                    <a:pt x="10" y="4"/>
                    <a:pt x="9" y="2"/>
                  </a:cubicBezTo>
                  <a:cubicBezTo>
                    <a:pt x="7" y="0"/>
                    <a:pt x="5" y="0"/>
                    <a:pt x="3" y="2"/>
                  </a:cubicBezTo>
                  <a:cubicBezTo>
                    <a:pt x="2" y="2"/>
                    <a:pt x="2" y="2"/>
                    <a:pt x="2" y="2"/>
                  </a:cubicBezTo>
                  <a:cubicBezTo>
                    <a:pt x="0" y="4"/>
                    <a:pt x="0" y="7"/>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39" name="Google Shape;939;p25"/>
            <p:cNvSpPr/>
            <p:nvPr/>
          </p:nvSpPr>
          <p:spPr>
            <a:xfrm>
              <a:off x="11342688" y="-71438"/>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4" y="10"/>
                    <a:pt x="5" y="10"/>
                  </a:cubicBezTo>
                  <a:cubicBezTo>
                    <a:pt x="6" y="10"/>
                    <a:pt x="7"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0" name="Google Shape;940;p25"/>
            <p:cNvSpPr/>
            <p:nvPr/>
          </p:nvSpPr>
          <p:spPr>
            <a:xfrm>
              <a:off x="11461750" y="-177800"/>
              <a:ext cx="38100" cy="42863"/>
            </a:xfrm>
            <a:custGeom>
              <a:rect b="b" l="l" r="r" t="t"/>
              <a:pathLst>
                <a:path extrusionOk="0" h="10" w="9">
                  <a:moveTo>
                    <a:pt x="7" y="9"/>
                  </a:moveTo>
                  <a:cubicBezTo>
                    <a:pt x="8" y="8"/>
                    <a:pt x="8" y="8"/>
                    <a:pt x="8" y="8"/>
                  </a:cubicBezTo>
                  <a:cubicBezTo>
                    <a:pt x="9" y="6"/>
                    <a:pt x="9" y="4"/>
                    <a:pt x="8" y="2"/>
                  </a:cubicBezTo>
                  <a:cubicBezTo>
                    <a:pt x="7"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1" name="Google Shape;941;p25"/>
            <p:cNvSpPr/>
            <p:nvPr/>
          </p:nvSpPr>
          <p:spPr>
            <a:xfrm>
              <a:off x="10406063" y="784225"/>
              <a:ext cx="41275"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7"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2" name="Google Shape;942;p25"/>
            <p:cNvSpPr/>
            <p:nvPr/>
          </p:nvSpPr>
          <p:spPr>
            <a:xfrm>
              <a:off x="11931650" y="-603250"/>
              <a:ext cx="41275" cy="38100"/>
            </a:xfrm>
            <a:custGeom>
              <a:rect b="b" l="l" r="r" t="t"/>
              <a:pathLst>
                <a:path extrusionOk="0" h="9" w="10">
                  <a:moveTo>
                    <a:pt x="4" y="9"/>
                  </a:moveTo>
                  <a:cubicBezTo>
                    <a:pt x="5" y="9"/>
                    <a:pt x="6" y="9"/>
                    <a:pt x="7" y="8"/>
                  </a:cubicBezTo>
                  <a:cubicBezTo>
                    <a:pt x="8" y="8"/>
                    <a:pt x="8" y="8"/>
                    <a:pt x="8" y="8"/>
                  </a:cubicBezTo>
                  <a:cubicBezTo>
                    <a:pt x="9" y="6"/>
                    <a:pt x="10" y="4"/>
                    <a:pt x="8" y="2"/>
                  </a:cubicBezTo>
                  <a:cubicBezTo>
                    <a:pt x="7"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3" name="Google Shape;943;p25"/>
            <p:cNvSpPr/>
            <p:nvPr/>
          </p:nvSpPr>
          <p:spPr>
            <a:xfrm>
              <a:off x="12165013" y="-815975"/>
              <a:ext cx="42863" cy="38100"/>
            </a:xfrm>
            <a:custGeom>
              <a:rect b="b" l="l" r="r" t="t"/>
              <a:pathLst>
                <a:path extrusionOk="0" h="9" w="10">
                  <a:moveTo>
                    <a:pt x="4" y="9"/>
                  </a:moveTo>
                  <a:cubicBezTo>
                    <a:pt x="5" y="9"/>
                    <a:pt x="6" y="9"/>
                    <a:pt x="7" y="8"/>
                  </a:cubicBezTo>
                  <a:cubicBezTo>
                    <a:pt x="8" y="8"/>
                    <a:pt x="8" y="8"/>
                    <a:pt x="8" y="8"/>
                  </a:cubicBezTo>
                  <a:cubicBezTo>
                    <a:pt x="9" y="6"/>
                    <a:pt x="10" y="4"/>
                    <a:pt x="8" y="2"/>
                  </a:cubicBezTo>
                  <a:cubicBezTo>
                    <a:pt x="7" y="0"/>
                    <a:pt x="4" y="0"/>
                    <a:pt x="2"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4" name="Google Shape;944;p25"/>
            <p:cNvSpPr/>
            <p:nvPr/>
          </p:nvSpPr>
          <p:spPr>
            <a:xfrm>
              <a:off x="12633325" y="-1241425"/>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5" name="Google Shape;945;p25"/>
            <p:cNvSpPr/>
            <p:nvPr/>
          </p:nvSpPr>
          <p:spPr>
            <a:xfrm>
              <a:off x="10758488" y="465137"/>
              <a:ext cx="38100" cy="38100"/>
            </a:xfrm>
            <a:custGeom>
              <a:rect b="b" l="l" r="r" t="t"/>
              <a:pathLst>
                <a:path extrusionOk="0" h="9" w="9">
                  <a:moveTo>
                    <a:pt x="7" y="8"/>
                  </a:move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6" name="Google Shape;946;p25"/>
            <p:cNvSpPr/>
            <p:nvPr/>
          </p:nvSpPr>
          <p:spPr>
            <a:xfrm>
              <a:off x="10525125" y="677862"/>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7" name="Google Shape;947;p25"/>
            <p:cNvSpPr/>
            <p:nvPr/>
          </p:nvSpPr>
          <p:spPr>
            <a:xfrm>
              <a:off x="12280900" y="-922338"/>
              <a:ext cx="41275" cy="38100"/>
            </a:xfrm>
            <a:custGeom>
              <a:rect b="b" l="l" r="r" t="t"/>
              <a:pathLst>
                <a:path extrusionOk="0" h="9" w="10">
                  <a:moveTo>
                    <a:pt x="5" y="9"/>
                  </a:moveTo>
                  <a:cubicBezTo>
                    <a:pt x="6" y="9"/>
                    <a:pt x="7" y="9"/>
                    <a:pt x="7" y="8"/>
                  </a:cubicBezTo>
                  <a:cubicBezTo>
                    <a:pt x="8" y="8"/>
                    <a:pt x="8" y="8"/>
                    <a:pt x="8" y="8"/>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8" name="Google Shape;948;p25"/>
            <p:cNvSpPr/>
            <p:nvPr/>
          </p:nvSpPr>
          <p:spPr>
            <a:xfrm>
              <a:off x="11228388" y="39687"/>
              <a:ext cx="38100" cy="38100"/>
            </a:xfrm>
            <a:custGeom>
              <a:rect b="b" l="l" r="r" t="t"/>
              <a:pathLst>
                <a:path extrusionOk="0" h="9" w="9">
                  <a:moveTo>
                    <a:pt x="7" y="8"/>
                  </a:moveTo>
                  <a:cubicBezTo>
                    <a:pt x="8" y="7"/>
                    <a:pt x="8" y="7"/>
                    <a:pt x="8" y="7"/>
                  </a:cubicBezTo>
                  <a:cubicBezTo>
                    <a:pt x="9" y="5"/>
                    <a:pt x="9" y="3"/>
                    <a:pt x="8" y="1"/>
                  </a:cubicBezTo>
                  <a:cubicBezTo>
                    <a:pt x="6" y="0"/>
                    <a:pt x="4" y="0"/>
                    <a:pt x="2" y="1"/>
                  </a:cubicBezTo>
                  <a:cubicBezTo>
                    <a:pt x="1" y="2"/>
                    <a:pt x="1" y="2"/>
                    <a:pt x="1" y="2"/>
                  </a:cubicBezTo>
                  <a:cubicBezTo>
                    <a:pt x="0" y="3"/>
                    <a:pt x="0" y="6"/>
                    <a:pt x="1" y="7"/>
                  </a:cubicBezTo>
                  <a:cubicBezTo>
                    <a:pt x="2" y="8"/>
                    <a:pt x="3" y="9"/>
                    <a:pt x="4" y="9"/>
                  </a:cubicBezTo>
                  <a:cubicBezTo>
                    <a:pt x="5" y="9"/>
                    <a:pt x="6"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49" name="Google Shape;949;p25"/>
            <p:cNvSpPr/>
            <p:nvPr/>
          </p:nvSpPr>
          <p:spPr>
            <a:xfrm>
              <a:off x="11107738" y="146050"/>
              <a:ext cx="42863" cy="38100"/>
            </a:xfrm>
            <a:custGeom>
              <a:rect b="b" l="l" r="r" t="t"/>
              <a:pathLst>
                <a:path extrusionOk="0" h="9" w="10">
                  <a:moveTo>
                    <a:pt x="7" y="8"/>
                  </a:moveTo>
                  <a:cubicBezTo>
                    <a:pt x="8" y="7"/>
                    <a:pt x="8" y="7"/>
                    <a:pt x="8" y="7"/>
                  </a:cubicBezTo>
                  <a:cubicBezTo>
                    <a:pt x="10" y="5"/>
                    <a:pt x="10" y="3"/>
                    <a:pt x="8" y="1"/>
                  </a:cubicBezTo>
                  <a:cubicBezTo>
                    <a:pt x="7" y="0"/>
                    <a:pt x="4" y="0"/>
                    <a:pt x="3" y="1"/>
                  </a:cubicBezTo>
                  <a:cubicBezTo>
                    <a:pt x="2" y="2"/>
                    <a:pt x="2" y="2"/>
                    <a:pt x="2" y="2"/>
                  </a:cubicBezTo>
                  <a:cubicBezTo>
                    <a:pt x="0" y="3"/>
                    <a:pt x="0" y="6"/>
                    <a:pt x="2" y="7"/>
                  </a:cubicBezTo>
                  <a:cubicBezTo>
                    <a:pt x="2" y="8"/>
                    <a:pt x="4" y="9"/>
                    <a:pt x="5" y="9"/>
                  </a:cubicBezTo>
                  <a:cubicBezTo>
                    <a:pt x="6" y="9"/>
                    <a:pt x="7"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0" name="Google Shape;950;p25"/>
            <p:cNvSpPr/>
            <p:nvPr/>
          </p:nvSpPr>
          <p:spPr>
            <a:xfrm>
              <a:off x="10171113" y="996950"/>
              <a:ext cx="42863"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1" name="Google Shape;951;p25"/>
            <p:cNvSpPr/>
            <p:nvPr/>
          </p:nvSpPr>
          <p:spPr>
            <a:xfrm>
              <a:off x="9936163" y="1209675"/>
              <a:ext cx="42863"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2" name="Google Shape;952;p25"/>
            <p:cNvSpPr/>
            <p:nvPr/>
          </p:nvSpPr>
          <p:spPr>
            <a:xfrm>
              <a:off x="10993438" y="252412"/>
              <a:ext cx="38100" cy="38100"/>
            </a:xfrm>
            <a:custGeom>
              <a:rect b="b" l="l" r="r" t="t"/>
              <a:pathLst>
                <a:path extrusionOk="0" h="9" w="9">
                  <a:moveTo>
                    <a:pt x="7" y="8"/>
                  </a:moveTo>
                  <a:cubicBezTo>
                    <a:pt x="8" y="7"/>
                    <a:pt x="8" y="7"/>
                    <a:pt x="8" y="7"/>
                  </a:cubicBezTo>
                  <a:cubicBezTo>
                    <a:pt x="9" y="5"/>
                    <a:pt x="9" y="3"/>
                    <a:pt x="8" y="1"/>
                  </a:cubicBezTo>
                  <a:cubicBezTo>
                    <a:pt x="6" y="0"/>
                    <a:pt x="4" y="0"/>
                    <a:pt x="2" y="1"/>
                  </a:cubicBezTo>
                  <a:cubicBezTo>
                    <a:pt x="1" y="2"/>
                    <a:pt x="1" y="2"/>
                    <a:pt x="1" y="2"/>
                  </a:cubicBezTo>
                  <a:cubicBezTo>
                    <a:pt x="0" y="3"/>
                    <a:pt x="0" y="6"/>
                    <a:pt x="1" y="8"/>
                  </a:cubicBezTo>
                  <a:cubicBezTo>
                    <a:pt x="2" y="8"/>
                    <a:pt x="3" y="9"/>
                    <a:pt x="4" y="9"/>
                  </a:cubicBezTo>
                  <a:cubicBezTo>
                    <a:pt x="5" y="9"/>
                    <a:pt x="6"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3" name="Google Shape;953;p25"/>
            <p:cNvSpPr/>
            <p:nvPr/>
          </p:nvSpPr>
          <p:spPr>
            <a:xfrm>
              <a:off x="11696700" y="-390525"/>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7"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4" name="Google Shape;954;p25"/>
            <p:cNvSpPr/>
            <p:nvPr/>
          </p:nvSpPr>
          <p:spPr>
            <a:xfrm>
              <a:off x="12868275" y="-145415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5" name="Google Shape;955;p25"/>
            <p:cNvSpPr/>
            <p:nvPr/>
          </p:nvSpPr>
          <p:spPr>
            <a:xfrm>
              <a:off x="9821863" y="131603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6" name="Google Shape;956;p25"/>
            <p:cNvSpPr/>
            <p:nvPr/>
          </p:nvSpPr>
          <p:spPr>
            <a:xfrm>
              <a:off x="12749213" y="-134778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7" name="Google Shape;957;p25"/>
            <p:cNvSpPr/>
            <p:nvPr/>
          </p:nvSpPr>
          <p:spPr>
            <a:xfrm>
              <a:off x="10290175" y="890587"/>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8" name="Google Shape;958;p25"/>
            <p:cNvSpPr/>
            <p:nvPr/>
          </p:nvSpPr>
          <p:spPr>
            <a:xfrm>
              <a:off x="12984163" y="-1560513"/>
              <a:ext cx="41275" cy="39688"/>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59" name="Google Shape;959;p25"/>
            <p:cNvSpPr/>
            <p:nvPr/>
          </p:nvSpPr>
          <p:spPr>
            <a:xfrm>
              <a:off x="11577638" y="-284163"/>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0" name="Google Shape;960;p25"/>
            <p:cNvSpPr/>
            <p:nvPr/>
          </p:nvSpPr>
          <p:spPr>
            <a:xfrm>
              <a:off x="10055225" y="1103312"/>
              <a:ext cx="39688"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1" name="Google Shape;961;p25"/>
            <p:cNvSpPr/>
            <p:nvPr/>
          </p:nvSpPr>
          <p:spPr>
            <a:xfrm>
              <a:off x="11811000" y="-496888"/>
              <a:ext cx="42863" cy="42863"/>
            </a:xfrm>
            <a:custGeom>
              <a:rect b="b" l="l" r="r" t="t"/>
              <a:pathLst>
                <a:path extrusionOk="0" h="10" w="10">
                  <a:moveTo>
                    <a:pt x="5" y="10"/>
                  </a:moveTo>
                  <a:cubicBezTo>
                    <a:pt x="6" y="10"/>
                    <a:pt x="7" y="9"/>
                    <a:pt x="7" y="8"/>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2" name="Google Shape;962;p25"/>
            <p:cNvSpPr/>
            <p:nvPr/>
          </p:nvSpPr>
          <p:spPr>
            <a:xfrm>
              <a:off x="10874375" y="358775"/>
              <a:ext cx="42863" cy="38100"/>
            </a:xfrm>
            <a:custGeom>
              <a:rect b="b" l="l" r="r" t="t"/>
              <a:pathLst>
                <a:path extrusionOk="0" h="9" w="10">
                  <a:moveTo>
                    <a:pt x="7" y="8"/>
                  </a:move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4" y="9"/>
                    <a:pt x="5" y="9"/>
                  </a:cubicBezTo>
                  <a:cubicBezTo>
                    <a:pt x="6" y="9"/>
                    <a:pt x="7"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3" name="Google Shape;963;p25"/>
            <p:cNvSpPr/>
            <p:nvPr/>
          </p:nvSpPr>
          <p:spPr>
            <a:xfrm>
              <a:off x="10639425" y="571500"/>
              <a:ext cx="42863" cy="38100"/>
            </a:xfrm>
            <a:custGeom>
              <a:rect b="b" l="l" r="r" t="t"/>
              <a:pathLst>
                <a:path extrusionOk="0" h="9" w="10">
                  <a:moveTo>
                    <a:pt x="3" y="1"/>
                  </a:moveTo>
                  <a:cubicBezTo>
                    <a:pt x="2" y="2"/>
                    <a:pt x="2" y="2"/>
                    <a:pt x="2" y="2"/>
                  </a:cubicBezTo>
                  <a:cubicBezTo>
                    <a:pt x="0" y="3"/>
                    <a:pt x="0" y="6"/>
                    <a:pt x="2" y="8"/>
                  </a:cubicBezTo>
                  <a:cubicBezTo>
                    <a:pt x="2" y="9"/>
                    <a:pt x="4" y="9"/>
                    <a:pt x="5" y="9"/>
                  </a:cubicBezTo>
                  <a:cubicBezTo>
                    <a:pt x="6" y="9"/>
                    <a:pt x="7" y="9"/>
                    <a:pt x="7" y="8"/>
                  </a:cubicBezTo>
                  <a:cubicBezTo>
                    <a:pt x="8" y="7"/>
                    <a:pt x="8" y="7"/>
                    <a:pt x="8" y="7"/>
                  </a:cubicBezTo>
                  <a:cubicBezTo>
                    <a:pt x="10" y="6"/>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4" name="Google Shape;964;p25"/>
            <p:cNvSpPr/>
            <p:nvPr/>
          </p:nvSpPr>
          <p:spPr>
            <a:xfrm>
              <a:off x="12514263" y="-1135063"/>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5" name="Google Shape;965;p25"/>
            <p:cNvSpPr/>
            <p:nvPr/>
          </p:nvSpPr>
          <p:spPr>
            <a:xfrm>
              <a:off x="12357100" y="-644525"/>
              <a:ext cx="42863"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6" name="Google Shape;966;p25"/>
            <p:cNvSpPr/>
            <p:nvPr/>
          </p:nvSpPr>
          <p:spPr>
            <a:xfrm>
              <a:off x="12476163" y="-750887"/>
              <a:ext cx="42863"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7" name="Google Shape;967;p25"/>
            <p:cNvSpPr/>
            <p:nvPr/>
          </p:nvSpPr>
          <p:spPr>
            <a:xfrm>
              <a:off x="11772900" y="-114300"/>
              <a:ext cx="42863" cy="39688"/>
            </a:xfrm>
            <a:custGeom>
              <a:rect b="b" l="l" r="r" t="t"/>
              <a:pathLst>
                <a:path extrusionOk="0" h="9" w="10">
                  <a:moveTo>
                    <a:pt x="2" y="3"/>
                  </a:moveTo>
                  <a:cubicBezTo>
                    <a:pt x="0" y="4"/>
                    <a:pt x="0" y="7"/>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8" name="Google Shape;968;p25"/>
            <p:cNvSpPr/>
            <p:nvPr/>
          </p:nvSpPr>
          <p:spPr>
            <a:xfrm>
              <a:off x="10366375" y="1166813"/>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69" name="Google Shape;969;p25"/>
            <p:cNvSpPr/>
            <p:nvPr/>
          </p:nvSpPr>
          <p:spPr>
            <a:xfrm>
              <a:off x="11069638" y="528638"/>
              <a:ext cx="42863" cy="38100"/>
            </a:xfrm>
            <a:custGeom>
              <a:rect b="b" l="l" r="r" t="t"/>
              <a:pathLst>
                <a:path extrusionOk="0" h="9" w="10">
                  <a:moveTo>
                    <a:pt x="2" y="2"/>
                  </a:moveTo>
                  <a:cubicBezTo>
                    <a:pt x="0" y="3"/>
                    <a:pt x="0" y="6"/>
                    <a:pt x="1" y="7"/>
                  </a:cubicBezTo>
                  <a:cubicBezTo>
                    <a:pt x="2" y="8"/>
                    <a:pt x="3" y="9"/>
                    <a:pt x="4" y="9"/>
                  </a:cubicBezTo>
                  <a:cubicBezTo>
                    <a:pt x="5" y="9"/>
                    <a:pt x="6" y="8"/>
                    <a:pt x="7" y="8"/>
                  </a:cubicBezTo>
                  <a:cubicBezTo>
                    <a:pt x="8" y="7"/>
                    <a:pt x="8" y="7"/>
                    <a:pt x="8" y="7"/>
                  </a:cubicBezTo>
                  <a:cubicBezTo>
                    <a:pt x="10" y="5"/>
                    <a:pt x="10" y="3"/>
                    <a:pt x="8" y="1"/>
                  </a:cubicBezTo>
                  <a:cubicBezTo>
                    <a:pt x="7" y="0"/>
                    <a:pt x="4" y="0"/>
                    <a:pt x="2"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0" name="Google Shape;970;p25"/>
            <p:cNvSpPr/>
            <p:nvPr/>
          </p:nvSpPr>
          <p:spPr>
            <a:xfrm>
              <a:off x="11185525" y="417513"/>
              <a:ext cx="42863" cy="42863"/>
            </a:xfrm>
            <a:custGeom>
              <a:rect b="b" l="l" r="r" t="t"/>
              <a:pathLst>
                <a:path extrusionOk="0" h="10" w="10">
                  <a:moveTo>
                    <a:pt x="2" y="3"/>
                  </a:moveTo>
                  <a:cubicBezTo>
                    <a:pt x="0" y="4"/>
                    <a:pt x="0" y="7"/>
                    <a:pt x="2" y="8"/>
                  </a:cubicBezTo>
                  <a:cubicBezTo>
                    <a:pt x="3" y="9"/>
                    <a:pt x="4" y="10"/>
                    <a:pt x="5" y="10"/>
                  </a:cubicBezTo>
                  <a:cubicBezTo>
                    <a:pt x="6" y="10"/>
                    <a:pt x="7" y="9"/>
                    <a:pt x="8" y="9"/>
                  </a:cubicBezTo>
                  <a:cubicBezTo>
                    <a:pt x="8" y="8"/>
                    <a:pt x="8" y="8"/>
                    <a:pt x="8" y="8"/>
                  </a:cubicBezTo>
                  <a:cubicBezTo>
                    <a:pt x="10" y="6"/>
                    <a:pt x="10" y="4"/>
                    <a:pt x="9" y="2"/>
                  </a:cubicBezTo>
                  <a:cubicBezTo>
                    <a:pt x="7" y="1"/>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1" name="Google Shape;971;p25"/>
            <p:cNvSpPr/>
            <p:nvPr/>
          </p:nvSpPr>
          <p:spPr>
            <a:xfrm>
              <a:off x="10482263" y="1060450"/>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2" name="Google Shape;972;p25"/>
            <p:cNvSpPr/>
            <p:nvPr/>
          </p:nvSpPr>
          <p:spPr>
            <a:xfrm>
              <a:off x="10601325" y="954088"/>
              <a:ext cx="42863" cy="38100"/>
            </a:xfrm>
            <a:custGeom>
              <a:rect b="b" l="l" r="r" t="t"/>
              <a:pathLst>
                <a:path extrusionOk="0" h="9" w="10">
                  <a:moveTo>
                    <a:pt x="2" y="1"/>
                  </a:moveTo>
                  <a:cubicBezTo>
                    <a:pt x="2" y="2"/>
                    <a:pt x="2" y="2"/>
                    <a:pt x="2" y="2"/>
                  </a:cubicBezTo>
                  <a:cubicBezTo>
                    <a:pt x="0" y="3"/>
                    <a:pt x="0" y="6"/>
                    <a:pt x="1" y="8"/>
                  </a:cubicBezTo>
                  <a:cubicBezTo>
                    <a:pt x="2" y="8"/>
                    <a:pt x="3" y="9"/>
                    <a:pt x="4" y="9"/>
                  </a:cubicBezTo>
                  <a:cubicBezTo>
                    <a:pt x="5" y="9"/>
                    <a:pt x="6" y="9"/>
                    <a:pt x="7" y="8"/>
                  </a:cubicBezTo>
                  <a:cubicBezTo>
                    <a:pt x="8" y="7"/>
                    <a:pt x="8" y="7"/>
                    <a:pt x="8" y="7"/>
                  </a:cubicBezTo>
                  <a:cubicBezTo>
                    <a:pt x="9"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3" name="Google Shape;973;p25"/>
            <p:cNvSpPr/>
            <p:nvPr/>
          </p:nvSpPr>
          <p:spPr>
            <a:xfrm>
              <a:off x="11304588" y="311150"/>
              <a:ext cx="42863" cy="42863"/>
            </a:xfrm>
            <a:custGeom>
              <a:rect b="b" l="l" r="r" t="t"/>
              <a:pathLst>
                <a:path extrusionOk="0" h="10" w="10">
                  <a:moveTo>
                    <a:pt x="2" y="3"/>
                  </a:move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1"/>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4" name="Google Shape;974;p25"/>
            <p:cNvSpPr/>
            <p:nvPr/>
          </p:nvSpPr>
          <p:spPr>
            <a:xfrm>
              <a:off x="11888788" y="-220662"/>
              <a:ext cx="42863" cy="39688"/>
            </a:xfrm>
            <a:custGeom>
              <a:rect b="b" l="l" r="r" t="t"/>
              <a:pathLst>
                <a:path extrusionOk="0" h="9" w="10">
                  <a:moveTo>
                    <a:pt x="2" y="2"/>
                  </a:moveTo>
                  <a:cubicBezTo>
                    <a:pt x="1" y="4"/>
                    <a:pt x="0" y="7"/>
                    <a:pt x="2" y="8"/>
                  </a:cubicBezTo>
                  <a:cubicBezTo>
                    <a:pt x="3" y="9"/>
                    <a:pt x="4" y="9"/>
                    <a:pt x="5" y="9"/>
                  </a:cubicBezTo>
                  <a:cubicBezTo>
                    <a:pt x="6" y="9"/>
                    <a:pt x="7" y="9"/>
                    <a:pt x="8" y="8"/>
                  </a:cubicBezTo>
                  <a:cubicBezTo>
                    <a:pt x="8" y="8"/>
                    <a:pt x="8" y="8"/>
                    <a:pt x="8" y="8"/>
                  </a:cubicBezTo>
                  <a:cubicBezTo>
                    <a:pt x="10" y="6"/>
                    <a:pt x="10" y="4"/>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5" name="Google Shape;975;p25"/>
            <p:cNvSpPr/>
            <p:nvPr/>
          </p:nvSpPr>
          <p:spPr>
            <a:xfrm>
              <a:off x="12592050" y="-857250"/>
              <a:ext cx="41275"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6" name="Google Shape;976;p25"/>
            <p:cNvSpPr/>
            <p:nvPr/>
          </p:nvSpPr>
          <p:spPr>
            <a:xfrm>
              <a:off x="12007850" y="-327025"/>
              <a:ext cx="42863" cy="39688"/>
            </a:xfrm>
            <a:custGeom>
              <a:rect b="b" l="l" r="r" t="t"/>
              <a:pathLst>
                <a:path extrusionOk="0" h="9" w="10">
                  <a:moveTo>
                    <a:pt x="2" y="2"/>
                  </a:moveTo>
                  <a:cubicBezTo>
                    <a:pt x="0" y="4"/>
                    <a:pt x="0" y="6"/>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7" name="Google Shape;977;p25"/>
            <p:cNvSpPr/>
            <p:nvPr/>
          </p:nvSpPr>
          <p:spPr>
            <a:xfrm>
              <a:off x="12241213" y="-539750"/>
              <a:ext cx="42863" cy="39688"/>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8" name="Google Shape;978;p25"/>
            <p:cNvSpPr/>
            <p:nvPr/>
          </p:nvSpPr>
          <p:spPr>
            <a:xfrm>
              <a:off x="11539538" y="98425"/>
              <a:ext cx="41275" cy="42863"/>
            </a:xfrm>
            <a:custGeom>
              <a:rect b="b" l="l" r="r" t="t"/>
              <a:pathLst>
                <a:path extrusionOk="0" h="10" w="10">
                  <a:moveTo>
                    <a:pt x="2" y="3"/>
                  </a:move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79" name="Google Shape;979;p25"/>
            <p:cNvSpPr/>
            <p:nvPr/>
          </p:nvSpPr>
          <p:spPr>
            <a:xfrm>
              <a:off x="11418888" y="204788"/>
              <a:ext cx="42863" cy="42863"/>
            </a:xfrm>
            <a:custGeom>
              <a:rect b="b" l="l" r="r" t="t"/>
              <a:pathLst>
                <a:path extrusionOk="0" h="10" w="10">
                  <a:moveTo>
                    <a:pt x="2" y="3"/>
                  </a:move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0" name="Google Shape;980;p25"/>
            <p:cNvSpPr/>
            <p:nvPr/>
          </p:nvSpPr>
          <p:spPr>
            <a:xfrm>
              <a:off x="11653838" y="-7937"/>
              <a:ext cx="42863" cy="42863"/>
            </a:xfrm>
            <a:custGeom>
              <a:rect b="b" l="l" r="r" t="t"/>
              <a:pathLst>
                <a:path extrusionOk="0" h="10" w="10">
                  <a:moveTo>
                    <a:pt x="2" y="3"/>
                  </a:moveTo>
                  <a:cubicBezTo>
                    <a:pt x="1" y="4"/>
                    <a:pt x="0" y="7"/>
                    <a:pt x="2" y="8"/>
                  </a:cubicBezTo>
                  <a:cubicBezTo>
                    <a:pt x="3" y="9"/>
                    <a:pt x="4" y="10"/>
                    <a:pt x="5" y="10"/>
                  </a:cubicBezTo>
                  <a:cubicBezTo>
                    <a:pt x="6" y="10"/>
                    <a:pt x="7" y="9"/>
                    <a:pt x="8" y="8"/>
                  </a:cubicBezTo>
                  <a:cubicBezTo>
                    <a:pt x="8" y="8"/>
                    <a:pt x="8" y="8"/>
                    <a:pt x="8" y="8"/>
                  </a:cubicBezTo>
                  <a:cubicBezTo>
                    <a:pt x="10" y="6"/>
                    <a:pt x="10" y="4"/>
                    <a:pt x="9" y="2"/>
                  </a:cubicBezTo>
                  <a:cubicBezTo>
                    <a:pt x="7" y="0"/>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1" name="Google Shape;981;p25"/>
            <p:cNvSpPr/>
            <p:nvPr/>
          </p:nvSpPr>
          <p:spPr>
            <a:xfrm>
              <a:off x="12122150" y="-433387"/>
              <a:ext cx="42863" cy="39688"/>
            </a:xfrm>
            <a:custGeom>
              <a:rect b="b" l="l" r="r" t="t"/>
              <a:pathLst>
                <a:path extrusionOk="0" h="9" w="10">
                  <a:moveTo>
                    <a:pt x="2" y="2"/>
                  </a:moveTo>
                  <a:cubicBezTo>
                    <a:pt x="1" y="4"/>
                    <a:pt x="0" y="6"/>
                    <a:pt x="2" y="8"/>
                  </a:cubicBezTo>
                  <a:cubicBezTo>
                    <a:pt x="3" y="9"/>
                    <a:pt x="4" y="9"/>
                    <a:pt x="5" y="9"/>
                  </a:cubicBezTo>
                  <a:cubicBezTo>
                    <a:pt x="6" y="9"/>
                    <a:pt x="7" y="9"/>
                    <a:pt x="8" y="8"/>
                  </a:cubicBezTo>
                  <a:cubicBezTo>
                    <a:pt x="8" y="8"/>
                    <a:pt x="8" y="8"/>
                    <a:pt x="8" y="8"/>
                  </a:cubicBezTo>
                  <a:cubicBezTo>
                    <a:pt x="10" y="6"/>
                    <a:pt x="10" y="3"/>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2" name="Google Shape;982;p25"/>
            <p:cNvSpPr/>
            <p:nvPr/>
          </p:nvSpPr>
          <p:spPr>
            <a:xfrm>
              <a:off x="10836275" y="741363"/>
              <a:ext cx="41275" cy="38100"/>
            </a:xfrm>
            <a:custGeom>
              <a:rect b="b" l="l" r="r" t="t"/>
              <a:pathLst>
                <a:path extrusionOk="0" h="9" w="10">
                  <a:moveTo>
                    <a:pt x="2" y="2"/>
                  </a:moveTo>
                  <a:cubicBezTo>
                    <a:pt x="0" y="3"/>
                    <a:pt x="0" y="6"/>
                    <a:pt x="1" y="8"/>
                  </a:cubicBezTo>
                  <a:cubicBezTo>
                    <a:pt x="2" y="8"/>
                    <a:pt x="3" y="9"/>
                    <a:pt x="4" y="9"/>
                  </a:cubicBezTo>
                  <a:cubicBezTo>
                    <a:pt x="5" y="9"/>
                    <a:pt x="6" y="9"/>
                    <a:pt x="7" y="8"/>
                  </a:cubicBezTo>
                  <a:cubicBezTo>
                    <a:pt x="8" y="7"/>
                    <a:pt x="8" y="7"/>
                    <a:pt x="8" y="7"/>
                  </a:cubicBezTo>
                  <a:cubicBezTo>
                    <a:pt x="10" y="6"/>
                    <a:pt x="10" y="3"/>
                    <a:pt x="8" y="1"/>
                  </a:cubicBezTo>
                  <a:cubicBezTo>
                    <a:pt x="7" y="0"/>
                    <a:pt x="4" y="0"/>
                    <a:pt x="2"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3" name="Google Shape;983;p25"/>
            <p:cNvSpPr/>
            <p:nvPr/>
          </p:nvSpPr>
          <p:spPr>
            <a:xfrm>
              <a:off x="10247313" y="1273175"/>
              <a:ext cx="42863" cy="38100"/>
            </a:xfrm>
            <a:custGeom>
              <a:rect b="b" l="l" r="r" t="t"/>
              <a:pathLst>
                <a:path extrusionOk="0" h="9" w="10">
                  <a:moveTo>
                    <a:pt x="8" y="7"/>
                  </a:moveTo>
                  <a:cubicBezTo>
                    <a:pt x="10" y="6"/>
                    <a:pt x="10" y="3"/>
                    <a:pt x="9" y="2"/>
                  </a:cubicBezTo>
                  <a:cubicBezTo>
                    <a:pt x="7" y="0"/>
                    <a:pt x="5" y="0"/>
                    <a:pt x="3" y="1"/>
                  </a:cubicBezTo>
                  <a:cubicBezTo>
                    <a:pt x="2" y="2"/>
                    <a:pt x="2" y="2"/>
                    <a:pt x="2" y="2"/>
                  </a:cubicBezTo>
                  <a:cubicBezTo>
                    <a:pt x="0" y="4"/>
                    <a:pt x="0" y="6"/>
                    <a:pt x="2" y="8"/>
                  </a:cubicBezTo>
                  <a:cubicBezTo>
                    <a:pt x="2" y="8"/>
                    <a:pt x="3" y="9"/>
                    <a:pt x="4" y="9"/>
                  </a:cubicBezTo>
                  <a:cubicBezTo>
                    <a:pt x="5" y="9"/>
                    <a:pt x="6" y="8"/>
                    <a:pt x="7" y="8"/>
                  </a:cubicBezTo>
                  <a:cubicBezTo>
                    <a:pt x="7" y="8"/>
                    <a:pt x="7" y="8"/>
                    <a:pt x="7" y="8"/>
                  </a:cubicBezTo>
                  <a:lnTo>
                    <a:pt x="8" y="7"/>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4" name="Google Shape;984;p25"/>
            <p:cNvSpPr/>
            <p:nvPr/>
          </p:nvSpPr>
          <p:spPr>
            <a:xfrm>
              <a:off x="12944475" y="-1176337"/>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5" name="Google Shape;985;p25"/>
            <p:cNvSpPr/>
            <p:nvPr/>
          </p:nvSpPr>
          <p:spPr>
            <a:xfrm>
              <a:off x="13060363" y="-1282700"/>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6" name="Google Shape;986;p25"/>
            <p:cNvSpPr/>
            <p:nvPr/>
          </p:nvSpPr>
          <p:spPr>
            <a:xfrm>
              <a:off x="10950575" y="635000"/>
              <a:ext cx="42863" cy="38100"/>
            </a:xfrm>
            <a:custGeom>
              <a:rect b="b" l="l" r="r" t="t"/>
              <a:pathLst>
                <a:path extrusionOk="0" h="9" w="10">
                  <a:moveTo>
                    <a:pt x="2" y="2"/>
                  </a:moveTo>
                  <a:cubicBezTo>
                    <a:pt x="0" y="3"/>
                    <a:pt x="0" y="6"/>
                    <a:pt x="2" y="7"/>
                  </a:cubicBezTo>
                  <a:cubicBezTo>
                    <a:pt x="3" y="8"/>
                    <a:pt x="4" y="9"/>
                    <a:pt x="5" y="9"/>
                  </a:cubicBezTo>
                  <a:cubicBezTo>
                    <a:pt x="6" y="9"/>
                    <a:pt x="7" y="8"/>
                    <a:pt x="7" y="8"/>
                  </a:cubicBezTo>
                  <a:cubicBezTo>
                    <a:pt x="8" y="7"/>
                    <a:pt x="8" y="7"/>
                    <a:pt x="8" y="7"/>
                  </a:cubicBezTo>
                  <a:cubicBezTo>
                    <a:pt x="10" y="5"/>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7" name="Google Shape;987;p25"/>
            <p:cNvSpPr/>
            <p:nvPr/>
          </p:nvSpPr>
          <p:spPr>
            <a:xfrm>
              <a:off x="10715625" y="847725"/>
              <a:ext cx="42863" cy="38100"/>
            </a:xfrm>
            <a:custGeom>
              <a:rect b="b" l="l" r="r" t="t"/>
              <a:pathLst>
                <a:path extrusionOk="0" h="9" w="10">
                  <a:moveTo>
                    <a:pt x="2" y="2"/>
                  </a:move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8" name="Google Shape;988;p25"/>
            <p:cNvSpPr/>
            <p:nvPr/>
          </p:nvSpPr>
          <p:spPr>
            <a:xfrm>
              <a:off x="12711113" y="-963612"/>
              <a:ext cx="42863"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89" name="Google Shape;989;p25"/>
            <p:cNvSpPr/>
            <p:nvPr/>
          </p:nvSpPr>
          <p:spPr>
            <a:xfrm>
              <a:off x="12825413" y="-1069975"/>
              <a:ext cx="42863"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0" name="Google Shape;990;p25"/>
            <p:cNvSpPr/>
            <p:nvPr/>
          </p:nvSpPr>
          <p:spPr>
            <a:xfrm>
              <a:off x="11471275" y="511175"/>
              <a:ext cx="38100" cy="38100"/>
            </a:xfrm>
            <a:custGeom>
              <a:rect b="b" l="l" r="r" t="t"/>
              <a:pathLst>
                <a:path extrusionOk="0" h="9" w="9">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1" name="Google Shape;991;p25"/>
            <p:cNvSpPr/>
            <p:nvPr/>
          </p:nvSpPr>
          <p:spPr>
            <a:xfrm>
              <a:off x="11585575" y="404813"/>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5"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2" name="Google Shape;992;p25"/>
            <p:cNvSpPr/>
            <p:nvPr/>
          </p:nvSpPr>
          <p:spPr>
            <a:xfrm>
              <a:off x="12642850" y="-552450"/>
              <a:ext cx="38100" cy="39688"/>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3" name="Google Shape;993;p25"/>
            <p:cNvSpPr/>
            <p:nvPr/>
          </p:nvSpPr>
          <p:spPr>
            <a:xfrm>
              <a:off x="11939588" y="85725"/>
              <a:ext cx="38100" cy="39688"/>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4" name="Google Shape;994;p25"/>
            <p:cNvSpPr/>
            <p:nvPr/>
          </p:nvSpPr>
          <p:spPr>
            <a:xfrm>
              <a:off x="11350625" y="617538"/>
              <a:ext cx="42863" cy="42863"/>
            </a:xfrm>
            <a:custGeom>
              <a:rect b="b" l="l" r="r" t="t"/>
              <a:pathLst>
                <a:path extrusionOk="0" h="10" w="10">
                  <a:moveTo>
                    <a:pt x="3" y="2"/>
                  </a:moveTo>
                  <a:cubicBezTo>
                    <a:pt x="2" y="3"/>
                    <a:pt x="2" y="3"/>
                    <a:pt x="2" y="3"/>
                  </a:cubicBezTo>
                  <a:cubicBezTo>
                    <a:pt x="0" y="4"/>
                    <a:pt x="0" y="7"/>
                    <a:pt x="2" y="8"/>
                  </a:cubicBez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5" name="Google Shape;995;p25"/>
            <p:cNvSpPr/>
            <p:nvPr/>
          </p:nvSpPr>
          <p:spPr>
            <a:xfrm>
              <a:off x="11820525" y="192088"/>
              <a:ext cx="42863" cy="39688"/>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6" name="Google Shape;996;p25"/>
            <p:cNvSpPr/>
            <p:nvPr/>
          </p:nvSpPr>
          <p:spPr>
            <a:xfrm>
              <a:off x="11704638" y="298450"/>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7" name="Google Shape;997;p25"/>
            <p:cNvSpPr/>
            <p:nvPr/>
          </p:nvSpPr>
          <p:spPr>
            <a:xfrm>
              <a:off x="10882313" y="1042988"/>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8" name="Google Shape;998;p25"/>
            <p:cNvSpPr/>
            <p:nvPr/>
          </p:nvSpPr>
          <p:spPr>
            <a:xfrm>
              <a:off x="10998200" y="936625"/>
              <a:ext cx="41275"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9" y="8"/>
                    <a:pt x="9" y="8"/>
                    <a:pt x="9"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999" name="Google Shape;999;p25"/>
            <p:cNvSpPr/>
            <p:nvPr/>
          </p:nvSpPr>
          <p:spPr>
            <a:xfrm>
              <a:off x="12053888" y="-20637"/>
              <a:ext cx="42863" cy="39688"/>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0" name="Google Shape;1000;p25"/>
            <p:cNvSpPr/>
            <p:nvPr/>
          </p:nvSpPr>
          <p:spPr>
            <a:xfrm>
              <a:off x="11117263" y="830263"/>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1" name="Google Shape;1001;p25"/>
            <p:cNvSpPr/>
            <p:nvPr/>
          </p:nvSpPr>
          <p:spPr>
            <a:xfrm>
              <a:off x="11236325" y="723900"/>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2" name="Google Shape;1002;p25"/>
            <p:cNvSpPr/>
            <p:nvPr/>
          </p:nvSpPr>
          <p:spPr>
            <a:xfrm>
              <a:off x="10763250" y="1149350"/>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1"/>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3" name="Google Shape;1003;p25"/>
            <p:cNvSpPr/>
            <p:nvPr/>
          </p:nvSpPr>
          <p:spPr>
            <a:xfrm>
              <a:off x="12407900" y="-339725"/>
              <a:ext cx="38100" cy="39688"/>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4" name="Google Shape;1004;p25"/>
            <p:cNvSpPr/>
            <p:nvPr/>
          </p:nvSpPr>
          <p:spPr>
            <a:xfrm>
              <a:off x="12876213" y="-765175"/>
              <a:ext cx="42863" cy="39688"/>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5" name="Google Shape;1005;p25"/>
            <p:cNvSpPr/>
            <p:nvPr/>
          </p:nvSpPr>
          <p:spPr>
            <a:xfrm>
              <a:off x="12992100" y="-871537"/>
              <a:ext cx="42863" cy="39688"/>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6" name="Google Shape;1006;p25"/>
            <p:cNvSpPr/>
            <p:nvPr/>
          </p:nvSpPr>
          <p:spPr>
            <a:xfrm>
              <a:off x="12174538" y="-127000"/>
              <a:ext cx="38100" cy="39688"/>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7" name="Google Shape;1007;p25"/>
            <p:cNvSpPr/>
            <p:nvPr/>
          </p:nvSpPr>
          <p:spPr>
            <a:xfrm>
              <a:off x="13111163" y="-977900"/>
              <a:ext cx="42863" cy="39688"/>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8" name="Google Shape;1008;p25"/>
            <p:cNvSpPr/>
            <p:nvPr/>
          </p:nvSpPr>
          <p:spPr>
            <a:xfrm>
              <a:off x="12523788" y="-446087"/>
              <a:ext cx="41275" cy="39688"/>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9"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09" name="Google Shape;1009;p25"/>
            <p:cNvSpPr/>
            <p:nvPr/>
          </p:nvSpPr>
          <p:spPr>
            <a:xfrm>
              <a:off x="12757150" y="-658812"/>
              <a:ext cx="42863" cy="39688"/>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0" name="Google Shape;1010;p25"/>
            <p:cNvSpPr/>
            <p:nvPr/>
          </p:nvSpPr>
          <p:spPr>
            <a:xfrm>
              <a:off x="12288838" y="-233362"/>
              <a:ext cx="42863" cy="39688"/>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1" name="Google Shape;1011;p25"/>
            <p:cNvSpPr/>
            <p:nvPr/>
          </p:nvSpPr>
          <p:spPr>
            <a:xfrm>
              <a:off x="12549188" y="-96837"/>
              <a:ext cx="42863" cy="38100"/>
            </a:xfrm>
            <a:custGeom>
              <a:rect b="b" l="l" r="r" t="t"/>
              <a:pathLst>
                <a:path extrusionOk="0" h="9" w="10">
                  <a:moveTo>
                    <a:pt x="3"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2" name="Google Shape;1012;p25"/>
            <p:cNvSpPr/>
            <p:nvPr/>
          </p:nvSpPr>
          <p:spPr>
            <a:xfrm>
              <a:off x="11491913" y="860425"/>
              <a:ext cx="42863" cy="38100"/>
            </a:xfrm>
            <a:custGeom>
              <a:rect b="b" l="l" r="r" t="t"/>
              <a:pathLst>
                <a:path extrusionOk="0" h="9" w="10">
                  <a:moveTo>
                    <a:pt x="8" y="1"/>
                  </a:moveTo>
                  <a:cubicBezTo>
                    <a:pt x="7" y="0"/>
                    <a:pt x="4" y="0"/>
                    <a:pt x="2" y="1"/>
                  </a:cubicBezTo>
                  <a:cubicBezTo>
                    <a:pt x="2" y="2"/>
                    <a:pt x="2" y="2"/>
                    <a:pt x="2" y="2"/>
                  </a:cubicBezTo>
                  <a:cubicBezTo>
                    <a:pt x="0" y="3"/>
                    <a:pt x="0" y="6"/>
                    <a:pt x="1" y="8"/>
                  </a:cubicBezTo>
                  <a:cubicBezTo>
                    <a:pt x="2" y="9"/>
                    <a:pt x="3" y="9"/>
                    <a:pt x="4" y="9"/>
                  </a:cubicBezTo>
                  <a:cubicBezTo>
                    <a:pt x="5" y="9"/>
                    <a:pt x="6" y="9"/>
                    <a:pt x="7" y="8"/>
                  </a:cubicBezTo>
                  <a:cubicBezTo>
                    <a:pt x="8" y="7"/>
                    <a:pt x="8" y="7"/>
                    <a:pt x="8" y="7"/>
                  </a:cubicBezTo>
                  <a:cubicBezTo>
                    <a:pt x="9" y="6"/>
                    <a:pt x="10" y="3"/>
                    <a:pt x="8"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3" name="Google Shape;1013;p25"/>
            <p:cNvSpPr/>
            <p:nvPr/>
          </p:nvSpPr>
          <p:spPr>
            <a:xfrm>
              <a:off x="11606213" y="754063"/>
              <a:ext cx="42863" cy="38100"/>
            </a:xfrm>
            <a:custGeom>
              <a:rect b="b" l="l" r="r" t="t"/>
              <a:pathLst>
                <a:path extrusionOk="0" h="9" w="10">
                  <a:moveTo>
                    <a:pt x="9" y="2"/>
                  </a:moveTo>
                  <a:cubicBezTo>
                    <a:pt x="7" y="0"/>
                    <a:pt x="5" y="0"/>
                    <a:pt x="3" y="1"/>
                  </a:cubicBez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4" name="Google Shape;1014;p25"/>
            <p:cNvSpPr/>
            <p:nvPr/>
          </p:nvSpPr>
          <p:spPr>
            <a:xfrm>
              <a:off x="11726863" y="647700"/>
              <a:ext cx="42863" cy="38100"/>
            </a:xfrm>
            <a:custGeom>
              <a:rect b="b" l="l" r="r" t="t"/>
              <a:pathLst>
                <a:path extrusionOk="0" h="9" w="10">
                  <a:moveTo>
                    <a:pt x="8" y="2"/>
                  </a:moveTo>
                  <a:cubicBezTo>
                    <a:pt x="7" y="0"/>
                    <a:pt x="4" y="0"/>
                    <a:pt x="3" y="1"/>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5" name="Google Shape;1015;p25"/>
            <p:cNvSpPr/>
            <p:nvPr/>
          </p:nvSpPr>
          <p:spPr>
            <a:xfrm>
              <a:off x="13017500" y="-522287"/>
              <a:ext cx="42863" cy="38100"/>
            </a:xfrm>
            <a:custGeom>
              <a:rect b="b" l="l" r="r" t="t"/>
              <a:pathLst>
                <a:path extrusionOk="0" h="9" w="10">
                  <a:moveTo>
                    <a:pt x="2" y="2"/>
                  </a:move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6" name="Google Shape;1016;p25"/>
            <p:cNvSpPr/>
            <p:nvPr/>
          </p:nvSpPr>
          <p:spPr>
            <a:xfrm>
              <a:off x="12314238" y="115888"/>
              <a:ext cx="42863" cy="38100"/>
            </a:xfrm>
            <a:custGeom>
              <a:rect b="b" l="l" r="r" t="t"/>
              <a:pathLst>
                <a:path extrusionOk="0" h="9" w="10">
                  <a:moveTo>
                    <a:pt x="7" y="8"/>
                  </a:move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7" name="Google Shape;1017;p25"/>
            <p:cNvSpPr/>
            <p:nvPr/>
          </p:nvSpPr>
          <p:spPr>
            <a:xfrm>
              <a:off x="11845925" y="541338"/>
              <a:ext cx="38100" cy="38100"/>
            </a:xfrm>
            <a:custGeom>
              <a:rect b="b" l="l" r="r" t="t"/>
              <a:pathLst>
                <a:path extrusionOk="0" h="9" w="9">
                  <a:moveTo>
                    <a:pt x="7" y="8"/>
                  </a:moveTo>
                  <a:cubicBezTo>
                    <a:pt x="8" y="7"/>
                    <a:pt x="8" y="7"/>
                    <a:pt x="8" y="7"/>
                  </a:cubicBezTo>
                  <a:cubicBezTo>
                    <a:pt x="9" y="6"/>
                    <a:pt x="9" y="3"/>
                    <a:pt x="8" y="2"/>
                  </a:cubicBezTo>
                  <a:cubicBezTo>
                    <a:pt x="6" y="0"/>
                    <a:pt x="4" y="0"/>
                    <a:pt x="2" y="1"/>
                  </a:cubicBezTo>
                  <a:cubicBezTo>
                    <a:pt x="1" y="2"/>
                    <a:pt x="1" y="2"/>
                    <a:pt x="1"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8" name="Google Shape;1018;p25"/>
            <p:cNvSpPr/>
            <p:nvPr/>
          </p:nvSpPr>
          <p:spPr>
            <a:xfrm>
              <a:off x="12430125" y="9525"/>
              <a:ext cx="41275" cy="38100"/>
            </a:xfrm>
            <a:custGeom>
              <a:rect b="b" l="l" r="r" t="t"/>
              <a:pathLst>
                <a:path extrusionOk="0" h="9" w="10">
                  <a:moveTo>
                    <a:pt x="8" y="8"/>
                  </a:moveTo>
                  <a:cubicBezTo>
                    <a:pt x="8" y="7"/>
                    <a:pt x="8" y="7"/>
                    <a:pt x="8" y="7"/>
                  </a:cubicBezTo>
                  <a:cubicBezTo>
                    <a:pt x="10" y="6"/>
                    <a:pt x="10" y="3"/>
                    <a:pt x="9" y="2"/>
                  </a:cubicBezTo>
                  <a:cubicBezTo>
                    <a:pt x="7" y="0"/>
                    <a:pt x="5" y="0"/>
                    <a:pt x="3" y="1"/>
                  </a:cubicBezTo>
                  <a:cubicBezTo>
                    <a:pt x="2" y="2"/>
                    <a:pt x="2" y="2"/>
                    <a:pt x="2" y="2"/>
                  </a:cubicBezTo>
                  <a:cubicBezTo>
                    <a:pt x="1" y="4"/>
                    <a:pt x="0" y="6"/>
                    <a:pt x="2" y="8"/>
                  </a:cubicBezTo>
                  <a:cubicBezTo>
                    <a:pt x="3" y="9"/>
                    <a:pt x="4" y="9"/>
                    <a:pt x="5" y="9"/>
                  </a:cubicBezTo>
                  <a:cubicBezTo>
                    <a:pt x="6" y="9"/>
                    <a:pt x="7" y="9"/>
                    <a:pt x="8"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19" name="Google Shape;1019;p25"/>
            <p:cNvSpPr/>
            <p:nvPr/>
          </p:nvSpPr>
          <p:spPr>
            <a:xfrm>
              <a:off x="12195175" y="222250"/>
              <a:ext cx="42863" cy="38100"/>
            </a:xfrm>
            <a:custGeom>
              <a:rect b="b" l="l" r="r" t="t"/>
              <a:pathLst>
                <a:path extrusionOk="0" h="9" w="10">
                  <a:moveTo>
                    <a:pt x="7" y="8"/>
                  </a:move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ubicBezTo>
                    <a:pt x="6" y="9"/>
                    <a:pt x="7"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0" name="Google Shape;1020;p25"/>
            <p:cNvSpPr/>
            <p:nvPr/>
          </p:nvSpPr>
          <p:spPr>
            <a:xfrm>
              <a:off x="11372850" y="966788"/>
              <a:ext cx="42863" cy="38100"/>
            </a:xfrm>
            <a:custGeom>
              <a:rect b="b" l="l" r="r" t="t"/>
              <a:pathLst>
                <a:path extrusionOk="0" h="9" w="10">
                  <a:moveTo>
                    <a:pt x="9" y="1"/>
                  </a:moveTo>
                  <a:cubicBezTo>
                    <a:pt x="7" y="0"/>
                    <a:pt x="5" y="0"/>
                    <a:pt x="3" y="1"/>
                  </a:cubicBezTo>
                  <a:cubicBezTo>
                    <a:pt x="2" y="2"/>
                    <a:pt x="2" y="2"/>
                    <a:pt x="2" y="2"/>
                  </a:cubicBezTo>
                  <a:cubicBezTo>
                    <a:pt x="0" y="3"/>
                    <a:pt x="0" y="6"/>
                    <a:pt x="2" y="8"/>
                  </a:cubicBezTo>
                  <a:cubicBezTo>
                    <a:pt x="2" y="8"/>
                    <a:pt x="4" y="9"/>
                    <a:pt x="5" y="9"/>
                  </a:cubicBezTo>
                  <a:cubicBezTo>
                    <a:pt x="6" y="9"/>
                    <a:pt x="7" y="9"/>
                    <a:pt x="7" y="8"/>
                  </a:cubicBezTo>
                  <a:cubicBezTo>
                    <a:pt x="8" y="7"/>
                    <a:pt x="8" y="7"/>
                    <a:pt x="8" y="7"/>
                  </a:cubicBezTo>
                  <a:cubicBezTo>
                    <a:pt x="10" y="6"/>
                    <a:pt x="10" y="3"/>
                    <a:pt x="9"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1" name="Google Shape;1021;p25"/>
            <p:cNvSpPr/>
            <p:nvPr/>
          </p:nvSpPr>
          <p:spPr>
            <a:xfrm>
              <a:off x="11023600" y="1285875"/>
              <a:ext cx="38100" cy="25400"/>
            </a:xfrm>
            <a:custGeom>
              <a:rect b="b" l="l" r="r" t="t"/>
              <a:pathLst>
                <a:path extrusionOk="0" h="6" w="9">
                  <a:moveTo>
                    <a:pt x="8" y="1"/>
                  </a:moveTo>
                  <a:cubicBezTo>
                    <a:pt x="6" y="0"/>
                    <a:pt x="4" y="0"/>
                    <a:pt x="2" y="1"/>
                  </a:cubicBezTo>
                  <a:cubicBezTo>
                    <a:pt x="1" y="2"/>
                    <a:pt x="1" y="2"/>
                    <a:pt x="1" y="2"/>
                  </a:cubicBezTo>
                  <a:cubicBezTo>
                    <a:pt x="1" y="2"/>
                    <a:pt x="0" y="3"/>
                    <a:pt x="0" y="3"/>
                  </a:cubicBezTo>
                  <a:cubicBezTo>
                    <a:pt x="3" y="4"/>
                    <a:pt x="6" y="5"/>
                    <a:pt x="8" y="6"/>
                  </a:cubicBezTo>
                  <a:cubicBezTo>
                    <a:pt x="9" y="5"/>
                    <a:pt x="9" y="3"/>
                    <a:pt x="8"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2" name="Google Shape;1022;p25"/>
            <p:cNvSpPr/>
            <p:nvPr/>
          </p:nvSpPr>
          <p:spPr>
            <a:xfrm>
              <a:off x="12668250" y="-203200"/>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3" name="Google Shape;1023;p25"/>
            <p:cNvSpPr/>
            <p:nvPr/>
          </p:nvSpPr>
          <p:spPr>
            <a:xfrm>
              <a:off x="11137900" y="1179513"/>
              <a:ext cx="42863" cy="38100"/>
            </a:xfrm>
            <a:custGeom>
              <a:rect b="b" l="l" r="r" t="t"/>
              <a:pathLst>
                <a:path extrusionOk="0" h="9" w="10">
                  <a:moveTo>
                    <a:pt x="2" y="2"/>
                  </a:moveTo>
                  <a:cubicBezTo>
                    <a:pt x="0" y="3"/>
                    <a:pt x="0" y="6"/>
                    <a:pt x="2" y="8"/>
                  </a:cubicBezTo>
                  <a:cubicBezTo>
                    <a:pt x="2" y="8"/>
                    <a:pt x="3" y="9"/>
                    <a:pt x="5" y="9"/>
                  </a:cubicBezTo>
                  <a:cubicBezTo>
                    <a:pt x="5" y="9"/>
                    <a:pt x="6" y="9"/>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4" name="Google Shape;1024;p25"/>
            <p:cNvSpPr/>
            <p:nvPr/>
          </p:nvSpPr>
          <p:spPr>
            <a:xfrm>
              <a:off x="12782550" y="-309562"/>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5" name="Google Shape;1025;p25"/>
            <p:cNvSpPr/>
            <p:nvPr/>
          </p:nvSpPr>
          <p:spPr>
            <a:xfrm>
              <a:off x="12903200" y="-415925"/>
              <a:ext cx="41275"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6" name="Google Shape;1026;p25"/>
            <p:cNvSpPr/>
            <p:nvPr/>
          </p:nvSpPr>
          <p:spPr>
            <a:xfrm>
              <a:off x="12079288" y="328613"/>
              <a:ext cx="39688" cy="38100"/>
            </a:xfrm>
            <a:custGeom>
              <a:rect b="b" l="l" r="r" t="t"/>
              <a:pathLst>
                <a:path extrusionOk="0" h="9" w="9">
                  <a:moveTo>
                    <a:pt x="7" y="8"/>
                  </a:moveTo>
                  <a:cubicBezTo>
                    <a:pt x="8" y="7"/>
                    <a:pt x="8" y="7"/>
                    <a:pt x="8" y="7"/>
                  </a:cubicBezTo>
                  <a:cubicBezTo>
                    <a:pt x="9" y="6"/>
                    <a:pt x="9" y="3"/>
                    <a:pt x="8" y="2"/>
                  </a:cubicBezTo>
                  <a:cubicBezTo>
                    <a:pt x="7" y="0"/>
                    <a:pt x="4" y="0"/>
                    <a:pt x="2" y="1"/>
                  </a:cubicBezTo>
                  <a:cubicBezTo>
                    <a:pt x="1" y="2"/>
                    <a:pt x="1" y="2"/>
                    <a:pt x="1"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7" name="Google Shape;1027;p25"/>
            <p:cNvSpPr/>
            <p:nvPr/>
          </p:nvSpPr>
          <p:spPr>
            <a:xfrm>
              <a:off x="11256963" y="1073150"/>
              <a:ext cx="39688" cy="38100"/>
            </a:xfrm>
            <a:custGeom>
              <a:rect b="b" l="l" r="r" t="t"/>
              <a:pathLst>
                <a:path extrusionOk="0" h="9" w="9">
                  <a:moveTo>
                    <a:pt x="2" y="1"/>
                  </a:moveTo>
                  <a:cubicBezTo>
                    <a:pt x="1" y="2"/>
                    <a:pt x="1" y="2"/>
                    <a:pt x="1" y="2"/>
                  </a:cubicBezTo>
                  <a:cubicBezTo>
                    <a:pt x="0" y="3"/>
                    <a:pt x="0" y="6"/>
                    <a:pt x="1" y="8"/>
                  </a:cubicBezTo>
                  <a:cubicBezTo>
                    <a:pt x="2" y="8"/>
                    <a:pt x="3" y="9"/>
                    <a:pt x="4" y="9"/>
                  </a:cubicBezTo>
                  <a:cubicBezTo>
                    <a:pt x="5" y="9"/>
                    <a:pt x="6" y="9"/>
                    <a:pt x="7" y="8"/>
                  </a:cubicBezTo>
                  <a:cubicBezTo>
                    <a:pt x="8" y="7"/>
                    <a:pt x="8" y="7"/>
                    <a:pt x="8" y="7"/>
                  </a:cubicBezTo>
                  <a:cubicBezTo>
                    <a:pt x="9" y="6"/>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8" name="Google Shape;1028;p25"/>
            <p:cNvSpPr/>
            <p:nvPr/>
          </p:nvSpPr>
          <p:spPr>
            <a:xfrm>
              <a:off x="11960225" y="434975"/>
              <a:ext cx="42863" cy="38100"/>
            </a:xfrm>
            <a:custGeom>
              <a:rect b="b" l="l" r="r" t="t"/>
              <a:pathLst>
                <a:path extrusionOk="0" h="9" w="10">
                  <a:moveTo>
                    <a:pt x="2" y="2"/>
                  </a:move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29" name="Google Shape;1029;p25"/>
            <p:cNvSpPr/>
            <p:nvPr/>
          </p:nvSpPr>
          <p:spPr>
            <a:xfrm>
              <a:off x="12349163" y="430213"/>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0" name="Google Shape;1030;p25"/>
            <p:cNvSpPr/>
            <p:nvPr/>
          </p:nvSpPr>
          <p:spPr>
            <a:xfrm>
              <a:off x="11876088" y="855663"/>
              <a:ext cx="41275"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1" name="Google Shape;1031;p25"/>
            <p:cNvSpPr/>
            <p:nvPr/>
          </p:nvSpPr>
          <p:spPr>
            <a:xfrm>
              <a:off x="12228513" y="536575"/>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2" name="Google Shape;1032;p25"/>
            <p:cNvSpPr/>
            <p:nvPr/>
          </p:nvSpPr>
          <p:spPr>
            <a:xfrm>
              <a:off x="12109450" y="642938"/>
              <a:ext cx="42863" cy="42863"/>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3" name="Google Shape;1033;p25"/>
            <p:cNvSpPr/>
            <p:nvPr/>
          </p:nvSpPr>
          <p:spPr>
            <a:xfrm>
              <a:off x="11995150" y="749300"/>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4" name="Google Shape;1034;p25"/>
            <p:cNvSpPr/>
            <p:nvPr/>
          </p:nvSpPr>
          <p:spPr>
            <a:xfrm>
              <a:off x="11291888" y="1387475"/>
              <a:ext cx="38100" cy="34925"/>
            </a:xfrm>
            <a:custGeom>
              <a:rect b="b" l="l" r="r" t="t"/>
              <a:pathLst>
                <a:path extrusionOk="0" h="8" w="9">
                  <a:moveTo>
                    <a:pt x="8" y="2"/>
                  </a:moveTo>
                  <a:cubicBezTo>
                    <a:pt x="6" y="0"/>
                    <a:pt x="4" y="0"/>
                    <a:pt x="2" y="2"/>
                  </a:cubicBezTo>
                  <a:cubicBezTo>
                    <a:pt x="1" y="3"/>
                    <a:pt x="1" y="3"/>
                    <a:pt x="1" y="3"/>
                  </a:cubicBezTo>
                  <a:cubicBezTo>
                    <a:pt x="1" y="3"/>
                    <a:pt x="0" y="4"/>
                    <a:pt x="0" y="5"/>
                  </a:cubicBezTo>
                  <a:cubicBezTo>
                    <a:pt x="2" y="6"/>
                    <a:pt x="5" y="7"/>
                    <a:pt x="7" y="8"/>
                  </a:cubicBezTo>
                  <a:cubicBezTo>
                    <a:pt x="8" y="8"/>
                    <a:pt x="8" y="8"/>
                    <a:pt x="8" y="8"/>
                  </a:cubicBezTo>
                  <a:cubicBezTo>
                    <a:pt x="9" y="6"/>
                    <a:pt x="9" y="4"/>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5" name="Google Shape;1035;p25"/>
            <p:cNvSpPr/>
            <p:nvPr/>
          </p:nvSpPr>
          <p:spPr>
            <a:xfrm>
              <a:off x="11525250" y="1174750"/>
              <a:ext cx="39688" cy="42863"/>
            </a:xfrm>
            <a:custGeom>
              <a:rect b="b" l="l" r="r" t="t"/>
              <a:pathLst>
                <a:path extrusionOk="0" h="10" w="9">
                  <a:moveTo>
                    <a:pt x="8" y="8"/>
                  </a:moveTo>
                  <a:cubicBezTo>
                    <a:pt x="9" y="6"/>
                    <a:pt x="9" y="4"/>
                    <a:pt x="8" y="2"/>
                  </a:cubicBezTo>
                  <a:cubicBezTo>
                    <a:pt x="6" y="0"/>
                    <a:pt x="4" y="0"/>
                    <a:pt x="2" y="2"/>
                  </a:cubicBezTo>
                  <a:cubicBezTo>
                    <a:pt x="1" y="3"/>
                    <a:pt x="1" y="3"/>
                    <a:pt x="1"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6" name="Google Shape;1036;p25"/>
            <p:cNvSpPr/>
            <p:nvPr/>
          </p:nvSpPr>
          <p:spPr>
            <a:xfrm>
              <a:off x="12582525" y="217488"/>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7"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7" name="Google Shape;1037;p25"/>
            <p:cNvSpPr/>
            <p:nvPr/>
          </p:nvSpPr>
          <p:spPr>
            <a:xfrm>
              <a:off x="11406188" y="1281113"/>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8" name="Google Shape;1038;p25"/>
            <p:cNvSpPr/>
            <p:nvPr/>
          </p:nvSpPr>
          <p:spPr>
            <a:xfrm>
              <a:off x="12698413" y="111125"/>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39" name="Google Shape;1039;p25"/>
            <p:cNvSpPr/>
            <p:nvPr/>
          </p:nvSpPr>
          <p:spPr>
            <a:xfrm>
              <a:off x="12817475" y="4763"/>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0" name="Google Shape;1040;p25"/>
            <p:cNvSpPr/>
            <p:nvPr/>
          </p:nvSpPr>
          <p:spPr>
            <a:xfrm>
              <a:off x="12931775" y="-101600"/>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1" name="Google Shape;1041;p25"/>
            <p:cNvSpPr/>
            <p:nvPr/>
          </p:nvSpPr>
          <p:spPr>
            <a:xfrm>
              <a:off x="11641138" y="1068388"/>
              <a:ext cx="42863" cy="42863"/>
            </a:xfrm>
            <a:custGeom>
              <a:rect b="b" l="l" r="r" t="t"/>
              <a:pathLst>
                <a:path extrusionOk="0" h="10" w="10">
                  <a:moveTo>
                    <a:pt x="8" y="8"/>
                  </a:moveTo>
                  <a:cubicBezTo>
                    <a:pt x="10" y="6"/>
                    <a:pt x="10" y="4"/>
                    <a:pt x="9" y="2"/>
                  </a:cubicBezTo>
                  <a:cubicBezTo>
                    <a:pt x="7" y="0"/>
                    <a:pt x="5" y="0"/>
                    <a:pt x="3" y="2"/>
                  </a:cubicBezTo>
                  <a:cubicBezTo>
                    <a:pt x="2" y="3"/>
                    <a:pt x="2" y="3"/>
                    <a:pt x="2" y="3"/>
                  </a:cubicBezTo>
                  <a:cubicBezTo>
                    <a:pt x="0" y="4"/>
                    <a:pt x="0" y="7"/>
                    <a:pt x="2" y="8"/>
                  </a:cubicBezTo>
                  <a:cubicBezTo>
                    <a:pt x="3" y="9"/>
                    <a:pt x="4" y="10"/>
                    <a:pt x="5" y="10"/>
                  </a:cubicBezTo>
                  <a:cubicBezTo>
                    <a:pt x="6" y="10"/>
                    <a:pt x="7"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2" name="Google Shape;1042;p25"/>
            <p:cNvSpPr/>
            <p:nvPr/>
          </p:nvSpPr>
          <p:spPr>
            <a:xfrm>
              <a:off x="11760200" y="962025"/>
              <a:ext cx="42863" cy="42863"/>
            </a:xfrm>
            <a:custGeom>
              <a:rect b="b" l="l" r="r" t="t"/>
              <a:pathLst>
                <a:path extrusionOk="0" h="10" w="10">
                  <a:moveTo>
                    <a:pt x="8" y="8"/>
                  </a:moveTo>
                  <a:cubicBezTo>
                    <a:pt x="9" y="6"/>
                    <a:pt x="10" y="4"/>
                    <a:pt x="8" y="2"/>
                  </a:cubicBezTo>
                  <a:cubicBezTo>
                    <a:pt x="7" y="0"/>
                    <a:pt x="4" y="0"/>
                    <a:pt x="2" y="2"/>
                  </a:cubicBezTo>
                  <a:cubicBezTo>
                    <a:pt x="2" y="3"/>
                    <a:pt x="2" y="3"/>
                    <a:pt x="2"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3" name="Google Shape;1043;p25"/>
            <p:cNvSpPr/>
            <p:nvPr/>
          </p:nvSpPr>
          <p:spPr>
            <a:xfrm>
              <a:off x="12463463" y="323850"/>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4" name="Google Shape;1044;p25"/>
            <p:cNvSpPr/>
            <p:nvPr/>
          </p:nvSpPr>
          <p:spPr>
            <a:xfrm>
              <a:off x="12015788" y="1077913"/>
              <a:ext cx="42863" cy="42863"/>
            </a:xfrm>
            <a:custGeom>
              <a:rect b="b" l="l" r="r" t="t"/>
              <a:pathLst>
                <a:path extrusionOk="0" h="10" w="10">
                  <a:moveTo>
                    <a:pt x="2"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5" name="Google Shape;1045;p25"/>
            <p:cNvSpPr/>
            <p:nvPr/>
          </p:nvSpPr>
          <p:spPr>
            <a:xfrm>
              <a:off x="11782425" y="1290638"/>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6" name="Google Shape;1046;p25"/>
            <p:cNvSpPr/>
            <p:nvPr/>
          </p:nvSpPr>
          <p:spPr>
            <a:xfrm>
              <a:off x="11661775" y="1397000"/>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7" name="Google Shape;1047;p25"/>
            <p:cNvSpPr/>
            <p:nvPr/>
          </p:nvSpPr>
          <p:spPr>
            <a:xfrm>
              <a:off x="11547475" y="1503363"/>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8" name="Google Shape;1048;p25"/>
            <p:cNvSpPr/>
            <p:nvPr/>
          </p:nvSpPr>
          <p:spPr>
            <a:xfrm>
              <a:off x="11896725" y="1184275"/>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7"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49" name="Google Shape;1049;p25"/>
            <p:cNvSpPr/>
            <p:nvPr/>
          </p:nvSpPr>
          <p:spPr>
            <a:xfrm>
              <a:off x="12954000" y="227013"/>
              <a:ext cx="42863" cy="42863"/>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0" name="Google Shape;1050;p25"/>
            <p:cNvSpPr/>
            <p:nvPr/>
          </p:nvSpPr>
          <p:spPr>
            <a:xfrm>
              <a:off x="12484100" y="652463"/>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1" name="Google Shape;1051;p25"/>
            <p:cNvSpPr/>
            <p:nvPr/>
          </p:nvSpPr>
          <p:spPr>
            <a:xfrm>
              <a:off x="12365038" y="758825"/>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2" name="Google Shape;1052;p25"/>
            <p:cNvSpPr/>
            <p:nvPr/>
          </p:nvSpPr>
          <p:spPr>
            <a:xfrm>
              <a:off x="12838113" y="333375"/>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3" name="Google Shape;1053;p25"/>
            <p:cNvSpPr/>
            <p:nvPr/>
          </p:nvSpPr>
          <p:spPr>
            <a:xfrm>
              <a:off x="12250738" y="865188"/>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4" name="Google Shape;1054;p25"/>
            <p:cNvSpPr/>
            <p:nvPr/>
          </p:nvSpPr>
          <p:spPr>
            <a:xfrm>
              <a:off x="12719050" y="439738"/>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5" name="Google Shape;1055;p25"/>
            <p:cNvSpPr/>
            <p:nvPr/>
          </p:nvSpPr>
          <p:spPr>
            <a:xfrm>
              <a:off x="12604750" y="546100"/>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6" name="Google Shape;1056;p25"/>
            <p:cNvSpPr/>
            <p:nvPr/>
          </p:nvSpPr>
          <p:spPr>
            <a:xfrm>
              <a:off x="12131675" y="971550"/>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7"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7" name="Google Shape;1057;p25"/>
            <p:cNvSpPr/>
            <p:nvPr/>
          </p:nvSpPr>
          <p:spPr>
            <a:xfrm>
              <a:off x="12561888" y="928688"/>
              <a:ext cx="42863" cy="38100"/>
            </a:xfrm>
            <a:custGeom>
              <a:rect b="b" l="l" r="r" t="t"/>
              <a:pathLst>
                <a:path extrusionOk="0" h="9" w="10">
                  <a:moveTo>
                    <a:pt x="8" y="2"/>
                  </a:moveTo>
                  <a:cubicBezTo>
                    <a:pt x="7" y="0"/>
                    <a:pt x="4" y="0"/>
                    <a:pt x="3" y="2"/>
                  </a:cubicBez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8" name="Google Shape;1058;p25"/>
            <p:cNvSpPr/>
            <p:nvPr/>
          </p:nvSpPr>
          <p:spPr>
            <a:xfrm>
              <a:off x="12915900" y="609600"/>
              <a:ext cx="41275" cy="38100"/>
            </a:xfrm>
            <a:custGeom>
              <a:rect b="b" l="l" r="r" t="t"/>
              <a:pathLst>
                <a:path extrusionOk="0" h="9" w="10">
                  <a:moveTo>
                    <a:pt x="8" y="2"/>
                  </a:moveTo>
                  <a:cubicBezTo>
                    <a:pt x="7"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59" name="Google Shape;1059;p25"/>
            <p:cNvSpPr/>
            <p:nvPr/>
          </p:nvSpPr>
          <p:spPr>
            <a:xfrm>
              <a:off x="12093575" y="1354138"/>
              <a:ext cx="41275" cy="38100"/>
            </a:xfrm>
            <a:custGeom>
              <a:rect b="b" l="l" r="r" t="t"/>
              <a:pathLst>
                <a:path extrusionOk="0" h="9" w="10">
                  <a:moveTo>
                    <a:pt x="8" y="2"/>
                  </a:moveTo>
                  <a:cubicBezTo>
                    <a:pt x="7" y="0"/>
                    <a:pt x="4" y="0"/>
                    <a:pt x="3" y="2"/>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0" name="Google Shape;1060;p25"/>
            <p:cNvSpPr/>
            <p:nvPr/>
          </p:nvSpPr>
          <p:spPr>
            <a:xfrm>
              <a:off x="13030200" y="511175"/>
              <a:ext cx="12700" cy="30163"/>
            </a:xfrm>
            <a:custGeom>
              <a:rect b="b" l="l" r="r" t="t"/>
              <a:pathLst>
                <a:path extrusionOk="0" h="7" w="3">
                  <a:moveTo>
                    <a:pt x="2" y="6"/>
                  </a:moveTo>
                  <a:cubicBezTo>
                    <a:pt x="2" y="6"/>
                    <a:pt x="2" y="7"/>
                    <a:pt x="3" y="7"/>
                  </a:cubicBezTo>
                  <a:cubicBezTo>
                    <a:pt x="3" y="5"/>
                    <a:pt x="2" y="2"/>
                    <a:pt x="2" y="0"/>
                  </a:cubicBezTo>
                  <a:cubicBezTo>
                    <a:pt x="2" y="0"/>
                    <a:pt x="2" y="0"/>
                    <a:pt x="2" y="0"/>
                  </a:cubicBezTo>
                  <a:cubicBezTo>
                    <a:pt x="0" y="2"/>
                    <a:pt x="0" y="4"/>
                    <a:pt x="2" y="6"/>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1" name="Google Shape;1061;p25"/>
            <p:cNvSpPr/>
            <p:nvPr/>
          </p:nvSpPr>
          <p:spPr>
            <a:xfrm>
              <a:off x="12680950" y="822325"/>
              <a:ext cx="38100" cy="38100"/>
            </a:xfrm>
            <a:custGeom>
              <a:rect b="b" l="l" r="r" t="t"/>
              <a:pathLst>
                <a:path extrusionOk="0" h="9" w="9">
                  <a:moveTo>
                    <a:pt x="8" y="2"/>
                  </a:moveTo>
                  <a:cubicBezTo>
                    <a:pt x="6"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2" name="Google Shape;1062;p25"/>
            <p:cNvSpPr/>
            <p:nvPr/>
          </p:nvSpPr>
          <p:spPr>
            <a:xfrm>
              <a:off x="12795250" y="715963"/>
              <a:ext cx="42863" cy="38100"/>
            </a:xfrm>
            <a:custGeom>
              <a:rect b="b" l="l" r="r" t="t"/>
              <a:pathLst>
                <a:path extrusionOk="0" h="9" w="10">
                  <a:moveTo>
                    <a:pt x="8" y="2"/>
                  </a:moveTo>
                  <a:cubicBezTo>
                    <a:pt x="7" y="0"/>
                    <a:pt x="4" y="0"/>
                    <a:pt x="3" y="2"/>
                  </a:cubicBez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3" name="Google Shape;1063;p25"/>
            <p:cNvSpPr/>
            <p:nvPr/>
          </p:nvSpPr>
          <p:spPr>
            <a:xfrm>
              <a:off x="11972925" y="1460500"/>
              <a:ext cx="42863" cy="38100"/>
            </a:xfrm>
            <a:custGeom>
              <a:rect b="b" l="l" r="r" t="t"/>
              <a:pathLst>
                <a:path extrusionOk="0" h="9" w="10">
                  <a:moveTo>
                    <a:pt x="3" y="2"/>
                  </a:move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4" name="Google Shape;1064;p25"/>
            <p:cNvSpPr/>
            <p:nvPr/>
          </p:nvSpPr>
          <p:spPr>
            <a:xfrm>
              <a:off x="12446000" y="1035050"/>
              <a:ext cx="38100" cy="38100"/>
            </a:xfrm>
            <a:custGeom>
              <a:rect b="b" l="l" r="r" t="t"/>
              <a:pathLst>
                <a:path extrusionOk="0" h="9" w="9">
                  <a:moveTo>
                    <a:pt x="8" y="2"/>
                  </a:moveTo>
                  <a:cubicBezTo>
                    <a:pt x="6"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5" name="Google Shape;1065;p25"/>
            <p:cNvSpPr/>
            <p:nvPr/>
          </p:nvSpPr>
          <p:spPr>
            <a:xfrm>
              <a:off x="12326938" y="1141413"/>
              <a:ext cx="42863" cy="38100"/>
            </a:xfrm>
            <a:custGeom>
              <a:rect b="b" l="l" r="r" t="t"/>
              <a:pathLst>
                <a:path extrusionOk="0" h="9" w="10">
                  <a:moveTo>
                    <a:pt x="8" y="2"/>
                  </a:moveTo>
                  <a:cubicBezTo>
                    <a:pt x="7" y="0"/>
                    <a:pt x="4" y="0"/>
                    <a:pt x="3" y="2"/>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6" name="Google Shape;1066;p25"/>
            <p:cNvSpPr/>
            <p:nvPr/>
          </p:nvSpPr>
          <p:spPr>
            <a:xfrm>
              <a:off x="12207875" y="1247775"/>
              <a:ext cx="42863" cy="38100"/>
            </a:xfrm>
            <a:custGeom>
              <a:rect b="b" l="l" r="r" t="t"/>
              <a:pathLst>
                <a:path extrusionOk="0" h="9" w="10">
                  <a:moveTo>
                    <a:pt x="9" y="2"/>
                  </a:moveTo>
                  <a:cubicBezTo>
                    <a:pt x="7" y="0"/>
                    <a:pt x="5" y="0"/>
                    <a:pt x="3" y="2"/>
                  </a:cubicBez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7" name="Google Shape;1067;p25"/>
            <p:cNvSpPr/>
            <p:nvPr/>
          </p:nvSpPr>
          <p:spPr>
            <a:xfrm>
              <a:off x="12949238" y="923925"/>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8" name="Google Shape;1068;p25"/>
            <p:cNvSpPr/>
            <p:nvPr/>
          </p:nvSpPr>
          <p:spPr>
            <a:xfrm>
              <a:off x="12714288" y="1136650"/>
              <a:ext cx="39688"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69" name="Google Shape;1069;p25"/>
            <p:cNvSpPr/>
            <p:nvPr/>
          </p:nvSpPr>
          <p:spPr>
            <a:xfrm>
              <a:off x="12830175" y="1030288"/>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70" name="Google Shape;1070;p25"/>
            <p:cNvSpPr/>
            <p:nvPr/>
          </p:nvSpPr>
          <p:spPr>
            <a:xfrm>
              <a:off x="12595225" y="1243013"/>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5" y="9"/>
                    <a:pt x="6"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71" name="Google Shape;1071;p25"/>
            <p:cNvSpPr/>
            <p:nvPr/>
          </p:nvSpPr>
          <p:spPr>
            <a:xfrm>
              <a:off x="12361863" y="1455738"/>
              <a:ext cx="41275" cy="38100"/>
            </a:xfrm>
            <a:custGeom>
              <a:rect b="b" l="l" r="r" t="t"/>
              <a:pathLst>
                <a:path extrusionOk="0" h="9" w="10">
                  <a:moveTo>
                    <a:pt x="3" y="2"/>
                  </a:moveTo>
                  <a:cubicBezTo>
                    <a:pt x="2" y="2"/>
                    <a:pt x="2" y="2"/>
                    <a:pt x="2" y="2"/>
                  </a:cubicBezTo>
                  <a:cubicBezTo>
                    <a:pt x="0" y="4"/>
                    <a:pt x="0" y="6"/>
                    <a:pt x="2" y="8"/>
                  </a:cubicBezTo>
                  <a:cubicBezTo>
                    <a:pt x="2" y="9"/>
                    <a:pt x="3" y="9"/>
                    <a:pt x="4" y="9"/>
                  </a:cubicBezTo>
                  <a:cubicBezTo>
                    <a:pt x="5" y="9"/>
                    <a:pt x="6" y="9"/>
                    <a:pt x="7" y="8"/>
                  </a:cubicBezTo>
                  <a:cubicBezTo>
                    <a:pt x="8" y="8"/>
                    <a:pt x="8" y="8"/>
                    <a:pt x="8" y="8"/>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72" name="Google Shape;1072;p25"/>
            <p:cNvSpPr/>
            <p:nvPr/>
          </p:nvSpPr>
          <p:spPr>
            <a:xfrm>
              <a:off x="12480925" y="1349375"/>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73" name="Google Shape;1073;p25"/>
            <p:cNvSpPr/>
            <p:nvPr/>
          </p:nvSpPr>
          <p:spPr>
            <a:xfrm>
              <a:off x="12655550" y="1531938"/>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74" name="Google Shape;1074;p25"/>
            <p:cNvSpPr/>
            <p:nvPr/>
          </p:nvSpPr>
          <p:spPr>
            <a:xfrm>
              <a:off x="12888913" y="1319213"/>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75" name="Google Shape;1075;p25"/>
            <p:cNvSpPr/>
            <p:nvPr/>
          </p:nvSpPr>
          <p:spPr>
            <a:xfrm>
              <a:off x="12774613" y="1425575"/>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076" name="Google Shape;1076;p25"/>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lvl1pPr lvl="0" algn="l">
              <a:spcBef>
                <a:spcPts val="0"/>
              </a:spcBef>
              <a:spcAft>
                <a:spcPts val="0"/>
              </a:spcAft>
              <a:buClr>
                <a:schemeClr val="dk1"/>
              </a:buClr>
              <a:buSzPts val="2400"/>
              <a:buFont typeface="Arial Black"/>
              <a:buNone/>
              <a:defRPr sz="2400">
                <a:latin typeface="Arial Black"/>
                <a:ea typeface="Arial Black"/>
                <a:cs typeface="Arial Black"/>
                <a:sym typeface="Arial Black"/>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7" name="Google Shape;1077;p25"/>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lvl1pPr indent="-228600" lvl="0" marL="457200" algn="l">
              <a:spcBef>
                <a:spcPts val="400"/>
              </a:spcBef>
              <a:spcAft>
                <a:spcPts val="0"/>
              </a:spcAft>
              <a:buClr>
                <a:schemeClr val="dk1"/>
              </a:buClr>
              <a:buSzPts val="1800"/>
              <a:buNone/>
              <a:defRPr sz="1800">
                <a:latin typeface="Quattrocento Sans"/>
                <a:ea typeface="Quattrocento Sans"/>
                <a:cs typeface="Quattrocento Sans"/>
                <a:sym typeface="Quattrocento Sans"/>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spTree>
      <p:nvGrpSpPr>
        <p:cNvPr id="1078" name="Shape 1078"/>
        <p:cNvGrpSpPr/>
        <p:nvPr/>
      </p:nvGrpSpPr>
      <p:grpSpPr>
        <a:xfrm>
          <a:off x="0" y="0"/>
          <a:ext cx="0" cy="0"/>
          <a:chOff x="0" y="0"/>
          <a:chExt cx="0" cy="0"/>
        </a:xfrm>
      </p:grpSpPr>
      <p:sp>
        <p:nvSpPr>
          <p:cNvPr id="1079" name="Google Shape;1079;p26"/>
          <p:cNvSpPr/>
          <p:nvPr/>
        </p:nvSpPr>
        <p:spPr>
          <a:xfrm>
            <a:off x="8644088" y="4761860"/>
            <a:ext cx="267900" cy="267900"/>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080" name="Google Shape;1080;p26"/>
          <p:cNvSpPr txBox="1"/>
          <p:nvPr/>
        </p:nvSpPr>
        <p:spPr>
          <a:xfrm>
            <a:off x="8643882" y="4821906"/>
            <a:ext cx="267300" cy="14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fld id="{00000000-1234-1234-1234-123412341234}" type="slidenum">
              <a:rPr b="1" lang="en-GB" sz="800">
                <a:solidFill>
                  <a:schemeClr val="lt1"/>
                </a:solidFill>
                <a:latin typeface="Quattrocento Sans"/>
                <a:ea typeface="Quattrocento Sans"/>
                <a:cs typeface="Quattrocento Sans"/>
                <a:sym typeface="Quattrocento Sans"/>
              </a:rPr>
              <a:t>‹#›</a:t>
            </a:fld>
            <a:endParaRPr b="1" sz="800">
              <a:solidFill>
                <a:schemeClr val="lt1"/>
              </a:solidFill>
              <a:latin typeface="Quattrocento Sans"/>
              <a:ea typeface="Quattrocento Sans"/>
              <a:cs typeface="Quattrocento Sans"/>
              <a:sym typeface="Quattrocento Sans"/>
            </a:endParaRPr>
          </a:p>
        </p:txBody>
      </p:sp>
      <p:sp>
        <p:nvSpPr>
          <p:cNvPr id="1081" name="Google Shape;1081;p26"/>
          <p:cNvSpPr/>
          <p:nvPr/>
        </p:nvSpPr>
        <p:spPr>
          <a:xfrm>
            <a:off x="2024639" y="4809126"/>
            <a:ext cx="1767300" cy="230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GB" sz="1200">
                <a:solidFill>
                  <a:schemeClr val="dk2"/>
                </a:solidFill>
                <a:latin typeface="Quattrocento Sans"/>
                <a:ea typeface="Quattrocento Sans"/>
                <a:cs typeface="Quattrocento Sans"/>
                <a:sym typeface="Quattrocento Sans"/>
              </a:rPr>
              <a:t>Presentation Template</a:t>
            </a:r>
            <a:endParaRPr sz="1100"/>
          </a:p>
        </p:txBody>
      </p:sp>
      <p:sp>
        <p:nvSpPr>
          <p:cNvPr id="1082" name="Google Shape;1082;p26"/>
          <p:cNvSpPr txBox="1"/>
          <p:nvPr/>
        </p:nvSpPr>
        <p:spPr>
          <a:xfrm>
            <a:off x="1505574" y="4809126"/>
            <a:ext cx="7176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200">
                <a:solidFill>
                  <a:schemeClr val="accent2"/>
                </a:solidFill>
                <a:latin typeface="Calibri"/>
                <a:ea typeface="Calibri"/>
                <a:cs typeface="Calibri"/>
                <a:sym typeface="Calibri"/>
              </a:rPr>
              <a:t>Analysis</a:t>
            </a:r>
            <a:endParaRPr sz="1100"/>
          </a:p>
        </p:txBody>
      </p:sp>
      <p:sp>
        <p:nvSpPr>
          <p:cNvPr id="1083" name="Google Shape;1083;p26"/>
          <p:cNvSpPr txBox="1"/>
          <p:nvPr/>
        </p:nvSpPr>
        <p:spPr>
          <a:xfrm>
            <a:off x="669336" y="4809126"/>
            <a:ext cx="9315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chemeClr val="accent1"/>
                </a:solidFill>
                <a:latin typeface="Quattrocento Sans"/>
                <a:ea typeface="Quattrocento Sans"/>
                <a:cs typeface="Quattrocento Sans"/>
                <a:sym typeface="Quattrocento Sans"/>
              </a:rPr>
              <a:t>Competitive</a:t>
            </a:r>
            <a:endParaRPr b="1" sz="1200">
              <a:solidFill>
                <a:schemeClr val="accent4"/>
              </a:solidFill>
              <a:latin typeface="Quattrocento Sans"/>
              <a:ea typeface="Quattrocento Sans"/>
              <a:cs typeface="Quattrocento Sans"/>
              <a:sym typeface="Quattrocento Sans"/>
            </a:endParaRPr>
          </a:p>
        </p:txBody>
      </p:sp>
      <p:cxnSp>
        <p:nvCxnSpPr>
          <p:cNvPr id="1084" name="Google Shape;1084;p26"/>
          <p:cNvCxnSpPr/>
          <p:nvPr/>
        </p:nvCxnSpPr>
        <p:spPr>
          <a:xfrm>
            <a:off x="2141097" y="4846099"/>
            <a:ext cx="0" cy="183600"/>
          </a:xfrm>
          <a:prstGeom prst="straightConnector1">
            <a:avLst/>
          </a:prstGeom>
          <a:noFill/>
          <a:ln cap="flat" cmpd="sng" w="14300">
            <a:solidFill>
              <a:schemeClr val="accent3"/>
            </a:solidFill>
            <a:prstDash val="solid"/>
            <a:round/>
            <a:headEnd len="sm" w="sm" type="none"/>
            <a:tailEnd len="sm" w="sm" type="none"/>
          </a:ln>
        </p:spPr>
      </p:cxnSp>
      <p:grpSp>
        <p:nvGrpSpPr>
          <p:cNvPr id="1085" name="Google Shape;1085;p26"/>
          <p:cNvGrpSpPr/>
          <p:nvPr/>
        </p:nvGrpSpPr>
        <p:grpSpPr>
          <a:xfrm>
            <a:off x="285568" y="4786676"/>
            <a:ext cx="296179" cy="296100"/>
            <a:chOff x="380656" y="6382234"/>
            <a:chExt cx="394800" cy="394800"/>
          </a:xfrm>
        </p:grpSpPr>
        <p:sp>
          <p:nvSpPr>
            <p:cNvPr id="1086" name="Google Shape;1086;p26"/>
            <p:cNvSpPr/>
            <p:nvPr/>
          </p:nvSpPr>
          <p:spPr>
            <a:xfrm>
              <a:off x="380656" y="6382234"/>
              <a:ext cx="394800" cy="394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Pie chart with solid fill" id="1087" name="Google Shape;1087;p26"/>
            <p:cNvGrpSpPr/>
            <p:nvPr/>
          </p:nvGrpSpPr>
          <p:grpSpPr>
            <a:xfrm>
              <a:off x="462648" y="6464153"/>
              <a:ext cx="230331" cy="230635"/>
              <a:chOff x="5732462" y="3067050"/>
              <a:chExt cx="722947" cy="723900"/>
            </a:xfrm>
          </p:grpSpPr>
          <p:sp>
            <p:nvSpPr>
              <p:cNvPr id="1088" name="Google Shape;1088;p26"/>
              <p:cNvSpPr/>
              <p:nvPr/>
            </p:nvSpPr>
            <p:spPr>
              <a:xfrm>
                <a:off x="5732462" y="3067050"/>
                <a:ext cx="603885" cy="723900"/>
              </a:xfrm>
              <a:custGeom>
                <a:rect b="b" l="l" r="r" t="t"/>
                <a:pathLst>
                  <a:path extrusionOk="0" h="723900" w="603885">
                    <a:moveTo>
                      <a:pt x="342900" y="0"/>
                    </a:moveTo>
                    <a:cubicBezTo>
                      <a:pt x="152400" y="9525"/>
                      <a:pt x="0" y="169545"/>
                      <a:pt x="0" y="361950"/>
                    </a:cubicBezTo>
                    <a:cubicBezTo>
                      <a:pt x="0" y="561975"/>
                      <a:pt x="161925" y="723900"/>
                      <a:pt x="361950" y="723900"/>
                    </a:cubicBezTo>
                    <a:cubicBezTo>
                      <a:pt x="452438" y="723900"/>
                      <a:pt x="537210" y="691515"/>
                      <a:pt x="603885" y="630555"/>
                    </a:cubicBezTo>
                    <a:lnTo>
                      <a:pt x="342900" y="369570"/>
                    </a:lnTo>
                    <a:lnTo>
                      <a:pt x="342900"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89" name="Google Shape;1089;p26"/>
              <p:cNvSpPr/>
              <p:nvPr/>
            </p:nvSpPr>
            <p:spPr>
              <a:xfrm>
                <a:off x="6113462" y="3067050"/>
                <a:ext cx="341947" cy="342900"/>
              </a:xfrm>
              <a:custGeom>
                <a:rect b="b" l="l" r="r" t="t"/>
                <a:pathLst>
                  <a:path extrusionOk="0" h="342900" w="341947">
                    <a:moveTo>
                      <a:pt x="0" y="0"/>
                    </a:moveTo>
                    <a:lnTo>
                      <a:pt x="0" y="342900"/>
                    </a:lnTo>
                    <a:lnTo>
                      <a:pt x="341948" y="342900"/>
                    </a:lnTo>
                    <a:cubicBezTo>
                      <a:pt x="332423" y="157163"/>
                      <a:pt x="184785" y="9525"/>
                      <a:pt x="0"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90" name="Google Shape;1090;p26"/>
              <p:cNvSpPr/>
              <p:nvPr/>
            </p:nvSpPr>
            <p:spPr>
              <a:xfrm>
                <a:off x="6140131" y="3448050"/>
                <a:ext cx="315277" cy="222885"/>
              </a:xfrm>
              <a:custGeom>
                <a:rect b="b" l="l" r="r" t="t"/>
                <a:pathLst>
                  <a:path extrusionOk="0" h="222885" w="315277">
                    <a:moveTo>
                      <a:pt x="0" y="0"/>
                    </a:moveTo>
                    <a:lnTo>
                      <a:pt x="222885" y="222885"/>
                    </a:lnTo>
                    <a:cubicBezTo>
                      <a:pt x="279083" y="160973"/>
                      <a:pt x="311468" y="82868"/>
                      <a:pt x="315278" y="0"/>
                    </a:cubicBezTo>
                    <a:lnTo>
                      <a:pt x="0"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1091" name="Google Shape;1091;p26"/>
          <p:cNvGrpSpPr/>
          <p:nvPr/>
        </p:nvGrpSpPr>
        <p:grpSpPr>
          <a:xfrm>
            <a:off x="7845732" y="-739564"/>
            <a:ext cx="2131200" cy="1841257"/>
            <a:chOff x="8994775" y="-1887538"/>
            <a:chExt cx="4159251" cy="3594100"/>
          </a:xfrm>
        </p:grpSpPr>
        <p:sp>
          <p:nvSpPr>
            <p:cNvPr id="1092" name="Google Shape;1092;p26"/>
            <p:cNvSpPr/>
            <p:nvPr/>
          </p:nvSpPr>
          <p:spPr>
            <a:xfrm>
              <a:off x="11858625" y="1566862"/>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93" name="Google Shape;1093;p26"/>
            <p:cNvSpPr/>
            <p:nvPr/>
          </p:nvSpPr>
          <p:spPr>
            <a:xfrm>
              <a:off x="12126913" y="1668462"/>
              <a:ext cx="42863" cy="38100"/>
            </a:xfrm>
            <a:custGeom>
              <a:rect b="b" l="l" r="r" t="t"/>
              <a:pathLst>
                <a:path extrusionOk="0" h="9" w="10">
                  <a:moveTo>
                    <a:pt x="3"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94" name="Google Shape;1094;p26"/>
            <p:cNvSpPr/>
            <p:nvPr/>
          </p:nvSpPr>
          <p:spPr>
            <a:xfrm>
              <a:off x="12241213" y="1562100"/>
              <a:ext cx="42863" cy="38100"/>
            </a:xfrm>
            <a:custGeom>
              <a:rect b="b" l="l" r="r" t="t"/>
              <a:pathLst>
                <a:path extrusionOk="0" h="9" w="10">
                  <a:moveTo>
                    <a:pt x="3" y="2"/>
                  </a:moveTo>
                  <a:cubicBezTo>
                    <a:pt x="2" y="2"/>
                    <a:pt x="2" y="2"/>
                    <a:pt x="2" y="2"/>
                  </a:cubicBezTo>
                  <a:cubicBezTo>
                    <a:pt x="1" y="4"/>
                    <a:pt x="0" y="6"/>
                    <a:pt x="2" y="8"/>
                  </a:cubicBezTo>
                  <a:cubicBezTo>
                    <a:pt x="3" y="9"/>
                    <a:pt x="4" y="9"/>
                    <a:pt x="5" y="9"/>
                  </a:cubicBezTo>
                  <a:cubicBezTo>
                    <a:pt x="6" y="9"/>
                    <a:pt x="7" y="9"/>
                    <a:pt x="8" y="8"/>
                  </a:cubicBezTo>
                  <a:cubicBezTo>
                    <a:pt x="9" y="8"/>
                    <a:pt x="9" y="8"/>
                    <a:pt x="9"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95" name="Google Shape;1095;p26"/>
            <p:cNvSpPr/>
            <p:nvPr/>
          </p:nvSpPr>
          <p:spPr>
            <a:xfrm>
              <a:off x="12539663" y="1638300"/>
              <a:ext cx="42863" cy="42863"/>
            </a:xfrm>
            <a:custGeom>
              <a:rect b="b" l="l" r="r" t="t"/>
              <a:pathLst>
                <a:path extrusionOk="0" h="10" w="10">
                  <a:moveTo>
                    <a:pt x="2"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96" name="Google Shape;1096;p26"/>
            <p:cNvSpPr/>
            <p:nvPr/>
          </p:nvSpPr>
          <p:spPr>
            <a:xfrm>
              <a:off x="9351963" y="-1016000"/>
              <a:ext cx="4763" cy="17463"/>
            </a:xfrm>
            <a:custGeom>
              <a:rect b="b" l="l" r="r" t="t"/>
              <a:pathLst>
                <a:path extrusionOk="0" h="4" w="1">
                  <a:moveTo>
                    <a:pt x="1" y="4"/>
                  </a:moveTo>
                  <a:cubicBezTo>
                    <a:pt x="1" y="3"/>
                    <a:pt x="0" y="1"/>
                    <a:pt x="0" y="0"/>
                  </a:cubicBezTo>
                  <a:cubicBezTo>
                    <a:pt x="0" y="1"/>
                    <a:pt x="0" y="3"/>
                    <a:pt x="1" y="4"/>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97" name="Google Shape;1097;p26"/>
            <p:cNvSpPr/>
            <p:nvPr/>
          </p:nvSpPr>
          <p:spPr>
            <a:xfrm>
              <a:off x="10264775" y="1306512"/>
              <a:ext cx="12700" cy="4763"/>
            </a:xfrm>
            <a:custGeom>
              <a:rect b="b" l="l" r="r" t="t"/>
              <a:pathLst>
                <a:path extrusionOk="0" h="1" w="3">
                  <a:moveTo>
                    <a:pt x="1" y="1"/>
                  </a:moveTo>
                  <a:cubicBezTo>
                    <a:pt x="2" y="1"/>
                    <a:pt x="3" y="1"/>
                    <a:pt x="3" y="0"/>
                  </a:cubicBezTo>
                  <a:cubicBezTo>
                    <a:pt x="2" y="0"/>
                    <a:pt x="1" y="1"/>
                    <a:pt x="0" y="1"/>
                  </a:cubicBezTo>
                  <a:lnTo>
                    <a:pt x="1" y="1"/>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98" name="Google Shape;1098;p26"/>
            <p:cNvSpPr/>
            <p:nvPr/>
          </p:nvSpPr>
          <p:spPr>
            <a:xfrm>
              <a:off x="9566275" y="-1568450"/>
              <a:ext cx="42863"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099" name="Google Shape;1099;p26"/>
            <p:cNvSpPr/>
            <p:nvPr/>
          </p:nvSpPr>
          <p:spPr>
            <a:xfrm>
              <a:off x="9680575" y="-1674813"/>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0" name="Google Shape;1100;p26"/>
            <p:cNvSpPr/>
            <p:nvPr/>
          </p:nvSpPr>
          <p:spPr>
            <a:xfrm>
              <a:off x="9915525" y="-1887538"/>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1" name="Google Shape;1101;p26"/>
            <p:cNvSpPr/>
            <p:nvPr/>
          </p:nvSpPr>
          <p:spPr>
            <a:xfrm>
              <a:off x="9799638" y="-1781175"/>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2" name="Google Shape;1102;p26"/>
            <p:cNvSpPr/>
            <p:nvPr/>
          </p:nvSpPr>
          <p:spPr>
            <a:xfrm>
              <a:off x="9447213" y="-1462088"/>
              <a:ext cx="41275" cy="38100"/>
            </a:xfrm>
            <a:custGeom>
              <a:rect b="b" l="l" r="r" t="t"/>
              <a:pathLst>
                <a:path extrusionOk="0" h="9" w="10">
                  <a:moveTo>
                    <a:pt x="5" y="9"/>
                  </a:moveTo>
                  <a:cubicBezTo>
                    <a:pt x="6" y="9"/>
                    <a:pt x="7"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3" name="Google Shape;1103;p26"/>
            <p:cNvSpPr/>
            <p:nvPr/>
          </p:nvSpPr>
          <p:spPr>
            <a:xfrm>
              <a:off x="10290175" y="-1879600"/>
              <a:ext cx="42863" cy="39688"/>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4" name="Google Shape;1104;p26"/>
            <p:cNvSpPr/>
            <p:nvPr/>
          </p:nvSpPr>
          <p:spPr>
            <a:xfrm>
              <a:off x="10171113" y="-1773238"/>
              <a:ext cx="42863" cy="39688"/>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5" name="Google Shape;1105;p26"/>
            <p:cNvSpPr/>
            <p:nvPr/>
          </p:nvSpPr>
          <p:spPr>
            <a:xfrm>
              <a:off x="9351963" y="-1028700"/>
              <a:ext cx="39688" cy="38100"/>
            </a:xfrm>
            <a:custGeom>
              <a:rect b="b" l="l" r="r" t="t"/>
              <a:pathLst>
                <a:path extrusionOk="0" h="9" w="9">
                  <a:moveTo>
                    <a:pt x="4" y="9"/>
                  </a:moveTo>
                  <a:cubicBezTo>
                    <a:pt x="5" y="9"/>
                    <a:pt x="6" y="8"/>
                    <a:pt x="7" y="8"/>
                  </a:cubicBezTo>
                  <a:cubicBezTo>
                    <a:pt x="8" y="7"/>
                    <a:pt x="8" y="7"/>
                    <a:pt x="8" y="7"/>
                  </a:cubicBezTo>
                  <a:cubicBezTo>
                    <a:pt x="9" y="6"/>
                    <a:pt x="9" y="3"/>
                    <a:pt x="8" y="1"/>
                  </a:cubicBezTo>
                  <a:cubicBezTo>
                    <a:pt x="6" y="0"/>
                    <a:pt x="4" y="0"/>
                    <a:pt x="2" y="1"/>
                  </a:cubicBezTo>
                  <a:cubicBezTo>
                    <a:pt x="1" y="2"/>
                    <a:pt x="1" y="2"/>
                    <a:pt x="1" y="2"/>
                  </a:cubicBezTo>
                  <a:cubicBezTo>
                    <a:pt x="1" y="2"/>
                    <a:pt x="1" y="3"/>
                    <a:pt x="0" y="3"/>
                  </a:cubicBezTo>
                  <a:cubicBezTo>
                    <a:pt x="0" y="4"/>
                    <a:pt x="1" y="6"/>
                    <a:pt x="1" y="7"/>
                  </a:cubicBezTo>
                  <a:cubicBezTo>
                    <a:pt x="1" y="8"/>
                    <a:pt x="1" y="8"/>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6" name="Google Shape;1106;p26"/>
            <p:cNvSpPr/>
            <p:nvPr/>
          </p:nvSpPr>
          <p:spPr>
            <a:xfrm>
              <a:off x="9467850" y="-1135063"/>
              <a:ext cx="42863" cy="38100"/>
            </a:xfrm>
            <a:custGeom>
              <a:rect b="b" l="l" r="r" t="t"/>
              <a:pathLst>
                <a:path extrusionOk="0" h="9" w="10">
                  <a:moveTo>
                    <a:pt x="2" y="2"/>
                  </a:moveTo>
                  <a:cubicBezTo>
                    <a:pt x="0" y="3"/>
                    <a:pt x="0" y="6"/>
                    <a:pt x="2" y="8"/>
                  </a:cubicBezTo>
                  <a:cubicBezTo>
                    <a:pt x="2" y="8"/>
                    <a:pt x="3" y="9"/>
                    <a:pt x="4" y="9"/>
                  </a:cubicBezTo>
                  <a:cubicBezTo>
                    <a:pt x="5" y="9"/>
                    <a:pt x="6" y="8"/>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7" name="Google Shape;1107;p26"/>
            <p:cNvSpPr/>
            <p:nvPr/>
          </p:nvSpPr>
          <p:spPr>
            <a:xfrm>
              <a:off x="9702800" y="-1347788"/>
              <a:ext cx="41275" cy="38100"/>
            </a:xfrm>
            <a:custGeom>
              <a:rect b="b" l="l" r="r" t="t"/>
              <a:pathLst>
                <a:path extrusionOk="0" h="9" w="10">
                  <a:moveTo>
                    <a:pt x="2" y="2"/>
                  </a:moveTo>
                  <a:cubicBezTo>
                    <a:pt x="0" y="3"/>
                    <a:pt x="0" y="6"/>
                    <a:pt x="2" y="8"/>
                  </a:cubicBezTo>
                  <a:cubicBezTo>
                    <a:pt x="2" y="8"/>
                    <a:pt x="4" y="9"/>
                    <a:pt x="5" y="9"/>
                  </a:cubicBezTo>
                  <a:cubicBezTo>
                    <a:pt x="6" y="9"/>
                    <a:pt x="7" y="8"/>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8" name="Google Shape;1108;p26"/>
            <p:cNvSpPr/>
            <p:nvPr/>
          </p:nvSpPr>
          <p:spPr>
            <a:xfrm>
              <a:off x="9936163" y="-1560513"/>
              <a:ext cx="42863" cy="39688"/>
            </a:xfrm>
            <a:custGeom>
              <a:rect b="b" l="l" r="r" t="t"/>
              <a:pathLst>
                <a:path extrusionOk="0" h="9" w="10">
                  <a:moveTo>
                    <a:pt x="2" y="2"/>
                  </a:move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09" name="Google Shape;1109;p26"/>
            <p:cNvSpPr/>
            <p:nvPr/>
          </p:nvSpPr>
          <p:spPr>
            <a:xfrm>
              <a:off x="9821863" y="-1454150"/>
              <a:ext cx="38100" cy="38100"/>
            </a:xfrm>
            <a:custGeom>
              <a:rect b="b" l="l" r="r" t="t"/>
              <a:pathLst>
                <a:path extrusionOk="0" h="9" w="9">
                  <a:moveTo>
                    <a:pt x="1" y="2"/>
                  </a:moveTo>
                  <a:cubicBezTo>
                    <a:pt x="0" y="3"/>
                    <a:pt x="0" y="6"/>
                    <a:pt x="1" y="8"/>
                  </a:cubicBezTo>
                  <a:cubicBezTo>
                    <a:pt x="2" y="8"/>
                    <a:pt x="3" y="9"/>
                    <a:pt x="4" y="9"/>
                  </a:cubicBezTo>
                  <a:cubicBezTo>
                    <a:pt x="5" y="9"/>
                    <a:pt x="6" y="8"/>
                    <a:pt x="7" y="8"/>
                  </a:cubicBezTo>
                  <a:cubicBezTo>
                    <a:pt x="8" y="7"/>
                    <a:pt x="8" y="7"/>
                    <a:pt x="8" y="7"/>
                  </a:cubicBezTo>
                  <a:cubicBezTo>
                    <a:pt x="9" y="6"/>
                    <a:pt x="9" y="3"/>
                    <a:pt x="8" y="1"/>
                  </a:cubicBezTo>
                  <a:cubicBezTo>
                    <a:pt x="7" y="0"/>
                    <a:pt x="4" y="0"/>
                    <a:pt x="2" y="1"/>
                  </a:cubicBezTo>
                  <a:lnTo>
                    <a:pt x="1"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0" name="Google Shape;1110;p26"/>
            <p:cNvSpPr/>
            <p:nvPr/>
          </p:nvSpPr>
          <p:spPr>
            <a:xfrm>
              <a:off x="9586913" y="-1241425"/>
              <a:ext cx="38100" cy="38100"/>
            </a:xfrm>
            <a:custGeom>
              <a:rect b="b" l="l" r="r" t="t"/>
              <a:pathLst>
                <a:path extrusionOk="0" h="9" w="9">
                  <a:moveTo>
                    <a:pt x="1" y="2"/>
                  </a:moveTo>
                  <a:cubicBezTo>
                    <a:pt x="0" y="3"/>
                    <a:pt x="0" y="6"/>
                    <a:pt x="1" y="8"/>
                  </a:cubicBezTo>
                  <a:cubicBezTo>
                    <a:pt x="2" y="8"/>
                    <a:pt x="3" y="9"/>
                    <a:pt x="4" y="9"/>
                  </a:cubicBezTo>
                  <a:cubicBezTo>
                    <a:pt x="5" y="9"/>
                    <a:pt x="6" y="8"/>
                    <a:pt x="7" y="8"/>
                  </a:cubicBezTo>
                  <a:cubicBezTo>
                    <a:pt x="8" y="7"/>
                    <a:pt x="8" y="7"/>
                    <a:pt x="8" y="7"/>
                  </a:cubicBezTo>
                  <a:cubicBezTo>
                    <a:pt x="9" y="5"/>
                    <a:pt x="9" y="3"/>
                    <a:pt x="8" y="1"/>
                  </a:cubicBezTo>
                  <a:cubicBezTo>
                    <a:pt x="6" y="0"/>
                    <a:pt x="4" y="0"/>
                    <a:pt x="2" y="1"/>
                  </a:cubicBezTo>
                  <a:lnTo>
                    <a:pt x="1"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1" name="Google Shape;1111;p26"/>
            <p:cNvSpPr/>
            <p:nvPr/>
          </p:nvSpPr>
          <p:spPr>
            <a:xfrm>
              <a:off x="10055225" y="-1666875"/>
              <a:ext cx="42863" cy="39688"/>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2" name="Google Shape;1112;p26"/>
            <p:cNvSpPr/>
            <p:nvPr/>
          </p:nvSpPr>
          <p:spPr>
            <a:xfrm>
              <a:off x="9779000" y="-1074738"/>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3" name="Google Shape;1113;p26"/>
            <p:cNvSpPr/>
            <p:nvPr/>
          </p:nvSpPr>
          <p:spPr>
            <a:xfrm>
              <a:off x="10013950" y="-1287463"/>
              <a:ext cx="41275" cy="42863"/>
            </a:xfrm>
            <a:custGeom>
              <a:rect b="b" l="l" r="r" t="t"/>
              <a:pathLst>
                <a:path extrusionOk="0" h="10" w="10">
                  <a:moveTo>
                    <a:pt x="5" y="10"/>
                  </a:moveTo>
                  <a:cubicBezTo>
                    <a:pt x="6" y="10"/>
                    <a:pt x="7" y="9"/>
                    <a:pt x="8" y="8"/>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4" name="Google Shape;1114;p26"/>
            <p:cNvSpPr/>
            <p:nvPr/>
          </p:nvSpPr>
          <p:spPr>
            <a:xfrm>
              <a:off x="10601325" y="-1819275"/>
              <a:ext cx="42863" cy="42863"/>
            </a:xfrm>
            <a:custGeom>
              <a:rect b="b" l="l" r="r" t="t"/>
              <a:pathLst>
                <a:path extrusionOk="0" h="10" w="10">
                  <a:moveTo>
                    <a:pt x="5"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5" name="Google Shape;1115;p26"/>
            <p:cNvSpPr/>
            <p:nvPr/>
          </p:nvSpPr>
          <p:spPr>
            <a:xfrm>
              <a:off x="9898063" y="-1181100"/>
              <a:ext cx="42863" cy="42863"/>
            </a:xfrm>
            <a:custGeom>
              <a:rect b="b" l="l" r="r" t="t"/>
              <a:pathLst>
                <a:path extrusionOk="0" h="10" w="10">
                  <a:moveTo>
                    <a:pt x="4" y="10"/>
                  </a:moveTo>
                  <a:cubicBezTo>
                    <a:pt x="5" y="10"/>
                    <a:pt x="6" y="9"/>
                    <a:pt x="7" y="8"/>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6" name="Google Shape;1116;p26"/>
            <p:cNvSpPr/>
            <p:nvPr/>
          </p:nvSpPr>
          <p:spPr>
            <a:xfrm>
              <a:off x="10247313" y="-1500188"/>
              <a:ext cx="42863" cy="42863"/>
            </a:xfrm>
            <a:custGeom>
              <a:rect b="b" l="l" r="r" t="t"/>
              <a:pathLst>
                <a:path extrusionOk="0" h="10" w="10">
                  <a:moveTo>
                    <a:pt x="5" y="10"/>
                  </a:moveTo>
                  <a:cubicBezTo>
                    <a:pt x="6" y="10"/>
                    <a:pt x="7" y="9"/>
                    <a:pt x="8" y="8"/>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7" name="Google Shape;1117;p26"/>
            <p:cNvSpPr/>
            <p:nvPr/>
          </p:nvSpPr>
          <p:spPr>
            <a:xfrm>
              <a:off x="10366375" y="-1606550"/>
              <a:ext cx="42863" cy="42863"/>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8" name="Google Shape;1118;p26"/>
            <p:cNvSpPr/>
            <p:nvPr/>
          </p:nvSpPr>
          <p:spPr>
            <a:xfrm>
              <a:off x="9663113" y="-968375"/>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19" name="Google Shape;1119;p26"/>
            <p:cNvSpPr/>
            <p:nvPr/>
          </p:nvSpPr>
          <p:spPr>
            <a:xfrm>
              <a:off x="10133013" y="-1393825"/>
              <a:ext cx="42863" cy="42863"/>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0" name="Google Shape;1120;p26"/>
            <p:cNvSpPr/>
            <p:nvPr/>
          </p:nvSpPr>
          <p:spPr>
            <a:xfrm>
              <a:off x="9429750" y="-755650"/>
              <a:ext cx="38100" cy="42863"/>
            </a:xfrm>
            <a:custGeom>
              <a:rect b="b" l="l" r="r" t="t"/>
              <a:pathLst>
                <a:path extrusionOk="0" h="10" w="9">
                  <a:moveTo>
                    <a:pt x="8" y="8"/>
                  </a:moveTo>
                  <a:cubicBezTo>
                    <a:pt x="9" y="6"/>
                    <a:pt x="9" y="4"/>
                    <a:pt x="8" y="2"/>
                  </a:cubicBezTo>
                  <a:cubicBezTo>
                    <a:pt x="6" y="0"/>
                    <a:pt x="4" y="0"/>
                    <a:pt x="2" y="2"/>
                  </a:cubicBezTo>
                  <a:cubicBezTo>
                    <a:pt x="1" y="3"/>
                    <a:pt x="1" y="3"/>
                    <a:pt x="1"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1" name="Google Shape;1121;p26"/>
            <p:cNvSpPr/>
            <p:nvPr/>
          </p:nvSpPr>
          <p:spPr>
            <a:xfrm>
              <a:off x="9544050" y="-862013"/>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2" name="Google Shape;1122;p26"/>
            <p:cNvSpPr/>
            <p:nvPr/>
          </p:nvSpPr>
          <p:spPr>
            <a:xfrm>
              <a:off x="10487025" y="-1712913"/>
              <a:ext cx="38100" cy="42863"/>
            </a:xfrm>
            <a:custGeom>
              <a:rect b="b" l="l" r="r" t="t"/>
              <a:pathLst>
                <a:path extrusionOk="0" h="10" w="9">
                  <a:moveTo>
                    <a:pt x="4" y="10"/>
                  </a:moveTo>
                  <a:cubicBezTo>
                    <a:pt x="5" y="10"/>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3" name="Google Shape;1123;p26"/>
            <p:cNvSpPr/>
            <p:nvPr/>
          </p:nvSpPr>
          <p:spPr>
            <a:xfrm>
              <a:off x="10634663" y="-1504950"/>
              <a:ext cx="42863" cy="42863"/>
            </a:xfrm>
            <a:custGeom>
              <a:rect b="b" l="l" r="r" t="t"/>
              <a:pathLst>
                <a:path extrusionOk="0" h="10" w="10">
                  <a:moveTo>
                    <a:pt x="2" y="8"/>
                  </a:move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4" name="Google Shape;1124;p26"/>
            <p:cNvSpPr/>
            <p:nvPr/>
          </p:nvSpPr>
          <p:spPr>
            <a:xfrm>
              <a:off x="10755313" y="-1611313"/>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5" name="Google Shape;1125;p26"/>
            <p:cNvSpPr/>
            <p:nvPr/>
          </p:nvSpPr>
          <p:spPr>
            <a:xfrm>
              <a:off x="9463088" y="-441325"/>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6" name="Google Shape;1126;p26"/>
            <p:cNvSpPr/>
            <p:nvPr/>
          </p:nvSpPr>
          <p:spPr>
            <a:xfrm>
              <a:off x="10166350" y="-1079500"/>
              <a:ext cx="42863" cy="42863"/>
            </a:xfrm>
            <a:custGeom>
              <a:rect b="b" l="l" r="r" t="t"/>
              <a:pathLst>
                <a:path extrusionOk="0" h="10" w="10">
                  <a:moveTo>
                    <a:pt x="1" y="8"/>
                  </a:move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7" name="Google Shape;1127;p26"/>
            <p:cNvSpPr/>
            <p:nvPr/>
          </p:nvSpPr>
          <p:spPr>
            <a:xfrm>
              <a:off x="9932988" y="-866775"/>
              <a:ext cx="41275"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8" name="Google Shape;1128;p26"/>
            <p:cNvSpPr/>
            <p:nvPr/>
          </p:nvSpPr>
          <p:spPr>
            <a:xfrm>
              <a:off x="10282238" y="-1185863"/>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29" name="Google Shape;1129;p26"/>
            <p:cNvSpPr/>
            <p:nvPr/>
          </p:nvSpPr>
          <p:spPr>
            <a:xfrm>
              <a:off x="10047288" y="-973138"/>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0" name="Google Shape;1130;p26"/>
            <p:cNvSpPr/>
            <p:nvPr/>
          </p:nvSpPr>
          <p:spPr>
            <a:xfrm>
              <a:off x="10515600" y="-1398588"/>
              <a:ext cx="42863" cy="42863"/>
            </a:xfrm>
            <a:custGeom>
              <a:rect b="b" l="l" r="r" t="t"/>
              <a:pathLst>
                <a:path extrusionOk="0" h="10" w="10">
                  <a:moveTo>
                    <a:pt x="2" y="8"/>
                  </a:moveTo>
                  <a:cubicBezTo>
                    <a:pt x="3" y="9"/>
                    <a:pt x="4" y="10"/>
                    <a:pt x="5" y="10"/>
                  </a:cubicBezTo>
                  <a:cubicBezTo>
                    <a:pt x="6" y="10"/>
                    <a:pt x="7" y="9"/>
                    <a:pt x="8" y="8"/>
                  </a:cubicBezTo>
                  <a:cubicBezTo>
                    <a:pt x="9" y="8"/>
                    <a:pt x="9" y="8"/>
                    <a:pt x="9" y="8"/>
                  </a:cubicBezTo>
                  <a:cubicBezTo>
                    <a:pt x="10" y="6"/>
                    <a:pt x="10" y="4"/>
                    <a:pt x="9" y="2"/>
                  </a:cubicBezTo>
                  <a:cubicBezTo>
                    <a:pt x="7" y="0"/>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1" name="Google Shape;1131;p26"/>
            <p:cNvSpPr/>
            <p:nvPr/>
          </p:nvSpPr>
          <p:spPr>
            <a:xfrm>
              <a:off x="10869613" y="-1717675"/>
              <a:ext cx="42863" cy="38100"/>
            </a:xfrm>
            <a:custGeom>
              <a:rect b="b" l="l" r="r" t="t"/>
              <a:pathLst>
                <a:path extrusionOk="0" h="9" w="10">
                  <a:moveTo>
                    <a:pt x="5" y="9"/>
                  </a:moveTo>
                  <a:cubicBezTo>
                    <a:pt x="6" y="9"/>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2" name="Google Shape;1132;p26"/>
            <p:cNvSpPr/>
            <p:nvPr/>
          </p:nvSpPr>
          <p:spPr>
            <a:xfrm>
              <a:off x="9698038" y="-654050"/>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0"/>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3" name="Google Shape;1133;p26"/>
            <p:cNvSpPr/>
            <p:nvPr/>
          </p:nvSpPr>
          <p:spPr>
            <a:xfrm>
              <a:off x="10401300" y="-1292225"/>
              <a:ext cx="42863" cy="42863"/>
            </a:xfrm>
            <a:custGeom>
              <a:rect b="b" l="l" r="r" t="t"/>
              <a:pathLst>
                <a:path extrusionOk="0" h="10" w="10">
                  <a:moveTo>
                    <a:pt x="1" y="8"/>
                  </a:move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4" name="Google Shape;1134;p26"/>
            <p:cNvSpPr/>
            <p:nvPr/>
          </p:nvSpPr>
          <p:spPr>
            <a:xfrm>
              <a:off x="9578975" y="-547688"/>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5" name="Google Shape;1135;p26"/>
            <p:cNvSpPr/>
            <p:nvPr/>
          </p:nvSpPr>
          <p:spPr>
            <a:xfrm>
              <a:off x="9812338" y="-760413"/>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6" name="Google Shape;1136;p26"/>
            <p:cNvSpPr/>
            <p:nvPr/>
          </p:nvSpPr>
          <p:spPr>
            <a:xfrm>
              <a:off x="10580688" y="-1104900"/>
              <a:ext cx="41275" cy="38100"/>
            </a:xfrm>
            <a:custGeom>
              <a:rect b="b" l="l" r="r" t="t"/>
              <a:pathLst>
                <a:path extrusionOk="0" h="9" w="10">
                  <a:moveTo>
                    <a:pt x="4" y="9"/>
                  </a:moveTo>
                  <a:cubicBezTo>
                    <a:pt x="5" y="9"/>
                    <a:pt x="6" y="8"/>
                    <a:pt x="7" y="8"/>
                  </a:cubicBezTo>
                  <a:cubicBezTo>
                    <a:pt x="8" y="7"/>
                    <a:pt x="8" y="7"/>
                    <a:pt x="8" y="7"/>
                  </a:cubicBezTo>
                  <a:cubicBezTo>
                    <a:pt x="9" y="5"/>
                    <a:pt x="10" y="3"/>
                    <a:pt x="8" y="1"/>
                  </a:cubicBezTo>
                  <a:cubicBezTo>
                    <a:pt x="7" y="0"/>
                    <a:pt x="4" y="0"/>
                    <a:pt x="2" y="1"/>
                  </a:cubicBezTo>
                  <a:cubicBezTo>
                    <a:pt x="2" y="2"/>
                    <a:pt x="2" y="2"/>
                    <a:pt x="2"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7" name="Google Shape;1137;p26"/>
            <p:cNvSpPr/>
            <p:nvPr/>
          </p:nvSpPr>
          <p:spPr>
            <a:xfrm>
              <a:off x="9420225" y="-41275"/>
              <a:ext cx="26988" cy="38100"/>
            </a:xfrm>
            <a:custGeom>
              <a:rect b="b" l="l" r="r" t="t"/>
              <a:pathLst>
                <a:path extrusionOk="0" h="9" w="6">
                  <a:moveTo>
                    <a:pt x="4" y="8"/>
                  </a:moveTo>
                  <a:cubicBezTo>
                    <a:pt x="5" y="7"/>
                    <a:pt x="5" y="7"/>
                    <a:pt x="5" y="7"/>
                  </a:cubicBezTo>
                  <a:cubicBezTo>
                    <a:pt x="6" y="6"/>
                    <a:pt x="6" y="3"/>
                    <a:pt x="5" y="1"/>
                  </a:cubicBezTo>
                  <a:cubicBezTo>
                    <a:pt x="4" y="1"/>
                    <a:pt x="3" y="0"/>
                    <a:pt x="2" y="0"/>
                  </a:cubicBezTo>
                  <a:cubicBezTo>
                    <a:pt x="2" y="1"/>
                    <a:pt x="2" y="2"/>
                    <a:pt x="1" y="3"/>
                  </a:cubicBezTo>
                  <a:cubicBezTo>
                    <a:pt x="1" y="5"/>
                    <a:pt x="0" y="7"/>
                    <a:pt x="0" y="9"/>
                  </a:cubicBezTo>
                  <a:cubicBezTo>
                    <a:pt x="0" y="9"/>
                    <a:pt x="0" y="9"/>
                    <a:pt x="1" y="9"/>
                  </a:cubicBezTo>
                  <a:cubicBezTo>
                    <a:pt x="2" y="9"/>
                    <a:pt x="3" y="9"/>
                    <a:pt x="4"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8" name="Google Shape;1138;p26"/>
            <p:cNvSpPr/>
            <p:nvPr/>
          </p:nvSpPr>
          <p:spPr>
            <a:xfrm>
              <a:off x="11163300" y="-1641475"/>
              <a:ext cx="42863" cy="42863"/>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39" name="Google Shape;1139;p26"/>
            <p:cNvSpPr/>
            <p:nvPr/>
          </p:nvSpPr>
          <p:spPr>
            <a:xfrm>
              <a:off x="10929938" y="-1428750"/>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0" name="Google Shape;1140;p26"/>
            <p:cNvSpPr/>
            <p:nvPr/>
          </p:nvSpPr>
          <p:spPr>
            <a:xfrm>
              <a:off x="10694988" y="-1216025"/>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1" name="Google Shape;1141;p26"/>
            <p:cNvSpPr/>
            <p:nvPr/>
          </p:nvSpPr>
          <p:spPr>
            <a:xfrm>
              <a:off x="10814050" y="-1322388"/>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2" name="Google Shape;1142;p26"/>
            <p:cNvSpPr/>
            <p:nvPr/>
          </p:nvSpPr>
          <p:spPr>
            <a:xfrm>
              <a:off x="9642475" y="-25400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3" name="Google Shape;1143;p26"/>
            <p:cNvSpPr/>
            <p:nvPr/>
          </p:nvSpPr>
          <p:spPr>
            <a:xfrm>
              <a:off x="11049000" y="-1535113"/>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4" name="Google Shape;1144;p26"/>
            <p:cNvSpPr/>
            <p:nvPr/>
          </p:nvSpPr>
          <p:spPr>
            <a:xfrm>
              <a:off x="9756775" y="-360363"/>
              <a:ext cx="42863" cy="38100"/>
            </a:xfrm>
            <a:custGeom>
              <a:rect b="b" l="l" r="r" t="t"/>
              <a:pathLst>
                <a:path extrusionOk="0" h="9" w="10">
                  <a:moveTo>
                    <a:pt x="5"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5" name="Google Shape;1145;p26"/>
            <p:cNvSpPr/>
            <p:nvPr/>
          </p:nvSpPr>
          <p:spPr>
            <a:xfrm>
              <a:off x="9877425" y="-466725"/>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6" name="Google Shape;1146;p26"/>
            <p:cNvSpPr/>
            <p:nvPr/>
          </p:nvSpPr>
          <p:spPr>
            <a:xfrm>
              <a:off x="10460038" y="-998538"/>
              <a:ext cx="42863" cy="38100"/>
            </a:xfrm>
            <a:custGeom>
              <a:rect b="b" l="l" r="r" t="t"/>
              <a:pathLst>
                <a:path extrusionOk="0" h="9" w="10">
                  <a:moveTo>
                    <a:pt x="5" y="9"/>
                  </a:moveTo>
                  <a:cubicBezTo>
                    <a:pt x="6" y="9"/>
                    <a:pt x="7" y="8"/>
                    <a:pt x="7" y="8"/>
                  </a:cubicBezTo>
                  <a:cubicBezTo>
                    <a:pt x="8" y="7"/>
                    <a:pt x="8" y="7"/>
                    <a:pt x="8" y="7"/>
                  </a:cubicBezTo>
                  <a:cubicBezTo>
                    <a:pt x="10" y="5"/>
                    <a:pt x="10" y="3"/>
                    <a:pt x="9" y="1"/>
                  </a:cubicBezTo>
                  <a:cubicBezTo>
                    <a:pt x="7" y="0"/>
                    <a:pt x="4" y="0"/>
                    <a:pt x="3" y="1"/>
                  </a:cubicBezTo>
                  <a:cubicBezTo>
                    <a:pt x="2" y="2"/>
                    <a:pt x="2" y="2"/>
                    <a:pt x="2" y="2"/>
                  </a:cubicBezTo>
                  <a:cubicBezTo>
                    <a:pt x="0"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7" name="Google Shape;1147;p26"/>
            <p:cNvSpPr/>
            <p:nvPr/>
          </p:nvSpPr>
          <p:spPr>
            <a:xfrm>
              <a:off x="9523413" y="-147638"/>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8" name="Google Shape;1148;p26"/>
            <p:cNvSpPr/>
            <p:nvPr/>
          </p:nvSpPr>
          <p:spPr>
            <a:xfrm>
              <a:off x="9991725" y="-573088"/>
              <a:ext cx="42863" cy="38100"/>
            </a:xfrm>
            <a:custGeom>
              <a:rect b="b" l="l" r="r" t="t"/>
              <a:pathLst>
                <a:path extrusionOk="0" h="9" w="10">
                  <a:moveTo>
                    <a:pt x="5" y="9"/>
                  </a:moveTo>
                  <a:cubicBezTo>
                    <a:pt x="6"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49" name="Google Shape;1149;p26"/>
            <p:cNvSpPr/>
            <p:nvPr/>
          </p:nvSpPr>
          <p:spPr>
            <a:xfrm>
              <a:off x="10345738" y="-892175"/>
              <a:ext cx="38100" cy="38100"/>
            </a:xfrm>
            <a:custGeom>
              <a:rect b="b" l="l" r="r" t="t"/>
              <a:pathLst>
                <a:path extrusionOk="0" h="9" w="9">
                  <a:moveTo>
                    <a:pt x="4" y="9"/>
                  </a:moveTo>
                  <a:cubicBezTo>
                    <a:pt x="5" y="9"/>
                    <a:pt x="6" y="8"/>
                    <a:pt x="7" y="8"/>
                  </a:cubicBezTo>
                  <a:cubicBezTo>
                    <a:pt x="8" y="7"/>
                    <a:pt x="8" y="7"/>
                    <a:pt x="8" y="7"/>
                  </a:cubicBezTo>
                  <a:cubicBezTo>
                    <a:pt x="9" y="5"/>
                    <a:pt x="9" y="3"/>
                    <a:pt x="8" y="1"/>
                  </a:cubicBezTo>
                  <a:cubicBezTo>
                    <a:pt x="7" y="0"/>
                    <a:pt x="4" y="0"/>
                    <a:pt x="2" y="1"/>
                  </a:cubicBezTo>
                  <a:cubicBezTo>
                    <a:pt x="1" y="2"/>
                    <a:pt x="1" y="2"/>
                    <a:pt x="1"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0" name="Google Shape;1150;p26"/>
            <p:cNvSpPr/>
            <p:nvPr/>
          </p:nvSpPr>
          <p:spPr>
            <a:xfrm>
              <a:off x="10226675" y="-785813"/>
              <a:ext cx="42863" cy="38100"/>
            </a:xfrm>
            <a:custGeom>
              <a:rect b="b" l="l" r="r" t="t"/>
              <a:pathLst>
                <a:path extrusionOk="0" h="9" w="10">
                  <a:moveTo>
                    <a:pt x="5" y="9"/>
                  </a:moveTo>
                  <a:cubicBezTo>
                    <a:pt x="6" y="9"/>
                    <a:pt x="7"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2" y="8"/>
                  </a:cubicBezTo>
                  <a:cubicBezTo>
                    <a:pt x="2"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1" name="Google Shape;1151;p26"/>
            <p:cNvSpPr/>
            <p:nvPr/>
          </p:nvSpPr>
          <p:spPr>
            <a:xfrm>
              <a:off x="10110788" y="-67945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2" name="Google Shape;1152;p26"/>
            <p:cNvSpPr/>
            <p:nvPr/>
          </p:nvSpPr>
          <p:spPr>
            <a:xfrm>
              <a:off x="10171113" y="-390525"/>
              <a:ext cx="38100" cy="42863"/>
            </a:xfrm>
            <a:custGeom>
              <a:rect b="b" l="l" r="r" t="t"/>
              <a:pathLst>
                <a:path extrusionOk="0" h="10" w="9">
                  <a:moveTo>
                    <a:pt x="4" y="10"/>
                  </a:moveTo>
                  <a:cubicBezTo>
                    <a:pt x="5" y="10"/>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3" name="Google Shape;1153;p26"/>
            <p:cNvSpPr/>
            <p:nvPr/>
          </p:nvSpPr>
          <p:spPr>
            <a:xfrm>
              <a:off x="10285413" y="-496888"/>
              <a:ext cx="42863" cy="38100"/>
            </a:xfrm>
            <a:custGeom>
              <a:rect b="b" l="l" r="r" t="t"/>
              <a:pathLst>
                <a:path extrusionOk="0" h="9" w="10">
                  <a:moveTo>
                    <a:pt x="5" y="9"/>
                  </a:moveTo>
                  <a:cubicBezTo>
                    <a:pt x="6" y="9"/>
                    <a:pt x="7" y="9"/>
                    <a:pt x="7" y="8"/>
                  </a:cubicBezTo>
                  <a:cubicBezTo>
                    <a:pt x="8" y="8"/>
                    <a:pt x="8" y="8"/>
                    <a:pt x="8" y="8"/>
                  </a:cubicBezTo>
                  <a:cubicBezTo>
                    <a:pt x="10" y="6"/>
                    <a:pt x="10" y="4"/>
                    <a:pt x="9" y="2"/>
                  </a:cubicBezTo>
                  <a:cubicBezTo>
                    <a:pt x="7" y="0"/>
                    <a:pt x="4" y="0"/>
                    <a:pt x="3" y="2"/>
                  </a:cubicBezTo>
                  <a:cubicBezTo>
                    <a:pt x="2" y="3"/>
                    <a:pt x="2" y="3"/>
                    <a:pt x="2" y="3"/>
                  </a:cubicBezTo>
                  <a:cubicBezTo>
                    <a:pt x="0" y="4"/>
                    <a:pt x="0" y="7"/>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4" name="Google Shape;1154;p26"/>
            <p:cNvSpPr/>
            <p:nvPr/>
          </p:nvSpPr>
          <p:spPr>
            <a:xfrm>
              <a:off x="9467850" y="247650"/>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5" name="Google Shape;1155;p26"/>
            <p:cNvSpPr/>
            <p:nvPr/>
          </p:nvSpPr>
          <p:spPr>
            <a:xfrm>
              <a:off x="9348788" y="354012"/>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6" name="Google Shape;1156;p26"/>
            <p:cNvSpPr/>
            <p:nvPr/>
          </p:nvSpPr>
          <p:spPr>
            <a:xfrm>
              <a:off x="9702800" y="34925"/>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7" name="Google Shape;1157;p26"/>
            <p:cNvSpPr/>
            <p:nvPr/>
          </p:nvSpPr>
          <p:spPr>
            <a:xfrm>
              <a:off x="9936163" y="-177800"/>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8" name="Google Shape;1158;p26"/>
            <p:cNvSpPr/>
            <p:nvPr/>
          </p:nvSpPr>
          <p:spPr>
            <a:xfrm>
              <a:off x="9817100" y="-71438"/>
              <a:ext cx="42863" cy="42863"/>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59" name="Google Shape;1159;p26"/>
            <p:cNvSpPr/>
            <p:nvPr/>
          </p:nvSpPr>
          <p:spPr>
            <a:xfrm>
              <a:off x="10052050" y="-284163"/>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0" name="Google Shape;1160;p26"/>
            <p:cNvSpPr/>
            <p:nvPr/>
          </p:nvSpPr>
          <p:spPr>
            <a:xfrm>
              <a:off x="9582150" y="141287"/>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5"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1" name="Google Shape;1161;p26"/>
            <p:cNvSpPr/>
            <p:nvPr/>
          </p:nvSpPr>
          <p:spPr>
            <a:xfrm>
              <a:off x="10406063" y="-603250"/>
              <a:ext cx="41275" cy="38100"/>
            </a:xfrm>
            <a:custGeom>
              <a:rect b="b" l="l" r="r" t="t"/>
              <a:pathLst>
                <a:path extrusionOk="0" h="9" w="10">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2" name="Google Shape;1162;p26"/>
            <p:cNvSpPr/>
            <p:nvPr/>
          </p:nvSpPr>
          <p:spPr>
            <a:xfrm>
              <a:off x="10520363" y="-709613"/>
              <a:ext cx="42863"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3" name="Google Shape;1163;p26"/>
            <p:cNvSpPr/>
            <p:nvPr/>
          </p:nvSpPr>
          <p:spPr>
            <a:xfrm>
              <a:off x="10639425" y="-815975"/>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4" name="Google Shape;1164;p26"/>
            <p:cNvSpPr/>
            <p:nvPr/>
          </p:nvSpPr>
          <p:spPr>
            <a:xfrm>
              <a:off x="9232900" y="460375"/>
              <a:ext cx="38100" cy="42863"/>
            </a:xfrm>
            <a:custGeom>
              <a:rect b="b" l="l" r="r" t="t"/>
              <a:pathLst>
                <a:path extrusionOk="0" h="10" w="9">
                  <a:moveTo>
                    <a:pt x="7" y="9"/>
                  </a:move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5" name="Google Shape;1165;p26"/>
            <p:cNvSpPr/>
            <p:nvPr/>
          </p:nvSpPr>
          <p:spPr>
            <a:xfrm>
              <a:off x="11107738" y="-1241425"/>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6" name="Google Shape;1166;p26"/>
            <p:cNvSpPr/>
            <p:nvPr/>
          </p:nvSpPr>
          <p:spPr>
            <a:xfrm>
              <a:off x="9113838" y="571500"/>
              <a:ext cx="42863" cy="38100"/>
            </a:xfrm>
            <a:custGeom>
              <a:rect b="b" l="l" r="r" t="t"/>
              <a:pathLst>
                <a:path extrusionOk="0" h="9" w="10">
                  <a:moveTo>
                    <a:pt x="3" y="1"/>
                  </a:moveTo>
                  <a:cubicBezTo>
                    <a:pt x="2" y="2"/>
                    <a:pt x="2" y="2"/>
                    <a:pt x="2" y="2"/>
                  </a:cubicBezTo>
                  <a:cubicBezTo>
                    <a:pt x="0" y="3"/>
                    <a:pt x="0" y="6"/>
                    <a:pt x="1" y="7"/>
                  </a:cubicBezTo>
                  <a:cubicBezTo>
                    <a:pt x="2" y="8"/>
                    <a:pt x="3" y="9"/>
                    <a:pt x="4" y="9"/>
                  </a:cubicBezTo>
                  <a:cubicBezTo>
                    <a:pt x="5"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7" name="Google Shape;1167;p26"/>
            <p:cNvSpPr/>
            <p:nvPr/>
          </p:nvSpPr>
          <p:spPr>
            <a:xfrm>
              <a:off x="8994775" y="677862"/>
              <a:ext cx="42863" cy="38100"/>
            </a:xfrm>
            <a:custGeom>
              <a:rect b="b" l="l" r="r" t="t"/>
              <a:pathLst>
                <a:path extrusionOk="0" h="9" w="10">
                  <a:moveTo>
                    <a:pt x="3" y="1"/>
                  </a:moveTo>
                  <a:cubicBezTo>
                    <a:pt x="2" y="2"/>
                    <a:pt x="2" y="2"/>
                    <a:pt x="2" y="2"/>
                  </a:cubicBezTo>
                  <a:cubicBezTo>
                    <a:pt x="1" y="3"/>
                    <a:pt x="0" y="6"/>
                    <a:pt x="2" y="7"/>
                  </a:cubicBezTo>
                  <a:cubicBezTo>
                    <a:pt x="3" y="8"/>
                    <a:pt x="4" y="9"/>
                    <a:pt x="5" y="9"/>
                  </a:cubicBezTo>
                  <a:cubicBezTo>
                    <a:pt x="6" y="9"/>
                    <a:pt x="7" y="8"/>
                    <a:pt x="8" y="8"/>
                  </a:cubicBezTo>
                  <a:cubicBezTo>
                    <a:pt x="8" y="7"/>
                    <a:pt x="8" y="7"/>
                    <a:pt x="8" y="7"/>
                  </a:cubicBezTo>
                  <a:cubicBezTo>
                    <a:pt x="10" y="5"/>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8" name="Google Shape;1168;p26"/>
            <p:cNvSpPr/>
            <p:nvPr/>
          </p:nvSpPr>
          <p:spPr>
            <a:xfrm>
              <a:off x="10755313" y="-922338"/>
              <a:ext cx="41275"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69" name="Google Shape;1169;p26"/>
            <p:cNvSpPr/>
            <p:nvPr/>
          </p:nvSpPr>
          <p:spPr>
            <a:xfrm>
              <a:off x="11342688" y="-1454150"/>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0" name="Google Shape;1170;p26"/>
            <p:cNvSpPr/>
            <p:nvPr/>
          </p:nvSpPr>
          <p:spPr>
            <a:xfrm>
              <a:off x="11223625" y="-1347788"/>
              <a:ext cx="42863" cy="38100"/>
            </a:xfrm>
            <a:custGeom>
              <a:rect b="b" l="l" r="r" t="t"/>
              <a:pathLst>
                <a:path extrusionOk="0" h="9" w="10">
                  <a:moveTo>
                    <a:pt x="5" y="9"/>
                  </a:moveTo>
                  <a:cubicBezTo>
                    <a:pt x="6" y="9"/>
                    <a:pt x="7" y="9"/>
                    <a:pt x="8" y="8"/>
                  </a:cubicBezTo>
                  <a:cubicBezTo>
                    <a:pt x="8" y="7"/>
                    <a:pt x="8" y="7"/>
                    <a:pt x="8" y="7"/>
                  </a:cubicBezTo>
                  <a:cubicBezTo>
                    <a:pt x="10" y="6"/>
                    <a:pt x="10" y="3"/>
                    <a:pt x="9" y="2"/>
                  </a:cubicBezTo>
                  <a:cubicBezTo>
                    <a:pt x="7" y="0"/>
                    <a:pt x="5" y="0"/>
                    <a:pt x="3" y="2"/>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1" name="Google Shape;1171;p26"/>
            <p:cNvSpPr/>
            <p:nvPr/>
          </p:nvSpPr>
          <p:spPr>
            <a:xfrm>
              <a:off x="11458575" y="-1560513"/>
              <a:ext cx="41275" cy="39688"/>
            </a:xfrm>
            <a:custGeom>
              <a:rect b="b" l="l" r="r" t="t"/>
              <a:pathLst>
                <a:path extrusionOk="0" h="9" w="10">
                  <a:moveTo>
                    <a:pt x="5" y="9"/>
                  </a:moveTo>
                  <a:cubicBezTo>
                    <a:pt x="6" y="9"/>
                    <a:pt x="7" y="9"/>
                    <a:pt x="8" y="8"/>
                  </a:cubicBezTo>
                  <a:cubicBezTo>
                    <a:pt x="8" y="7"/>
                    <a:pt x="8" y="7"/>
                    <a:pt x="8" y="7"/>
                  </a:cubicBezTo>
                  <a:cubicBezTo>
                    <a:pt x="10" y="6"/>
                    <a:pt x="10" y="3"/>
                    <a:pt x="9" y="2"/>
                  </a:cubicBezTo>
                  <a:cubicBezTo>
                    <a:pt x="7" y="0"/>
                    <a:pt x="5" y="0"/>
                    <a:pt x="3" y="1"/>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2" name="Google Shape;1172;p26"/>
            <p:cNvSpPr/>
            <p:nvPr/>
          </p:nvSpPr>
          <p:spPr>
            <a:xfrm>
              <a:off x="10874375" y="-1028700"/>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8"/>
                    <a:pt x="8" y="8"/>
                    <a:pt x="8" y="8"/>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3" name="Google Shape;1173;p26"/>
            <p:cNvSpPr/>
            <p:nvPr/>
          </p:nvSpPr>
          <p:spPr>
            <a:xfrm>
              <a:off x="11577638" y="-1666875"/>
              <a:ext cx="42863" cy="39688"/>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4" name="Google Shape;1174;p26"/>
            <p:cNvSpPr/>
            <p:nvPr/>
          </p:nvSpPr>
          <p:spPr>
            <a:xfrm>
              <a:off x="10988675" y="-1135063"/>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5" name="Google Shape;1175;p26"/>
            <p:cNvSpPr/>
            <p:nvPr/>
          </p:nvSpPr>
          <p:spPr>
            <a:xfrm>
              <a:off x="11985625" y="-1695450"/>
              <a:ext cx="42863" cy="41275"/>
            </a:xfrm>
            <a:custGeom>
              <a:rect b="b" l="l" r="r" t="t"/>
              <a:pathLst>
                <a:path extrusionOk="0" h="10" w="10">
                  <a:moveTo>
                    <a:pt x="5" y="10"/>
                  </a:moveTo>
                  <a:cubicBezTo>
                    <a:pt x="6" y="10"/>
                    <a:pt x="7" y="9"/>
                    <a:pt x="8" y="9"/>
                  </a:cubicBezTo>
                  <a:cubicBezTo>
                    <a:pt x="9" y="8"/>
                    <a:pt x="9" y="8"/>
                    <a:pt x="9"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6" name="Google Shape;1176;p26"/>
            <p:cNvSpPr/>
            <p:nvPr/>
          </p:nvSpPr>
          <p:spPr>
            <a:xfrm>
              <a:off x="9528175" y="54133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7" name="Google Shape;1177;p26"/>
            <p:cNvSpPr/>
            <p:nvPr/>
          </p:nvSpPr>
          <p:spPr>
            <a:xfrm>
              <a:off x="9642475" y="434975"/>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8" name="Google Shape;1178;p26"/>
            <p:cNvSpPr/>
            <p:nvPr/>
          </p:nvSpPr>
          <p:spPr>
            <a:xfrm>
              <a:off x="10699750" y="-522288"/>
              <a:ext cx="42863" cy="38100"/>
            </a:xfrm>
            <a:custGeom>
              <a:rect b="b" l="l" r="r" t="t"/>
              <a:pathLst>
                <a:path extrusionOk="0" h="9" w="10">
                  <a:moveTo>
                    <a:pt x="2" y="1"/>
                  </a:moveTo>
                  <a:cubicBezTo>
                    <a:pt x="2" y="2"/>
                    <a:pt x="2" y="2"/>
                    <a:pt x="2" y="2"/>
                  </a:cubicBezTo>
                  <a:cubicBezTo>
                    <a:pt x="0" y="3"/>
                    <a:pt x="0" y="6"/>
                    <a:pt x="1" y="8"/>
                  </a:cubicBezTo>
                  <a:cubicBezTo>
                    <a:pt x="2" y="9"/>
                    <a:pt x="3" y="9"/>
                    <a:pt x="4" y="9"/>
                  </a:cubicBezTo>
                  <a:cubicBezTo>
                    <a:pt x="5" y="9"/>
                    <a:pt x="6" y="9"/>
                    <a:pt x="7" y="8"/>
                  </a:cubicBezTo>
                  <a:cubicBezTo>
                    <a:pt x="8" y="7"/>
                    <a:pt x="8" y="7"/>
                    <a:pt x="8" y="7"/>
                  </a:cubicBezTo>
                  <a:cubicBezTo>
                    <a:pt x="9"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79" name="Google Shape;1179;p26"/>
            <p:cNvSpPr/>
            <p:nvPr/>
          </p:nvSpPr>
          <p:spPr>
            <a:xfrm>
              <a:off x="11049000" y="-841375"/>
              <a:ext cx="42863" cy="38100"/>
            </a:xfrm>
            <a:custGeom>
              <a:rect b="b" l="l" r="r" t="t"/>
              <a:pathLst>
                <a:path extrusionOk="0" h="9" w="10">
                  <a:moveTo>
                    <a:pt x="3" y="1"/>
                  </a:moveTo>
                  <a:cubicBezTo>
                    <a:pt x="2" y="2"/>
                    <a:pt x="2" y="2"/>
                    <a:pt x="2" y="2"/>
                  </a:cubicBezTo>
                  <a:cubicBezTo>
                    <a:pt x="0" y="3"/>
                    <a:pt x="0" y="6"/>
                    <a:pt x="2" y="8"/>
                  </a:cubicBezTo>
                  <a:cubicBezTo>
                    <a:pt x="3" y="8"/>
                    <a:pt x="4" y="9"/>
                    <a:pt x="5" y="9"/>
                  </a:cubicBezTo>
                  <a:cubicBezTo>
                    <a:pt x="6" y="9"/>
                    <a:pt x="7" y="9"/>
                    <a:pt x="8"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0" name="Google Shape;1180;p26"/>
            <p:cNvSpPr/>
            <p:nvPr/>
          </p:nvSpPr>
          <p:spPr>
            <a:xfrm>
              <a:off x="11517313" y="-1270000"/>
              <a:ext cx="42863" cy="41275"/>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1" name="Google Shape;1181;p26"/>
            <p:cNvSpPr/>
            <p:nvPr/>
          </p:nvSpPr>
          <p:spPr>
            <a:xfrm>
              <a:off x="11168063" y="-947738"/>
              <a:ext cx="42863" cy="38100"/>
            </a:xfrm>
            <a:custGeom>
              <a:rect b="b" l="l" r="r" t="t"/>
              <a:pathLst>
                <a:path extrusionOk="0" h="9" w="10">
                  <a:moveTo>
                    <a:pt x="3" y="1"/>
                  </a:moveTo>
                  <a:cubicBezTo>
                    <a:pt x="2" y="2"/>
                    <a:pt x="2" y="2"/>
                    <a:pt x="2" y="2"/>
                  </a:cubicBezTo>
                  <a:cubicBezTo>
                    <a:pt x="0" y="3"/>
                    <a:pt x="0" y="6"/>
                    <a:pt x="1" y="8"/>
                  </a:cubicBezTo>
                  <a:cubicBezTo>
                    <a:pt x="2" y="8"/>
                    <a:pt x="3" y="9"/>
                    <a:pt x="4" y="9"/>
                  </a:cubicBezTo>
                  <a:cubicBezTo>
                    <a:pt x="5"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2" name="Google Shape;1182;p26"/>
            <p:cNvSpPr/>
            <p:nvPr/>
          </p:nvSpPr>
          <p:spPr>
            <a:xfrm>
              <a:off x="11403013" y="-1163638"/>
              <a:ext cx="41275"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3" name="Google Shape;1183;p26"/>
            <p:cNvSpPr/>
            <p:nvPr/>
          </p:nvSpPr>
          <p:spPr>
            <a:xfrm>
              <a:off x="11282363" y="-1054100"/>
              <a:ext cx="42863" cy="38100"/>
            </a:xfrm>
            <a:custGeom>
              <a:rect b="b" l="l" r="r" t="t"/>
              <a:pathLst>
                <a:path extrusionOk="0" h="9" w="10">
                  <a:moveTo>
                    <a:pt x="5" y="9"/>
                  </a:moveTo>
                  <a:cubicBezTo>
                    <a:pt x="6" y="9"/>
                    <a:pt x="7" y="8"/>
                    <a:pt x="8" y="8"/>
                  </a:cubicBezTo>
                  <a:cubicBezTo>
                    <a:pt x="8" y="7"/>
                    <a:pt x="8" y="7"/>
                    <a:pt x="8" y="7"/>
                  </a:cubicBezTo>
                  <a:cubicBezTo>
                    <a:pt x="10" y="5"/>
                    <a:pt x="10" y="3"/>
                    <a:pt x="9" y="1"/>
                  </a:cubicBezTo>
                  <a:cubicBezTo>
                    <a:pt x="7" y="0"/>
                    <a:pt x="5" y="0"/>
                    <a:pt x="3" y="1"/>
                  </a:cubicBezTo>
                  <a:cubicBezTo>
                    <a:pt x="2" y="2"/>
                    <a:pt x="2" y="2"/>
                    <a:pt x="2" y="2"/>
                  </a:cubicBezTo>
                  <a:cubicBezTo>
                    <a:pt x="1"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4" name="Google Shape;1184;p26"/>
            <p:cNvSpPr/>
            <p:nvPr/>
          </p:nvSpPr>
          <p:spPr>
            <a:xfrm>
              <a:off x="10933113" y="-735013"/>
              <a:ext cx="42863" cy="38100"/>
            </a:xfrm>
            <a:custGeom>
              <a:rect b="b" l="l" r="r" t="t"/>
              <a:pathLst>
                <a:path extrusionOk="0" h="9" w="10">
                  <a:moveTo>
                    <a:pt x="2" y="1"/>
                  </a:moveTo>
                  <a:cubicBezTo>
                    <a:pt x="2" y="2"/>
                    <a:pt x="2" y="2"/>
                    <a:pt x="2" y="2"/>
                  </a:cubicBezTo>
                  <a:cubicBezTo>
                    <a:pt x="0" y="3"/>
                    <a:pt x="0" y="6"/>
                    <a:pt x="1" y="8"/>
                  </a:cubicBezTo>
                  <a:cubicBezTo>
                    <a:pt x="2" y="8"/>
                    <a:pt x="3" y="9"/>
                    <a:pt x="4" y="9"/>
                  </a:cubicBezTo>
                  <a:cubicBezTo>
                    <a:pt x="5" y="9"/>
                    <a:pt x="6" y="9"/>
                    <a:pt x="7" y="8"/>
                  </a:cubicBezTo>
                  <a:cubicBezTo>
                    <a:pt x="8" y="7"/>
                    <a:pt x="8" y="7"/>
                    <a:pt x="8" y="7"/>
                  </a:cubicBezTo>
                  <a:cubicBezTo>
                    <a:pt x="10"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5" name="Google Shape;1185;p26"/>
            <p:cNvSpPr/>
            <p:nvPr/>
          </p:nvSpPr>
          <p:spPr>
            <a:xfrm>
              <a:off x="10229850" y="-96838"/>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6" name="Google Shape;1186;p26"/>
            <p:cNvSpPr/>
            <p:nvPr/>
          </p:nvSpPr>
          <p:spPr>
            <a:xfrm>
              <a:off x="10345738" y="-203200"/>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7" name="Google Shape;1187;p26"/>
            <p:cNvSpPr/>
            <p:nvPr/>
          </p:nvSpPr>
          <p:spPr>
            <a:xfrm>
              <a:off x="10464800" y="-309563"/>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8" name="Google Shape;1188;p26"/>
            <p:cNvSpPr/>
            <p:nvPr/>
          </p:nvSpPr>
          <p:spPr>
            <a:xfrm>
              <a:off x="10580688" y="-415925"/>
              <a:ext cx="41275"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89" name="Google Shape;1189;p26"/>
            <p:cNvSpPr/>
            <p:nvPr/>
          </p:nvSpPr>
          <p:spPr>
            <a:xfrm>
              <a:off x="9996488" y="115887"/>
              <a:ext cx="42863" cy="38100"/>
            </a:xfrm>
            <a:custGeom>
              <a:rect b="b" l="l" r="r" t="t"/>
              <a:pathLst>
                <a:path extrusionOk="0" h="9" w="10">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0" name="Google Shape;1190;p26"/>
            <p:cNvSpPr/>
            <p:nvPr/>
          </p:nvSpPr>
          <p:spPr>
            <a:xfrm>
              <a:off x="10814050" y="-628650"/>
              <a:ext cx="42863" cy="38100"/>
            </a:xfrm>
            <a:custGeom>
              <a:rect b="b" l="l" r="r" t="t"/>
              <a:pathLst>
                <a:path extrusionOk="0" h="9" w="10">
                  <a:moveTo>
                    <a:pt x="3" y="1"/>
                  </a:moveTo>
                  <a:cubicBezTo>
                    <a:pt x="2" y="2"/>
                    <a:pt x="2" y="2"/>
                    <a:pt x="2" y="2"/>
                  </a:cubicBez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1" name="Google Shape;1191;p26"/>
            <p:cNvSpPr/>
            <p:nvPr/>
          </p:nvSpPr>
          <p:spPr>
            <a:xfrm>
              <a:off x="9877425" y="222250"/>
              <a:ext cx="42863" cy="38100"/>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9"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2" name="Google Shape;1192;p26"/>
            <p:cNvSpPr/>
            <p:nvPr/>
          </p:nvSpPr>
          <p:spPr>
            <a:xfrm>
              <a:off x="10110788" y="9525"/>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3" name="Google Shape;1193;p26"/>
            <p:cNvSpPr/>
            <p:nvPr/>
          </p:nvSpPr>
          <p:spPr>
            <a:xfrm>
              <a:off x="9761538" y="328612"/>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4" name="Google Shape;1194;p26"/>
            <p:cNvSpPr/>
            <p:nvPr/>
          </p:nvSpPr>
          <p:spPr>
            <a:xfrm>
              <a:off x="11752263" y="-1482725"/>
              <a:ext cx="42863" cy="41275"/>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5" name="Google Shape;1195;p26"/>
            <p:cNvSpPr/>
            <p:nvPr/>
          </p:nvSpPr>
          <p:spPr>
            <a:xfrm>
              <a:off x="9174163" y="860425"/>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6" name="Google Shape;1196;p26"/>
            <p:cNvSpPr/>
            <p:nvPr/>
          </p:nvSpPr>
          <p:spPr>
            <a:xfrm>
              <a:off x="9293225" y="754062"/>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7" name="Google Shape;1197;p26"/>
            <p:cNvSpPr/>
            <p:nvPr/>
          </p:nvSpPr>
          <p:spPr>
            <a:xfrm>
              <a:off x="9058275" y="96678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8" name="Google Shape;1198;p26"/>
            <p:cNvSpPr/>
            <p:nvPr/>
          </p:nvSpPr>
          <p:spPr>
            <a:xfrm>
              <a:off x="9407525" y="647700"/>
              <a:ext cx="42863" cy="38100"/>
            </a:xfrm>
            <a:custGeom>
              <a:rect b="b" l="l" r="r" t="t"/>
              <a:pathLst>
                <a:path extrusionOk="0" h="9" w="10">
                  <a:moveTo>
                    <a:pt x="5" y="9"/>
                  </a:moveTo>
                  <a:cubicBezTo>
                    <a:pt x="6" y="9"/>
                    <a:pt x="7"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199" name="Google Shape;1199;p26"/>
            <p:cNvSpPr/>
            <p:nvPr/>
          </p:nvSpPr>
          <p:spPr>
            <a:xfrm>
              <a:off x="11871325" y="-1589088"/>
              <a:ext cx="42863"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0" name="Google Shape;1200;p26"/>
            <p:cNvSpPr/>
            <p:nvPr/>
          </p:nvSpPr>
          <p:spPr>
            <a:xfrm>
              <a:off x="11636375" y="-1376363"/>
              <a:ext cx="42863" cy="41275"/>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1" name="Google Shape;1201;p26"/>
            <p:cNvSpPr/>
            <p:nvPr/>
          </p:nvSpPr>
          <p:spPr>
            <a:xfrm>
              <a:off x="12106275" y="-1801813"/>
              <a:ext cx="41275" cy="41275"/>
            </a:xfrm>
            <a:custGeom>
              <a:rect b="b" l="l" r="r" t="t"/>
              <a:pathLst>
                <a:path extrusionOk="0" h="10" w="10">
                  <a:moveTo>
                    <a:pt x="4" y="10"/>
                  </a:moveTo>
                  <a:cubicBezTo>
                    <a:pt x="5" y="10"/>
                    <a:pt x="6"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2" name="Google Shape;1202;p26"/>
            <p:cNvSpPr/>
            <p:nvPr/>
          </p:nvSpPr>
          <p:spPr>
            <a:xfrm>
              <a:off x="11585575" y="-981075"/>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3" name="Google Shape;1203;p26"/>
            <p:cNvSpPr/>
            <p:nvPr/>
          </p:nvSpPr>
          <p:spPr>
            <a:xfrm>
              <a:off x="12169775" y="-1512888"/>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4" name="Google Shape;1204;p26"/>
            <p:cNvSpPr/>
            <p:nvPr/>
          </p:nvSpPr>
          <p:spPr>
            <a:xfrm>
              <a:off x="12523788" y="-1831975"/>
              <a:ext cx="41275" cy="38100"/>
            </a:xfrm>
            <a:custGeom>
              <a:rect b="b" l="l" r="r" t="t"/>
              <a:pathLst>
                <a:path extrusionOk="0" h="9" w="10">
                  <a:moveTo>
                    <a:pt x="4" y="9"/>
                  </a:moveTo>
                  <a:cubicBezTo>
                    <a:pt x="5" y="9"/>
                    <a:pt x="6"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1" y="7"/>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5" name="Google Shape;1205;p26"/>
            <p:cNvSpPr/>
            <p:nvPr/>
          </p:nvSpPr>
          <p:spPr>
            <a:xfrm>
              <a:off x="12403138" y="-1725613"/>
              <a:ext cx="42863" cy="38100"/>
            </a:xfrm>
            <a:custGeom>
              <a:rect b="b" l="l" r="r" t="t"/>
              <a:pathLst>
                <a:path extrusionOk="0" h="9" w="10">
                  <a:moveTo>
                    <a:pt x="5" y="9"/>
                  </a:moveTo>
                  <a:cubicBezTo>
                    <a:pt x="6" y="9"/>
                    <a:pt x="7" y="8"/>
                    <a:pt x="8" y="8"/>
                  </a:cubicBezTo>
                  <a:cubicBezTo>
                    <a:pt x="8" y="7"/>
                    <a:pt x="8" y="7"/>
                    <a:pt x="8" y="7"/>
                  </a:cubicBezTo>
                  <a:cubicBezTo>
                    <a:pt x="10" y="5"/>
                    <a:pt x="10" y="3"/>
                    <a:pt x="9" y="1"/>
                  </a:cubicBezTo>
                  <a:cubicBezTo>
                    <a:pt x="7" y="0"/>
                    <a:pt x="5" y="0"/>
                    <a:pt x="3" y="1"/>
                  </a:cubicBezTo>
                  <a:cubicBezTo>
                    <a:pt x="2" y="2"/>
                    <a:pt x="2" y="2"/>
                    <a:pt x="2" y="2"/>
                  </a:cubicBezTo>
                  <a:cubicBezTo>
                    <a:pt x="1"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6" name="Google Shape;1206;p26"/>
            <p:cNvSpPr/>
            <p:nvPr/>
          </p:nvSpPr>
          <p:spPr>
            <a:xfrm>
              <a:off x="12288838" y="-1619250"/>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7" name="Google Shape;1207;p26"/>
            <p:cNvSpPr/>
            <p:nvPr/>
          </p:nvSpPr>
          <p:spPr>
            <a:xfrm>
              <a:off x="11231563" y="-661988"/>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8" name="Google Shape;1208;p26"/>
            <p:cNvSpPr/>
            <p:nvPr/>
          </p:nvSpPr>
          <p:spPr>
            <a:xfrm>
              <a:off x="11350625" y="-768350"/>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09" name="Google Shape;1209;p26"/>
            <p:cNvSpPr/>
            <p:nvPr/>
          </p:nvSpPr>
          <p:spPr>
            <a:xfrm>
              <a:off x="11701463" y="-1087438"/>
              <a:ext cx="41275"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0" name="Google Shape;1210;p26"/>
            <p:cNvSpPr/>
            <p:nvPr/>
          </p:nvSpPr>
          <p:spPr>
            <a:xfrm>
              <a:off x="11466513" y="-874713"/>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1" name="Google Shape;1211;p26"/>
            <p:cNvSpPr/>
            <p:nvPr/>
          </p:nvSpPr>
          <p:spPr>
            <a:xfrm>
              <a:off x="11117263" y="-555625"/>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2" name="Google Shape;1212;p26"/>
            <p:cNvSpPr/>
            <p:nvPr/>
          </p:nvSpPr>
          <p:spPr>
            <a:xfrm>
              <a:off x="11934825" y="-1300163"/>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3" name="Google Shape;1213;p26"/>
            <p:cNvSpPr/>
            <p:nvPr/>
          </p:nvSpPr>
          <p:spPr>
            <a:xfrm>
              <a:off x="12053888" y="-1406525"/>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4" name="Google Shape;1214;p26"/>
            <p:cNvSpPr/>
            <p:nvPr/>
          </p:nvSpPr>
          <p:spPr>
            <a:xfrm>
              <a:off x="11820525" y="-1193800"/>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5" name="Google Shape;1215;p26"/>
            <p:cNvSpPr/>
            <p:nvPr/>
          </p:nvSpPr>
          <p:spPr>
            <a:xfrm>
              <a:off x="9710738" y="720725"/>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1"/>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6" name="Google Shape;1216;p26"/>
            <p:cNvSpPr/>
            <p:nvPr/>
          </p:nvSpPr>
          <p:spPr>
            <a:xfrm>
              <a:off x="10059988" y="401637"/>
              <a:ext cx="42863" cy="41275"/>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7" name="Google Shape;1217;p26"/>
            <p:cNvSpPr/>
            <p:nvPr/>
          </p:nvSpPr>
          <p:spPr>
            <a:xfrm>
              <a:off x="10763250" y="-236538"/>
              <a:ext cx="42863"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8"/>
                    <a:pt x="8" y="8"/>
                    <a:pt x="8" y="8"/>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8" name="Google Shape;1218;p26"/>
            <p:cNvSpPr/>
            <p:nvPr/>
          </p:nvSpPr>
          <p:spPr>
            <a:xfrm>
              <a:off x="9945688" y="508000"/>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19" name="Google Shape;1219;p26"/>
            <p:cNvSpPr/>
            <p:nvPr/>
          </p:nvSpPr>
          <p:spPr>
            <a:xfrm>
              <a:off x="10998200" y="-449263"/>
              <a:ext cx="41275" cy="38100"/>
            </a:xfrm>
            <a:custGeom>
              <a:rect b="b" l="l" r="r" t="t"/>
              <a:pathLst>
                <a:path extrusionOk="0" h="9" w="10">
                  <a:moveTo>
                    <a:pt x="3" y="2"/>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0" name="Google Shape;1220;p26"/>
            <p:cNvSpPr/>
            <p:nvPr/>
          </p:nvSpPr>
          <p:spPr>
            <a:xfrm>
              <a:off x="9825038" y="614362"/>
              <a:ext cx="42863" cy="41275"/>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1" name="Google Shape;1221;p26"/>
            <p:cNvSpPr/>
            <p:nvPr/>
          </p:nvSpPr>
          <p:spPr>
            <a:xfrm>
              <a:off x="9242425" y="1149350"/>
              <a:ext cx="38100" cy="38100"/>
            </a:xfrm>
            <a:custGeom>
              <a:rect b="b" l="l" r="r" t="t"/>
              <a:pathLst>
                <a:path extrusionOk="0" h="9" w="9">
                  <a:moveTo>
                    <a:pt x="2" y="1"/>
                  </a:moveTo>
                  <a:cubicBezTo>
                    <a:pt x="1" y="2"/>
                    <a:pt x="1" y="2"/>
                    <a:pt x="1" y="2"/>
                  </a:cubicBezTo>
                  <a:cubicBezTo>
                    <a:pt x="0" y="3"/>
                    <a:pt x="0" y="6"/>
                    <a:pt x="1" y="8"/>
                  </a:cubicBezTo>
                  <a:cubicBezTo>
                    <a:pt x="2" y="8"/>
                    <a:pt x="3" y="9"/>
                    <a:pt x="4" y="9"/>
                  </a:cubicBezTo>
                  <a:cubicBezTo>
                    <a:pt x="5" y="9"/>
                    <a:pt x="6" y="9"/>
                    <a:pt x="7" y="8"/>
                  </a:cubicBezTo>
                  <a:cubicBezTo>
                    <a:pt x="8" y="7"/>
                    <a:pt x="8" y="7"/>
                    <a:pt x="8" y="7"/>
                  </a:cubicBezTo>
                  <a:cubicBezTo>
                    <a:pt x="9" y="6"/>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2" name="Google Shape;1222;p26"/>
            <p:cNvSpPr/>
            <p:nvPr/>
          </p:nvSpPr>
          <p:spPr>
            <a:xfrm>
              <a:off x="10528300" y="-23813"/>
              <a:ext cx="42863" cy="38100"/>
            </a:xfrm>
            <a:custGeom>
              <a:rect b="b" l="l" r="r" t="t"/>
              <a:pathLst>
                <a:path extrusionOk="0" h="9" w="10">
                  <a:moveTo>
                    <a:pt x="3" y="2"/>
                  </a:moveTo>
                  <a:cubicBezTo>
                    <a:pt x="2" y="2"/>
                    <a:pt x="2" y="2"/>
                    <a:pt x="2" y="2"/>
                  </a:cubicBezTo>
                  <a:cubicBezTo>
                    <a:pt x="0" y="4"/>
                    <a:pt x="0" y="7"/>
                    <a:pt x="2" y="8"/>
                  </a:cubicBezTo>
                  <a:cubicBezTo>
                    <a:pt x="3" y="9"/>
                    <a:pt x="4" y="9"/>
                    <a:pt x="5" y="9"/>
                  </a:cubicBezTo>
                  <a:cubicBezTo>
                    <a:pt x="6" y="9"/>
                    <a:pt x="7" y="9"/>
                    <a:pt x="7" y="8"/>
                  </a:cubicBezTo>
                  <a:cubicBezTo>
                    <a:pt x="8" y="8"/>
                    <a:pt x="8" y="8"/>
                    <a:pt x="8" y="8"/>
                  </a:cubicBezTo>
                  <a:cubicBezTo>
                    <a:pt x="10" y="6"/>
                    <a:pt x="10" y="4"/>
                    <a:pt x="9"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3" name="Google Shape;1223;p26"/>
            <p:cNvSpPr/>
            <p:nvPr/>
          </p:nvSpPr>
          <p:spPr>
            <a:xfrm>
              <a:off x="10294938" y="188912"/>
              <a:ext cx="42863" cy="42863"/>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4" name="Google Shape;1224;p26"/>
            <p:cNvSpPr/>
            <p:nvPr/>
          </p:nvSpPr>
          <p:spPr>
            <a:xfrm>
              <a:off x="10179050" y="295275"/>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5" name="Google Shape;1225;p26"/>
            <p:cNvSpPr/>
            <p:nvPr/>
          </p:nvSpPr>
          <p:spPr>
            <a:xfrm>
              <a:off x="9356725" y="1042987"/>
              <a:ext cx="42863" cy="38100"/>
            </a:xfrm>
            <a:custGeom>
              <a:rect b="b" l="l" r="r" t="t"/>
              <a:pathLst>
                <a:path extrusionOk="0" h="9" w="10">
                  <a:moveTo>
                    <a:pt x="3" y="1"/>
                  </a:moveTo>
                  <a:cubicBezTo>
                    <a:pt x="2" y="2"/>
                    <a:pt x="2" y="2"/>
                    <a:pt x="2" y="2"/>
                  </a:cubicBezTo>
                  <a:cubicBezTo>
                    <a:pt x="0" y="3"/>
                    <a:pt x="0" y="6"/>
                    <a:pt x="2" y="8"/>
                  </a:cubicBezTo>
                  <a:cubicBezTo>
                    <a:pt x="2" y="8"/>
                    <a:pt x="3" y="9"/>
                    <a:pt x="5" y="9"/>
                  </a:cubicBezTo>
                  <a:cubicBezTo>
                    <a:pt x="6" y="9"/>
                    <a:pt x="6" y="8"/>
                    <a:pt x="7" y="8"/>
                  </a:cubicBezTo>
                  <a:cubicBezTo>
                    <a:pt x="8" y="7"/>
                    <a:pt x="8" y="7"/>
                    <a:pt x="8" y="7"/>
                  </a:cubicBezTo>
                  <a:cubicBezTo>
                    <a:pt x="10" y="5"/>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6" name="Google Shape;1226;p26"/>
            <p:cNvSpPr/>
            <p:nvPr/>
          </p:nvSpPr>
          <p:spPr>
            <a:xfrm>
              <a:off x="10648950" y="-130175"/>
              <a:ext cx="41275" cy="38100"/>
            </a:xfrm>
            <a:custGeom>
              <a:rect b="b" l="l" r="r" t="t"/>
              <a:pathLst>
                <a:path extrusionOk="0" h="9" w="10">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7" name="Google Shape;1227;p26"/>
            <p:cNvSpPr/>
            <p:nvPr/>
          </p:nvSpPr>
          <p:spPr>
            <a:xfrm>
              <a:off x="10414000" y="82550"/>
              <a:ext cx="38100" cy="38100"/>
            </a:xfrm>
            <a:custGeom>
              <a:rect b="b" l="l" r="r" t="t"/>
              <a:pathLst>
                <a:path extrusionOk="0" h="9" w="9">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9"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8" name="Google Shape;1228;p26"/>
            <p:cNvSpPr/>
            <p:nvPr/>
          </p:nvSpPr>
          <p:spPr>
            <a:xfrm>
              <a:off x="9475788" y="936625"/>
              <a:ext cx="38100" cy="38100"/>
            </a:xfrm>
            <a:custGeom>
              <a:rect b="b" l="l" r="r" t="t"/>
              <a:pathLst>
                <a:path extrusionOk="0" h="9" w="9">
                  <a:moveTo>
                    <a:pt x="2" y="1"/>
                  </a:moveTo>
                  <a:cubicBezTo>
                    <a:pt x="1" y="2"/>
                    <a:pt x="1" y="2"/>
                    <a:pt x="1" y="2"/>
                  </a:cubicBezTo>
                  <a:cubicBezTo>
                    <a:pt x="0" y="3"/>
                    <a:pt x="0" y="6"/>
                    <a:pt x="1" y="7"/>
                  </a:cubicBezTo>
                  <a:cubicBezTo>
                    <a:pt x="2" y="8"/>
                    <a:pt x="3" y="9"/>
                    <a:pt x="4" y="9"/>
                  </a:cubicBezTo>
                  <a:cubicBezTo>
                    <a:pt x="5" y="9"/>
                    <a:pt x="6" y="8"/>
                    <a:pt x="7" y="8"/>
                  </a:cubicBezTo>
                  <a:cubicBezTo>
                    <a:pt x="8" y="7"/>
                    <a:pt x="8" y="7"/>
                    <a:pt x="8" y="7"/>
                  </a:cubicBezTo>
                  <a:cubicBezTo>
                    <a:pt x="9" y="5"/>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29" name="Google Shape;1229;p26"/>
            <p:cNvSpPr/>
            <p:nvPr/>
          </p:nvSpPr>
          <p:spPr>
            <a:xfrm>
              <a:off x="10882313" y="-342900"/>
              <a:ext cx="42863" cy="38100"/>
            </a:xfrm>
            <a:custGeom>
              <a:rect b="b" l="l" r="r" t="t"/>
              <a:pathLst>
                <a:path extrusionOk="0" h="9" w="10">
                  <a:moveTo>
                    <a:pt x="2"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0" name="Google Shape;1230;p26"/>
            <p:cNvSpPr/>
            <p:nvPr/>
          </p:nvSpPr>
          <p:spPr>
            <a:xfrm>
              <a:off x="9591675" y="827087"/>
              <a:ext cx="42863" cy="41275"/>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7"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1" name="Google Shape;1231;p26"/>
            <p:cNvSpPr/>
            <p:nvPr/>
          </p:nvSpPr>
          <p:spPr>
            <a:xfrm>
              <a:off x="12215813" y="-120650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2" name="Google Shape;1232;p26"/>
            <p:cNvSpPr/>
            <p:nvPr/>
          </p:nvSpPr>
          <p:spPr>
            <a:xfrm>
              <a:off x="9518650" y="1243012"/>
              <a:ext cx="42863" cy="38100"/>
            </a:xfrm>
            <a:custGeom>
              <a:rect b="b" l="l" r="r" t="t"/>
              <a:pathLst>
                <a:path extrusionOk="0" h="9" w="10">
                  <a:moveTo>
                    <a:pt x="4"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3" name="Google Shape;1233;p26"/>
            <p:cNvSpPr/>
            <p:nvPr/>
          </p:nvSpPr>
          <p:spPr>
            <a:xfrm>
              <a:off x="11512550" y="-568325"/>
              <a:ext cx="39688" cy="38100"/>
            </a:xfrm>
            <a:custGeom>
              <a:rect b="b" l="l" r="r" t="t"/>
              <a:pathLst>
                <a:path extrusionOk="0" h="9" w="9">
                  <a:moveTo>
                    <a:pt x="4" y="9"/>
                  </a:moveTo>
                  <a:cubicBezTo>
                    <a:pt x="5" y="9"/>
                    <a:pt x="6" y="9"/>
                    <a:pt x="7" y="8"/>
                  </a:cubicBezTo>
                  <a:cubicBezTo>
                    <a:pt x="8" y="7"/>
                    <a:pt x="8" y="7"/>
                    <a:pt x="8" y="7"/>
                  </a:cubicBezTo>
                  <a:cubicBezTo>
                    <a:pt x="9" y="6"/>
                    <a:pt x="9" y="3"/>
                    <a:pt x="8" y="2"/>
                  </a:cubicBezTo>
                  <a:cubicBezTo>
                    <a:pt x="7" y="0"/>
                    <a:pt x="4" y="0"/>
                    <a:pt x="2" y="1"/>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4" name="Google Shape;1234;p26"/>
            <p:cNvSpPr/>
            <p:nvPr/>
          </p:nvSpPr>
          <p:spPr>
            <a:xfrm>
              <a:off x="9412288" y="1349375"/>
              <a:ext cx="30163" cy="12700"/>
            </a:xfrm>
            <a:custGeom>
              <a:rect b="b" l="l" r="r" t="t"/>
              <a:pathLst>
                <a:path extrusionOk="0" h="3" w="7">
                  <a:moveTo>
                    <a:pt x="6" y="1"/>
                  </a:moveTo>
                  <a:cubicBezTo>
                    <a:pt x="4" y="0"/>
                    <a:pt x="2" y="0"/>
                    <a:pt x="0" y="1"/>
                  </a:cubicBezTo>
                  <a:cubicBezTo>
                    <a:pt x="0" y="2"/>
                    <a:pt x="0" y="2"/>
                    <a:pt x="0" y="2"/>
                  </a:cubicBezTo>
                  <a:cubicBezTo>
                    <a:pt x="2" y="2"/>
                    <a:pt x="4" y="3"/>
                    <a:pt x="7" y="3"/>
                  </a:cubicBezTo>
                  <a:cubicBezTo>
                    <a:pt x="7" y="3"/>
                    <a:pt x="6" y="2"/>
                    <a:pt x="6"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5" name="Google Shape;1235;p26"/>
            <p:cNvSpPr/>
            <p:nvPr/>
          </p:nvSpPr>
          <p:spPr>
            <a:xfrm>
              <a:off x="12331700" y="-1312863"/>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6" name="Google Shape;1236;p26"/>
            <p:cNvSpPr/>
            <p:nvPr/>
          </p:nvSpPr>
          <p:spPr>
            <a:xfrm>
              <a:off x="10340975" y="495300"/>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7" name="Google Shape;1237;p26"/>
            <p:cNvSpPr/>
            <p:nvPr/>
          </p:nvSpPr>
          <p:spPr>
            <a:xfrm>
              <a:off x="10221913" y="601662"/>
              <a:ext cx="42863" cy="41275"/>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8" name="Google Shape;1238;p26"/>
            <p:cNvSpPr/>
            <p:nvPr/>
          </p:nvSpPr>
          <p:spPr>
            <a:xfrm>
              <a:off x="12800013" y="-1738313"/>
              <a:ext cx="42863" cy="38100"/>
            </a:xfrm>
            <a:custGeom>
              <a:rect b="b" l="l" r="r" t="t"/>
              <a:pathLst>
                <a:path extrusionOk="0" h="9" w="10">
                  <a:moveTo>
                    <a:pt x="5" y="9"/>
                  </a:moveTo>
                  <a:cubicBezTo>
                    <a:pt x="6" y="9"/>
                    <a:pt x="7" y="8"/>
                    <a:pt x="7" y="8"/>
                  </a:cubicBezTo>
                  <a:cubicBezTo>
                    <a:pt x="8" y="7"/>
                    <a:pt x="8" y="7"/>
                    <a:pt x="8" y="7"/>
                  </a:cubicBezTo>
                  <a:cubicBezTo>
                    <a:pt x="10" y="5"/>
                    <a:pt x="10" y="3"/>
                    <a:pt x="9" y="1"/>
                  </a:cubicBezTo>
                  <a:cubicBezTo>
                    <a:pt x="7" y="0"/>
                    <a:pt x="5" y="0"/>
                    <a:pt x="3" y="1"/>
                  </a:cubicBezTo>
                  <a:cubicBezTo>
                    <a:pt x="2" y="2"/>
                    <a:pt x="2" y="2"/>
                    <a:pt x="2" y="2"/>
                  </a:cubicBezTo>
                  <a:cubicBezTo>
                    <a:pt x="0" y="3"/>
                    <a:pt x="0" y="6"/>
                    <a:pt x="2" y="7"/>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39" name="Google Shape;1239;p26"/>
            <p:cNvSpPr/>
            <p:nvPr/>
          </p:nvSpPr>
          <p:spPr>
            <a:xfrm>
              <a:off x="11393488" y="-461963"/>
              <a:ext cx="42863" cy="38100"/>
            </a:xfrm>
            <a:custGeom>
              <a:rect b="b" l="l" r="r" t="t"/>
              <a:pathLst>
                <a:path extrusionOk="0" h="9" w="10">
                  <a:moveTo>
                    <a:pt x="5" y="9"/>
                  </a:moveTo>
                  <a:cubicBezTo>
                    <a:pt x="6" y="9"/>
                    <a:pt x="7" y="9"/>
                    <a:pt x="7" y="8"/>
                  </a:cubicBezTo>
                  <a:cubicBezTo>
                    <a:pt x="8" y="7"/>
                    <a:pt x="8" y="7"/>
                    <a:pt x="8" y="7"/>
                  </a:cubicBezTo>
                  <a:cubicBezTo>
                    <a:pt x="10" y="6"/>
                    <a:pt x="10" y="3"/>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0" name="Google Shape;1240;p26"/>
            <p:cNvSpPr/>
            <p:nvPr/>
          </p:nvSpPr>
          <p:spPr>
            <a:xfrm>
              <a:off x="9637713" y="1136650"/>
              <a:ext cx="38100" cy="38100"/>
            </a:xfrm>
            <a:custGeom>
              <a:rect b="b" l="l" r="r" t="t"/>
              <a:pathLst>
                <a:path extrusionOk="0" h="9" w="9">
                  <a:moveTo>
                    <a:pt x="4" y="9"/>
                  </a:moveTo>
                  <a:cubicBezTo>
                    <a:pt x="5" y="9"/>
                    <a:pt x="6" y="9"/>
                    <a:pt x="7" y="8"/>
                  </a:cubicBez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1" name="Google Shape;1241;p26"/>
            <p:cNvSpPr/>
            <p:nvPr/>
          </p:nvSpPr>
          <p:spPr>
            <a:xfrm>
              <a:off x="9872663" y="923925"/>
              <a:ext cx="38100" cy="38100"/>
            </a:xfrm>
            <a:custGeom>
              <a:rect b="b" l="l" r="r" t="t"/>
              <a:pathLst>
                <a:path extrusionOk="0" h="9" w="9">
                  <a:moveTo>
                    <a:pt x="4" y="9"/>
                  </a:moveTo>
                  <a:cubicBezTo>
                    <a:pt x="5" y="9"/>
                    <a:pt x="6" y="8"/>
                    <a:pt x="7" y="8"/>
                  </a:cubicBezTo>
                  <a:cubicBezTo>
                    <a:pt x="8" y="7"/>
                    <a:pt x="8" y="7"/>
                    <a:pt x="8" y="7"/>
                  </a:cubicBezTo>
                  <a:cubicBezTo>
                    <a:pt x="9" y="5"/>
                    <a:pt x="9" y="3"/>
                    <a:pt x="8" y="1"/>
                  </a:cubicBezTo>
                  <a:cubicBezTo>
                    <a:pt x="6" y="0"/>
                    <a:pt x="4" y="0"/>
                    <a:pt x="2" y="1"/>
                  </a:cubicBezTo>
                  <a:cubicBezTo>
                    <a:pt x="1" y="2"/>
                    <a:pt x="1" y="2"/>
                    <a:pt x="1"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2" name="Google Shape;1242;p26"/>
            <p:cNvSpPr/>
            <p:nvPr/>
          </p:nvSpPr>
          <p:spPr>
            <a:xfrm>
              <a:off x="11747500" y="-78105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3" name="Google Shape;1243;p26"/>
            <p:cNvSpPr/>
            <p:nvPr/>
          </p:nvSpPr>
          <p:spPr>
            <a:xfrm>
              <a:off x="11863388" y="-887413"/>
              <a:ext cx="41275"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4" name="Google Shape;1244;p26"/>
            <p:cNvSpPr/>
            <p:nvPr/>
          </p:nvSpPr>
          <p:spPr>
            <a:xfrm>
              <a:off x="11982450" y="-993775"/>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5" name="Google Shape;1245;p26"/>
            <p:cNvSpPr/>
            <p:nvPr/>
          </p:nvSpPr>
          <p:spPr>
            <a:xfrm>
              <a:off x="10107613" y="708025"/>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6" name="Google Shape;1246;p26"/>
            <p:cNvSpPr/>
            <p:nvPr/>
          </p:nvSpPr>
          <p:spPr>
            <a:xfrm>
              <a:off x="9753600" y="1030287"/>
              <a:ext cx="42863" cy="38100"/>
            </a:xfrm>
            <a:custGeom>
              <a:rect b="b" l="l" r="r" t="t"/>
              <a:pathLst>
                <a:path extrusionOk="0" h="9" w="10">
                  <a:moveTo>
                    <a:pt x="5" y="9"/>
                  </a:moveTo>
                  <a:cubicBezTo>
                    <a:pt x="5" y="9"/>
                    <a:pt x="6" y="9"/>
                    <a:pt x="7" y="8"/>
                  </a:cubicBez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7" name="Google Shape;1247;p26"/>
            <p:cNvSpPr/>
            <p:nvPr/>
          </p:nvSpPr>
          <p:spPr>
            <a:xfrm>
              <a:off x="12450763" y="-1419225"/>
              <a:ext cx="42863"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8" name="Google Shape;1248;p26"/>
            <p:cNvSpPr/>
            <p:nvPr/>
          </p:nvSpPr>
          <p:spPr>
            <a:xfrm>
              <a:off x="9986963" y="817562"/>
              <a:ext cx="42863" cy="38100"/>
            </a:xfrm>
            <a:custGeom>
              <a:rect b="b" l="l" r="r" t="t"/>
              <a:pathLst>
                <a:path extrusionOk="0" h="9" w="10">
                  <a:moveTo>
                    <a:pt x="5" y="9"/>
                  </a:moveTo>
                  <a:cubicBezTo>
                    <a:pt x="5" y="9"/>
                    <a:pt x="6" y="8"/>
                    <a:pt x="7" y="8"/>
                  </a:cubicBezTo>
                  <a:cubicBezTo>
                    <a:pt x="8" y="7"/>
                    <a:pt x="8" y="7"/>
                    <a:pt x="8" y="7"/>
                  </a:cubicBezTo>
                  <a:cubicBezTo>
                    <a:pt x="10" y="5"/>
                    <a:pt x="10" y="3"/>
                    <a:pt x="8" y="1"/>
                  </a:cubicBezTo>
                  <a:cubicBezTo>
                    <a:pt x="7" y="0"/>
                    <a:pt x="4" y="0"/>
                    <a:pt x="3" y="1"/>
                  </a:cubicBezTo>
                  <a:cubicBezTo>
                    <a:pt x="2" y="2"/>
                    <a:pt x="2" y="2"/>
                    <a:pt x="2" y="2"/>
                  </a:cubicBezTo>
                  <a:cubicBezTo>
                    <a:pt x="0" y="3"/>
                    <a:pt x="0" y="6"/>
                    <a:pt x="2" y="7"/>
                  </a:cubicBezTo>
                  <a:cubicBezTo>
                    <a:pt x="2" y="8"/>
                    <a:pt x="3"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49" name="Google Shape;1249;p26"/>
            <p:cNvSpPr/>
            <p:nvPr/>
          </p:nvSpPr>
          <p:spPr>
            <a:xfrm>
              <a:off x="12096750" y="-110013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0" name="Google Shape;1250;p26"/>
            <p:cNvSpPr/>
            <p:nvPr/>
          </p:nvSpPr>
          <p:spPr>
            <a:xfrm>
              <a:off x="11628438" y="-67468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1" name="Google Shape;1251;p26"/>
            <p:cNvSpPr/>
            <p:nvPr/>
          </p:nvSpPr>
          <p:spPr>
            <a:xfrm>
              <a:off x="10690225" y="176212"/>
              <a:ext cx="42863" cy="41275"/>
            </a:xfrm>
            <a:custGeom>
              <a:rect b="b" l="l" r="r" t="t"/>
              <a:pathLst>
                <a:path extrusionOk="0" h="10" w="10">
                  <a:moveTo>
                    <a:pt x="5" y="10"/>
                  </a:moveTo>
                  <a:cubicBezTo>
                    <a:pt x="6" y="10"/>
                    <a:pt x="7" y="9"/>
                    <a:pt x="7" y="8"/>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2" name="Google Shape;1252;p26"/>
            <p:cNvSpPr/>
            <p:nvPr/>
          </p:nvSpPr>
          <p:spPr>
            <a:xfrm>
              <a:off x="10575925" y="282575"/>
              <a:ext cx="38100" cy="41275"/>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3" name="Google Shape;1253;p26"/>
            <p:cNvSpPr/>
            <p:nvPr/>
          </p:nvSpPr>
          <p:spPr>
            <a:xfrm>
              <a:off x="12565063" y="-1525588"/>
              <a:ext cx="42863" cy="38100"/>
            </a:xfrm>
            <a:custGeom>
              <a:rect b="b" l="l" r="r" t="t"/>
              <a:pathLst>
                <a:path extrusionOk="0" h="9" w="10">
                  <a:moveTo>
                    <a:pt x="5" y="9"/>
                  </a:moveTo>
                  <a:cubicBezTo>
                    <a:pt x="6" y="9"/>
                    <a:pt x="7" y="9"/>
                    <a:pt x="7" y="8"/>
                  </a:cubicBezTo>
                  <a:cubicBezTo>
                    <a:pt x="8" y="7"/>
                    <a:pt x="8" y="7"/>
                    <a:pt x="8" y="7"/>
                  </a:cubicBezTo>
                  <a:cubicBezTo>
                    <a:pt x="10" y="6"/>
                    <a:pt x="10" y="3"/>
                    <a:pt x="9" y="1"/>
                  </a:cubicBezTo>
                  <a:cubicBezTo>
                    <a:pt x="7" y="0"/>
                    <a:pt x="5" y="0"/>
                    <a:pt x="3" y="1"/>
                  </a:cubicBezTo>
                  <a:cubicBezTo>
                    <a:pt x="2" y="2"/>
                    <a:pt x="2" y="2"/>
                    <a:pt x="2" y="2"/>
                  </a:cubicBezTo>
                  <a:cubicBezTo>
                    <a:pt x="0" y="3"/>
                    <a:pt x="0" y="6"/>
                    <a:pt x="2" y="8"/>
                  </a:cubicBezTo>
                  <a:cubicBezTo>
                    <a:pt x="3" y="8"/>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4" name="Google Shape;1254;p26"/>
            <p:cNvSpPr/>
            <p:nvPr/>
          </p:nvSpPr>
          <p:spPr>
            <a:xfrm>
              <a:off x="11044238" y="-142875"/>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5" name="Google Shape;1255;p26"/>
            <p:cNvSpPr/>
            <p:nvPr/>
          </p:nvSpPr>
          <p:spPr>
            <a:xfrm>
              <a:off x="10810875" y="69850"/>
              <a:ext cx="38100" cy="38100"/>
            </a:xfrm>
            <a:custGeom>
              <a:rect b="b" l="l" r="r" t="t"/>
              <a:pathLst>
                <a:path extrusionOk="0" h="9" w="9">
                  <a:moveTo>
                    <a:pt x="4" y="9"/>
                  </a:moveTo>
                  <a:cubicBezTo>
                    <a:pt x="5" y="9"/>
                    <a:pt x="6" y="9"/>
                    <a:pt x="7" y="8"/>
                  </a:cubicBezTo>
                  <a:cubicBezTo>
                    <a:pt x="8" y="8"/>
                    <a:pt x="8" y="8"/>
                    <a:pt x="8" y="8"/>
                  </a:cubicBezTo>
                  <a:cubicBezTo>
                    <a:pt x="9" y="6"/>
                    <a:pt x="9" y="4"/>
                    <a:pt x="8" y="2"/>
                  </a:cubicBezTo>
                  <a:cubicBezTo>
                    <a:pt x="6"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6" name="Google Shape;1256;p26"/>
            <p:cNvSpPr/>
            <p:nvPr/>
          </p:nvSpPr>
          <p:spPr>
            <a:xfrm>
              <a:off x="11160125" y="-249238"/>
              <a:ext cx="41275" cy="38100"/>
            </a:xfrm>
            <a:custGeom>
              <a:rect b="b" l="l" r="r" t="t"/>
              <a:pathLst>
                <a:path extrusionOk="0" h="9" w="10">
                  <a:moveTo>
                    <a:pt x="5" y="9"/>
                  </a:moveTo>
                  <a:cubicBezTo>
                    <a:pt x="6" y="9"/>
                    <a:pt x="7" y="9"/>
                    <a:pt x="7" y="8"/>
                  </a:cubicBezTo>
                  <a:cubicBezTo>
                    <a:pt x="8" y="8"/>
                    <a:pt x="8" y="8"/>
                    <a:pt x="8" y="8"/>
                  </a:cubicBezTo>
                  <a:cubicBezTo>
                    <a:pt x="10" y="6"/>
                    <a:pt x="10" y="4"/>
                    <a:pt x="8" y="2"/>
                  </a:cubicBezTo>
                  <a:cubicBezTo>
                    <a:pt x="7" y="0"/>
                    <a:pt x="4" y="0"/>
                    <a:pt x="3" y="2"/>
                  </a:cubicBezTo>
                  <a:cubicBezTo>
                    <a:pt x="2" y="2"/>
                    <a:pt x="2" y="2"/>
                    <a:pt x="2" y="2"/>
                  </a:cubicBezTo>
                  <a:cubicBezTo>
                    <a:pt x="0" y="4"/>
                    <a:pt x="0" y="6"/>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7" name="Google Shape;1257;p26"/>
            <p:cNvSpPr/>
            <p:nvPr/>
          </p:nvSpPr>
          <p:spPr>
            <a:xfrm>
              <a:off x="12685713" y="-1631950"/>
              <a:ext cx="41275" cy="38100"/>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3"/>
                    <a:pt x="0" y="6"/>
                    <a:pt x="1" y="8"/>
                  </a:cubicBezTo>
                  <a:cubicBezTo>
                    <a:pt x="2" y="8"/>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8" name="Google Shape;1258;p26"/>
            <p:cNvSpPr/>
            <p:nvPr/>
          </p:nvSpPr>
          <p:spPr>
            <a:xfrm>
              <a:off x="11279188" y="-355600"/>
              <a:ext cx="38100" cy="38100"/>
            </a:xfrm>
            <a:custGeom>
              <a:rect b="b" l="l" r="r" t="t"/>
              <a:pathLst>
                <a:path extrusionOk="0" h="9" w="9">
                  <a:moveTo>
                    <a:pt x="4" y="9"/>
                  </a:moveTo>
                  <a:cubicBezTo>
                    <a:pt x="5" y="9"/>
                    <a:pt x="6" y="9"/>
                    <a:pt x="7" y="8"/>
                  </a:cubicBezTo>
                  <a:cubicBezTo>
                    <a:pt x="8" y="7"/>
                    <a:pt x="8" y="7"/>
                    <a:pt x="8" y="7"/>
                  </a:cubicBezTo>
                  <a:cubicBezTo>
                    <a:pt x="9" y="6"/>
                    <a:pt x="9" y="3"/>
                    <a:pt x="8" y="2"/>
                  </a:cubicBezTo>
                  <a:cubicBezTo>
                    <a:pt x="6" y="0"/>
                    <a:pt x="4" y="0"/>
                    <a:pt x="2" y="2"/>
                  </a:cubicBezTo>
                  <a:cubicBezTo>
                    <a:pt x="1" y="2"/>
                    <a:pt x="1" y="2"/>
                    <a:pt x="1"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59" name="Google Shape;1259;p26"/>
            <p:cNvSpPr/>
            <p:nvPr/>
          </p:nvSpPr>
          <p:spPr>
            <a:xfrm>
              <a:off x="10925175" y="-36513"/>
              <a:ext cx="42863" cy="38100"/>
            </a:xfrm>
            <a:custGeom>
              <a:rect b="b" l="l" r="r" t="t"/>
              <a:pathLst>
                <a:path extrusionOk="0" h="9" w="10">
                  <a:moveTo>
                    <a:pt x="5" y="9"/>
                  </a:moveTo>
                  <a:cubicBezTo>
                    <a:pt x="6" y="9"/>
                    <a:pt x="7" y="9"/>
                    <a:pt x="7" y="8"/>
                  </a:cubicBezTo>
                  <a:cubicBezTo>
                    <a:pt x="8" y="8"/>
                    <a:pt x="8" y="8"/>
                    <a:pt x="8" y="8"/>
                  </a:cubicBezTo>
                  <a:cubicBezTo>
                    <a:pt x="10" y="6"/>
                    <a:pt x="10" y="4"/>
                    <a:pt x="8" y="2"/>
                  </a:cubicBezTo>
                  <a:cubicBezTo>
                    <a:pt x="7" y="0"/>
                    <a:pt x="4" y="0"/>
                    <a:pt x="3" y="2"/>
                  </a:cubicBezTo>
                  <a:cubicBezTo>
                    <a:pt x="2" y="2"/>
                    <a:pt x="2" y="2"/>
                    <a:pt x="2" y="2"/>
                  </a:cubicBezTo>
                  <a:cubicBezTo>
                    <a:pt x="0" y="4"/>
                    <a:pt x="0" y="7"/>
                    <a:pt x="2" y="8"/>
                  </a:cubicBezTo>
                  <a:cubicBezTo>
                    <a:pt x="2"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0" name="Google Shape;1260;p26"/>
            <p:cNvSpPr/>
            <p:nvPr/>
          </p:nvSpPr>
          <p:spPr>
            <a:xfrm>
              <a:off x="10456863" y="388937"/>
              <a:ext cx="42863" cy="41275"/>
            </a:xfrm>
            <a:custGeom>
              <a:rect b="b" l="l" r="r" t="t"/>
              <a:pathLst>
                <a:path extrusionOk="0" h="10" w="10">
                  <a:moveTo>
                    <a:pt x="5" y="10"/>
                  </a:moveTo>
                  <a:cubicBezTo>
                    <a:pt x="6"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1" name="Google Shape;1261;p26"/>
            <p:cNvSpPr/>
            <p:nvPr/>
          </p:nvSpPr>
          <p:spPr>
            <a:xfrm>
              <a:off x="12399963" y="-102870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2" name="Google Shape;1262;p26"/>
            <p:cNvSpPr/>
            <p:nvPr/>
          </p:nvSpPr>
          <p:spPr>
            <a:xfrm>
              <a:off x="12045950" y="-709613"/>
              <a:ext cx="42863" cy="38100"/>
            </a:xfrm>
            <a:custGeom>
              <a:rect b="b" l="l" r="r" t="t"/>
              <a:pathLst>
                <a:path extrusionOk="0" h="9" w="10">
                  <a:moveTo>
                    <a:pt x="5" y="9"/>
                  </a:moveTo>
                  <a:cubicBezTo>
                    <a:pt x="6" y="9"/>
                    <a:pt x="7" y="9"/>
                    <a:pt x="7" y="8"/>
                  </a:cubicBezTo>
                  <a:cubicBezTo>
                    <a:pt x="8" y="8"/>
                    <a:pt x="8" y="8"/>
                    <a:pt x="8" y="8"/>
                  </a:cubicBezTo>
                  <a:cubicBezTo>
                    <a:pt x="10" y="6"/>
                    <a:pt x="10" y="4"/>
                    <a:pt x="9" y="2"/>
                  </a:cubicBezTo>
                  <a:cubicBezTo>
                    <a:pt x="7" y="0"/>
                    <a:pt x="5" y="0"/>
                    <a:pt x="3" y="2"/>
                  </a:cubicBezTo>
                  <a:cubicBezTo>
                    <a:pt x="2" y="2"/>
                    <a:pt x="2" y="2"/>
                    <a:pt x="2" y="2"/>
                  </a:cubicBezTo>
                  <a:cubicBezTo>
                    <a:pt x="0" y="4"/>
                    <a:pt x="0" y="7"/>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3" name="Google Shape;1263;p26"/>
            <p:cNvSpPr/>
            <p:nvPr/>
          </p:nvSpPr>
          <p:spPr>
            <a:xfrm>
              <a:off x="11342688" y="-71438"/>
              <a:ext cx="42863" cy="42863"/>
            </a:xfrm>
            <a:custGeom>
              <a:rect b="b" l="l" r="r" t="t"/>
              <a:pathLst>
                <a:path extrusionOk="0" h="10" w="10">
                  <a:moveTo>
                    <a:pt x="7" y="9"/>
                  </a:move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4" y="10"/>
                    <a:pt x="5" y="10"/>
                  </a:cubicBezTo>
                  <a:cubicBezTo>
                    <a:pt x="6" y="10"/>
                    <a:pt x="7"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4" name="Google Shape;1264;p26"/>
            <p:cNvSpPr/>
            <p:nvPr/>
          </p:nvSpPr>
          <p:spPr>
            <a:xfrm>
              <a:off x="11461750" y="-177800"/>
              <a:ext cx="38100" cy="42863"/>
            </a:xfrm>
            <a:custGeom>
              <a:rect b="b" l="l" r="r" t="t"/>
              <a:pathLst>
                <a:path extrusionOk="0" h="10" w="9">
                  <a:moveTo>
                    <a:pt x="7" y="9"/>
                  </a:moveTo>
                  <a:cubicBezTo>
                    <a:pt x="8" y="8"/>
                    <a:pt x="8" y="8"/>
                    <a:pt x="8" y="8"/>
                  </a:cubicBezTo>
                  <a:cubicBezTo>
                    <a:pt x="9" y="6"/>
                    <a:pt x="9" y="4"/>
                    <a:pt x="8" y="2"/>
                  </a:cubicBezTo>
                  <a:cubicBezTo>
                    <a:pt x="7" y="1"/>
                    <a:pt x="4" y="0"/>
                    <a:pt x="2" y="2"/>
                  </a:cubicBezTo>
                  <a:cubicBezTo>
                    <a:pt x="1" y="3"/>
                    <a:pt x="1" y="3"/>
                    <a:pt x="1" y="3"/>
                  </a:cubicBezTo>
                  <a:cubicBezTo>
                    <a:pt x="0" y="4"/>
                    <a:pt x="0" y="7"/>
                    <a:pt x="1" y="8"/>
                  </a:cubicBezTo>
                  <a:cubicBezTo>
                    <a:pt x="2" y="9"/>
                    <a:pt x="3" y="10"/>
                    <a:pt x="4" y="10"/>
                  </a:cubicBezTo>
                  <a:cubicBezTo>
                    <a:pt x="5" y="10"/>
                    <a:pt x="6" y="9"/>
                    <a:pt x="7"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5" name="Google Shape;1265;p26"/>
            <p:cNvSpPr/>
            <p:nvPr/>
          </p:nvSpPr>
          <p:spPr>
            <a:xfrm>
              <a:off x="10406063" y="784225"/>
              <a:ext cx="41275"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7"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6" name="Google Shape;1266;p26"/>
            <p:cNvSpPr/>
            <p:nvPr/>
          </p:nvSpPr>
          <p:spPr>
            <a:xfrm>
              <a:off x="11931650" y="-603250"/>
              <a:ext cx="41275" cy="38100"/>
            </a:xfrm>
            <a:custGeom>
              <a:rect b="b" l="l" r="r" t="t"/>
              <a:pathLst>
                <a:path extrusionOk="0" h="9" w="10">
                  <a:moveTo>
                    <a:pt x="4" y="9"/>
                  </a:moveTo>
                  <a:cubicBezTo>
                    <a:pt x="5" y="9"/>
                    <a:pt x="6" y="9"/>
                    <a:pt x="7" y="8"/>
                  </a:cubicBezTo>
                  <a:cubicBezTo>
                    <a:pt x="8" y="8"/>
                    <a:pt x="8" y="8"/>
                    <a:pt x="8" y="8"/>
                  </a:cubicBezTo>
                  <a:cubicBezTo>
                    <a:pt x="9" y="6"/>
                    <a:pt x="10" y="4"/>
                    <a:pt x="8" y="2"/>
                  </a:cubicBezTo>
                  <a:cubicBezTo>
                    <a:pt x="7" y="0"/>
                    <a:pt x="4" y="0"/>
                    <a:pt x="2" y="2"/>
                  </a:cubicBezTo>
                  <a:cubicBezTo>
                    <a:pt x="1" y="3"/>
                    <a:pt x="1" y="3"/>
                    <a:pt x="1" y="3"/>
                  </a:cubicBezTo>
                  <a:cubicBezTo>
                    <a:pt x="0" y="4"/>
                    <a:pt x="0" y="7"/>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7" name="Google Shape;1267;p26"/>
            <p:cNvSpPr/>
            <p:nvPr/>
          </p:nvSpPr>
          <p:spPr>
            <a:xfrm>
              <a:off x="12165013" y="-815975"/>
              <a:ext cx="42863" cy="38100"/>
            </a:xfrm>
            <a:custGeom>
              <a:rect b="b" l="l" r="r" t="t"/>
              <a:pathLst>
                <a:path extrusionOk="0" h="9" w="10">
                  <a:moveTo>
                    <a:pt x="4" y="9"/>
                  </a:moveTo>
                  <a:cubicBezTo>
                    <a:pt x="5" y="9"/>
                    <a:pt x="6" y="9"/>
                    <a:pt x="7" y="8"/>
                  </a:cubicBezTo>
                  <a:cubicBezTo>
                    <a:pt x="8" y="8"/>
                    <a:pt x="8" y="8"/>
                    <a:pt x="8" y="8"/>
                  </a:cubicBezTo>
                  <a:cubicBezTo>
                    <a:pt x="9" y="6"/>
                    <a:pt x="10" y="4"/>
                    <a:pt x="8" y="2"/>
                  </a:cubicBezTo>
                  <a:cubicBezTo>
                    <a:pt x="7" y="0"/>
                    <a:pt x="4" y="0"/>
                    <a:pt x="2" y="2"/>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8" name="Google Shape;1268;p26"/>
            <p:cNvSpPr/>
            <p:nvPr/>
          </p:nvSpPr>
          <p:spPr>
            <a:xfrm>
              <a:off x="12633325" y="-1241425"/>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69" name="Google Shape;1269;p26"/>
            <p:cNvSpPr/>
            <p:nvPr/>
          </p:nvSpPr>
          <p:spPr>
            <a:xfrm>
              <a:off x="10758488" y="465137"/>
              <a:ext cx="38100" cy="38100"/>
            </a:xfrm>
            <a:custGeom>
              <a:rect b="b" l="l" r="r" t="t"/>
              <a:pathLst>
                <a:path extrusionOk="0" h="9" w="9">
                  <a:moveTo>
                    <a:pt x="7" y="8"/>
                  </a:moveTo>
                  <a:cubicBezTo>
                    <a:pt x="8" y="7"/>
                    <a:pt x="8" y="7"/>
                    <a:pt x="8" y="7"/>
                  </a:cubicBezTo>
                  <a:cubicBezTo>
                    <a:pt x="9" y="6"/>
                    <a:pt x="9" y="3"/>
                    <a:pt x="8" y="1"/>
                  </a:cubicBezTo>
                  <a:cubicBezTo>
                    <a:pt x="6" y="0"/>
                    <a:pt x="4" y="0"/>
                    <a:pt x="2" y="1"/>
                  </a:cubicBezTo>
                  <a:cubicBezTo>
                    <a:pt x="1" y="2"/>
                    <a:pt x="1" y="2"/>
                    <a:pt x="1" y="2"/>
                  </a:cubicBezTo>
                  <a:cubicBezTo>
                    <a:pt x="0" y="3"/>
                    <a:pt x="0" y="6"/>
                    <a:pt x="1" y="8"/>
                  </a:cubicBezTo>
                  <a:cubicBezTo>
                    <a:pt x="2" y="8"/>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0" name="Google Shape;1270;p26"/>
            <p:cNvSpPr/>
            <p:nvPr/>
          </p:nvSpPr>
          <p:spPr>
            <a:xfrm>
              <a:off x="10525125" y="677862"/>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1" name="Google Shape;1271;p26"/>
            <p:cNvSpPr/>
            <p:nvPr/>
          </p:nvSpPr>
          <p:spPr>
            <a:xfrm>
              <a:off x="12280900" y="-922338"/>
              <a:ext cx="41275" cy="38100"/>
            </a:xfrm>
            <a:custGeom>
              <a:rect b="b" l="l" r="r" t="t"/>
              <a:pathLst>
                <a:path extrusionOk="0" h="9" w="10">
                  <a:moveTo>
                    <a:pt x="5" y="9"/>
                  </a:moveTo>
                  <a:cubicBezTo>
                    <a:pt x="6" y="9"/>
                    <a:pt x="7" y="9"/>
                    <a:pt x="7" y="8"/>
                  </a:cubicBezTo>
                  <a:cubicBezTo>
                    <a:pt x="8" y="8"/>
                    <a:pt x="8" y="8"/>
                    <a:pt x="8" y="8"/>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2" name="Google Shape;1272;p26"/>
            <p:cNvSpPr/>
            <p:nvPr/>
          </p:nvSpPr>
          <p:spPr>
            <a:xfrm>
              <a:off x="11228388" y="39687"/>
              <a:ext cx="38100" cy="38100"/>
            </a:xfrm>
            <a:custGeom>
              <a:rect b="b" l="l" r="r" t="t"/>
              <a:pathLst>
                <a:path extrusionOk="0" h="9" w="9">
                  <a:moveTo>
                    <a:pt x="7" y="8"/>
                  </a:moveTo>
                  <a:cubicBezTo>
                    <a:pt x="8" y="7"/>
                    <a:pt x="8" y="7"/>
                    <a:pt x="8" y="7"/>
                  </a:cubicBezTo>
                  <a:cubicBezTo>
                    <a:pt x="9" y="5"/>
                    <a:pt x="9" y="3"/>
                    <a:pt x="8" y="1"/>
                  </a:cubicBezTo>
                  <a:cubicBezTo>
                    <a:pt x="6" y="0"/>
                    <a:pt x="4" y="0"/>
                    <a:pt x="2" y="1"/>
                  </a:cubicBezTo>
                  <a:cubicBezTo>
                    <a:pt x="1" y="2"/>
                    <a:pt x="1" y="2"/>
                    <a:pt x="1" y="2"/>
                  </a:cubicBezTo>
                  <a:cubicBezTo>
                    <a:pt x="0" y="3"/>
                    <a:pt x="0" y="6"/>
                    <a:pt x="1" y="7"/>
                  </a:cubicBezTo>
                  <a:cubicBezTo>
                    <a:pt x="2" y="8"/>
                    <a:pt x="3" y="9"/>
                    <a:pt x="4" y="9"/>
                  </a:cubicBezTo>
                  <a:cubicBezTo>
                    <a:pt x="5" y="9"/>
                    <a:pt x="6"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3" name="Google Shape;1273;p26"/>
            <p:cNvSpPr/>
            <p:nvPr/>
          </p:nvSpPr>
          <p:spPr>
            <a:xfrm>
              <a:off x="11107738" y="146050"/>
              <a:ext cx="42863" cy="38100"/>
            </a:xfrm>
            <a:custGeom>
              <a:rect b="b" l="l" r="r" t="t"/>
              <a:pathLst>
                <a:path extrusionOk="0" h="9" w="10">
                  <a:moveTo>
                    <a:pt x="7" y="8"/>
                  </a:moveTo>
                  <a:cubicBezTo>
                    <a:pt x="8" y="7"/>
                    <a:pt x="8" y="7"/>
                    <a:pt x="8" y="7"/>
                  </a:cubicBezTo>
                  <a:cubicBezTo>
                    <a:pt x="10" y="5"/>
                    <a:pt x="10" y="3"/>
                    <a:pt x="8" y="1"/>
                  </a:cubicBezTo>
                  <a:cubicBezTo>
                    <a:pt x="7" y="0"/>
                    <a:pt x="4" y="0"/>
                    <a:pt x="3" y="1"/>
                  </a:cubicBezTo>
                  <a:cubicBezTo>
                    <a:pt x="2" y="2"/>
                    <a:pt x="2" y="2"/>
                    <a:pt x="2" y="2"/>
                  </a:cubicBezTo>
                  <a:cubicBezTo>
                    <a:pt x="0" y="3"/>
                    <a:pt x="0" y="6"/>
                    <a:pt x="2" y="7"/>
                  </a:cubicBezTo>
                  <a:cubicBezTo>
                    <a:pt x="2" y="8"/>
                    <a:pt x="4" y="9"/>
                    <a:pt x="5" y="9"/>
                  </a:cubicBezTo>
                  <a:cubicBezTo>
                    <a:pt x="6" y="9"/>
                    <a:pt x="7"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4" name="Google Shape;1274;p26"/>
            <p:cNvSpPr/>
            <p:nvPr/>
          </p:nvSpPr>
          <p:spPr>
            <a:xfrm>
              <a:off x="10171113" y="996950"/>
              <a:ext cx="42863"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5" name="Google Shape;1275;p26"/>
            <p:cNvSpPr/>
            <p:nvPr/>
          </p:nvSpPr>
          <p:spPr>
            <a:xfrm>
              <a:off x="9936163" y="1209675"/>
              <a:ext cx="42863" cy="38100"/>
            </a:xfrm>
            <a:custGeom>
              <a:rect b="b" l="l" r="r" t="t"/>
              <a:pathLst>
                <a:path extrusionOk="0" h="9" w="10">
                  <a:moveTo>
                    <a:pt x="3" y="1"/>
                  </a:move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6" name="Google Shape;1276;p26"/>
            <p:cNvSpPr/>
            <p:nvPr/>
          </p:nvSpPr>
          <p:spPr>
            <a:xfrm>
              <a:off x="10993438" y="252412"/>
              <a:ext cx="38100" cy="38100"/>
            </a:xfrm>
            <a:custGeom>
              <a:rect b="b" l="l" r="r" t="t"/>
              <a:pathLst>
                <a:path extrusionOk="0" h="9" w="9">
                  <a:moveTo>
                    <a:pt x="7" y="8"/>
                  </a:moveTo>
                  <a:cubicBezTo>
                    <a:pt x="8" y="7"/>
                    <a:pt x="8" y="7"/>
                    <a:pt x="8" y="7"/>
                  </a:cubicBezTo>
                  <a:cubicBezTo>
                    <a:pt x="9" y="5"/>
                    <a:pt x="9" y="3"/>
                    <a:pt x="8" y="1"/>
                  </a:cubicBezTo>
                  <a:cubicBezTo>
                    <a:pt x="6" y="0"/>
                    <a:pt x="4" y="0"/>
                    <a:pt x="2" y="1"/>
                  </a:cubicBezTo>
                  <a:cubicBezTo>
                    <a:pt x="1" y="2"/>
                    <a:pt x="1" y="2"/>
                    <a:pt x="1" y="2"/>
                  </a:cubicBezTo>
                  <a:cubicBezTo>
                    <a:pt x="0" y="3"/>
                    <a:pt x="0" y="6"/>
                    <a:pt x="1" y="8"/>
                  </a:cubicBezTo>
                  <a:cubicBezTo>
                    <a:pt x="2" y="8"/>
                    <a:pt x="3" y="9"/>
                    <a:pt x="4" y="9"/>
                  </a:cubicBezTo>
                  <a:cubicBezTo>
                    <a:pt x="5" y="9"/>
                    <a:pt x="6" y="8"/>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7" name="Google Shape;1277;p26"/>
            <p:cNvSpPr/>
            <p:nvPr/>
          </p:nvSpPr>
          <p:spPr>
            <a:xfrm>
              <a:off x="11696700" y="-390525"/>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7" y="0"/>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8" name="Google Shape;1278;p26"/>
            <p:cNvSpPr/>
            <p:nvPr/>
          </p:nvSpPr>
          <p:spPr>
            <a:xfrm>
              <a:off x="12868275" y="-1454150"/>
              <a:ext cx="42863" cy="38100"/>
            </a:xfrm>
            <a:custGeom>
              <a:rect b="b" l="l" r="r" t="t"/>
              <a:pathLst>
                <a:path extrusionOk="0" h="9" w="10">
                  <a:moveTo>
                    <a:pt x="4" y="9"/>
                  </a:moveTo>
                  <a:cubicBezTo>
                    <a:pt x="5" y="9"/>
                    <a:pt x="6" y="9"/>
                    <a:pt x="7" y="8"/>
                  </a:cubicBezTo>
                  <a:cubicBezTo>
                    <a:pt x="8" y="7"/>
                    <a:pt x="8" y="7"/>
                    <a:pt x="8" y="7"/>
                  </a:cubicBezTo>
                  <a:cubicBezTo>
                    <a:pt x="9" y="6"/>
                    <a:pt x="10" y="3"/>
                    <a:pt x="8" y="2"/>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79" name="Google Shape;1279;p26"/>
            <p:cNvSpPr/>
            <p:nvPr/>
          </p:nvSpPr>
          <p:spPr>
            <a:xfrm>
              <a:off x="9821863" y="1316037"/>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0" name="Google Shape;1280;p26"/>
            <p:cNvSpPr/>
            <p:nvPr/>
          </p:nvSpPr>
          <p:spPr>
            <a:xfrm>
              <a:off x="12749213" y="-1347788"/>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1" name="Google Shape;1281;p26"/>
            <p:cNvSpPr/>
            <p:nvPr/>
          </p:nvSpPr>
          <p:spPr>
            <a:xfrm>
              <a:off x="10290175" y="890587"/>
              <a:ext cx="38100"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2" name="Google Shape;1282;p26"/>
            <p:cNvSpPr/>
            <p:nvPr/>
          </p:nvSpPr>
          <p:spPr>
            <a:xfrm>
              <a:off x="12984163" y="-1560513"/>
              <a:ext cx="41275" cy="39688"/>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3" name="Google Shape;1283;p26"/>
            <p:cNvSpPr/>
            <p:nvPr/>
          </p:nvSpPr>
          <p:spPr>
            <a:xfrm>
              <a:off x="11577638" y="-284163"/>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4" name="Google Shape;1284;p26"/>
            <p:cNvSpPr/>
            <p:nvPr/>
          </p:nvSpPr>
          <p:spPr>
            <a:xfrm>
              <a:off x="10055225" y="1103312"/>
              <a:ext cx="39688" cy="38100"/>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5" name="Google Shape;1285;p26"/>
            <p:cNvSpPr/>
            <p:nvPr/>
          </p:nvSpPr>
          <p:spPr>
            <a:xfrm>
              <a:off x="11811000" y="-496888"/>
              <a:ext cx="42863" cy="42863"/>
            </a:xfrm>
            <a:custGeom>
              <a:rect b="b" l="l" r="r" t="t"/>
              <a:pathLst>
                <a:path extrusionOk="0" h="10" w="10">
                  <a:moveTo>
                    <a:pt x="5" y="10"/>
                  </a:moveTo>
                  <a:cubicBezTo>
                    <a:pt x="6" y="10"/>
                    <a:pt x="7" y="9"/>
                    <a:pt x="7" y="8"/>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6" name="Google Shape;1286;p26"/>
            <p:cNvSpPr/>
            <p:nvPr/>
          </p:nvSpPr>
          <p:spPr>
            <a:xfrm>
              <a:off x="10874375" y="358775"/>
              <a:ext cx="42863" cy="38100"/>
            </a:xfrm>
            <a:custGeom>
              <a:rect b="b" l="l" r="r" t="t"/>
              <a:pathLst>
                <a:path extrusionOk="0" h="9" w="10">
                  <a:moveTo>
                    <a:pt x="7" y="8"/>
                  </a:moveTo>
                  <a:cubicBezTo>
                    <a:pt x="8" y="7"/>
                    <a:pt x="8" y="7"/>
                    <a:pt x="8" y="7"/>
                  </a:cubicBezTo>
                  <a:cubicBezTo>
                    <a:pt x="10" y="6"/>
                    <a:pt x="10" y="3"/>
                    <a:pt x="8" y="1"/>
                  </a:cubicBezTo>
                  <a:cubicBezTo>
                    <a:pt x="7" y="0"/>
                    <a:pt x="4" y="0"/>
                    <a:pt x="3" y="1"/>
                  </a:cubicBezTo>
                  <a:cubicBezTo>
                    <a:pt x="2" y="2"/>
                    <a:pt x="2" y="2"/>
                    <a:pt x="2" y="2"/>
                  </a:cubicBezTo>
                  <a:cubicBezTo>
                    <a:pt x="0" y="3"/>
                    <a:pt x="0" y="6"/>
                    <a:pt x="2" y="8"/>
                  </a:cubicBezTo>
                  <a:cubicBezTo>
                    <a:pt x="2" y="8"/>
                    <a:pt x="4" y="9"/>
                    <a:pt x="5" y="9"/>
                  </a:cubicBezTo>
                  <a:cubicBezTo>
                    <a:pt x="6" y="9"/>
                    <a:pt x="7"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7" name="Google Shape;1287;p26"/>
            <p:cNvSpPr/>
            <p:nvPr/>
          </p:nvSpPr>
          <p:spPr>
            <a:xfrm>
              <a:off x="10639425" y="571500"/>
              <a:ext cx="42863" cy="38100"/>
            </a:xfrm>
            <a:custGeom>
              <a:rect b="b" l="l" r="r" t="t"/>
              <a:pathLst>
                <a:path extrusionOk="0" h="9" w="10">
                  <a:moveTo>
                    <a:pt x="3" y="1"/>
                  </a:moveTo>
                  <a:cubicBezTo>
                    <a:pt x="2" y="2"/>
                    <a:pt x="2" y="2"/>
                    <a:pt x="2" y="2"/>
                  </a:cubicBezTo>
                  <a:cubicBezTo>
                    <a:pt x="0" y="3"/>
                    <a:pt x="0" y="6"/>
                    <a:pt x="2" y="8"/>
                  </a:cubicBezTo>
                  <a:cubicBezTo>
                    <a:pt x="2" y="9"/>
                    <a:pt x="4" y="9"/>
                    <a:pt x="5" y="9"/>
                  </a:cubicBezTo>
                  <a:cubicBezTo>
                    <a:pt x="6" y="9"/>
                    <a:pt x="7" y="9"/>
                    <a:pt x="7" y="8"/>
                  </a:cubicBezTo>
                  <a:cubicBezTo>
                    <a:pt x="8" y="7"/>
                    <a:pt x="8" y="7"/>
                    <a:pt x="8" y="7"/>
                  </a:cubicBezTo>
                  <a:cubicBezTo>
                    <a:pt x="10" y="6"/>
                    <a:pt x="10" y="3"/>
                    <a:pt x="8" y="1"/>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8" name="Google Shape;1288;p26"/>
            <p:cNvSpPr/>
            <p:nvPr/>
          </p:nvSpPr>
          <p:spPr>
            <a:xfrm>
              <a:off x="12514263" y="-1135063"/>
              <a:ext cx="42863" cy="38100"/>
            </a:xfrm>
            <a:custGeom>
              <a:rect b="b" l="l" r="r" t="t"/>
              <a:pathLst>
                <a:path extrusionOk="0" h="9" w="10">
                  <a:moveTo>
                    <a:pt x="5" y="9"/>
                  </a:moveTo>
                  <a:cubicBezTo>
                    <a:pt x="6" y="9"/>
                    <a:pt x="7" y="9"/>
                    <a:pt x="7" y="8"/>
                  </a:cubicBezTo>
                  <a:cubicBezTo>
                    <a:pt x="8" y="7"/>
                    <a:pt x="8" y="7"/>
                    <a:pt x="8" y="7"/>
                  </a:cubicBezTo>
                  <a:cubicBezTo>
                    <a:pt x="10" y="6"/>
                    <a:pt x="10" y="3"/>
                    <a:pt x="9" y="2"/>
                  </a:cubicBezTo>
                  <a:cubicBezTo>
                    <a:pt x="7" y="0"/>
                    <a:pt x="5" y="0"/>
                    <a:pt x="3" y="2"/>
                  </a:cubicBezTo>
                  <a:cubicBezTo>
                    <a:pt x="2" y="2"/>
                    <a:pt x="2" y="2"/>
                    <a:pt x="2" y="2"/>
                  </a:cubicBezTo>
                  <a:cubicBezTo>
                    <a:pt x="0"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89" name="Google Shape;1289;p26"/>
            <p:cNvSpPr/>
            <p:nvPr/>
          </p:nvSpPr>
          <p:spPr>
            <a:xfrm>
              <a:off x="12357100" y="-644525"/>
              <a:ext cx="42863"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0" name="Google Shape;1290;p26"/>
            <p:cNvSpPr/>
            <p:nvPr/>
          </p:nvSpPr>
          <p:spPr>
            <a:xfrm>
              <a:off x="12476163" y="-750887"/>
              <a:ext cx="42863"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1" name="Google Shape;1291;p26"/>
            <p:cNvSpPr/>
            <p:nvPr/>
          </p:nvSpPr>
          <p:spPr>
            <a:xfrm>
              <a:off x="11772900" y="-114300"/>
              <a:ext cx="42863" cy="39688"/>
            </a:xfrm>
            <a:custGeom>
              <a:rect b="b" l="l" r="r" t="t"/>
              <a:pathLst>
                <a:path extrusionOk="0" h="9" w="10">
                  <a:moveTo>
                    <a:pt x="2" y="3"/>
                  </a:moveTo>
                  <a:cubicBezTo>
                    <a:pt x="0" y="4"/>
                    <a:pt x="0" y="7"/>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2" name="Google Shape;1292;p26"/>
            <p:cNvSpPr/>
            <p:nvPr/>
          </p:nvSpPr>
          <p:spPr>
            <a:xfrm>
              <a:off x="10366375" y="1166813"/>
              <a:ext cx="42863" cy="38100"/>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3" name="Google Shape;1293;p26"/>
            <p:cNvSpPr/>
            <p:nvPr/>
          </p:nvSpPr>
          <p:spPr>
            <a:xfrm>
              <a:off x="11069638" y="528638"/>
              <a:ext cx="42863" cy="38100"/>
            </a:xfrm>
            <a:custGeom>
              <a:rect b="b" l="l" r="r" t="t"/>
              <a:pathLst>
                <a:path extrusionOk="0" h="9" w="10">
                  <a:moveTo>
                    <a:pt x="2" y="2"/>
                  </a:moveTo>
                  <a:cubicBezTo>
                    <a:pt x="0" y="3"/>
                    <a:pt x="0" y="6"/>
                    <a:pt x="1" y="7"/>
                  </a:cubicBezTo>
                  <a:cubicBezTo>
                    <a:pt x="2" y="8"/>
                    <a:pt x="3" y="9"/>
                    <a:pt x="4" y="9"/>
                  </a:cubicBezTo>
                  <a:cubicBezTo>
                    <a:pt x="5" y="9"/>
                    <a:pt x="6" y="8"/>
                    <a:pt x="7" y="8"/>
                  </a:cubicBezTo>
                  <a:cubicBezTo>
                    <a:pt x="8" y="7"/>
                    <a:pt x="8" y="7"/>
                    <a:pt x="8" y="7"/>
                  </a:cubicBezTo>
                  <a:cubicBezTo>
                    <a:pt x="10" y="5"/>
                    <a:pt x="10" y="3"/>
                    <a:pt x="8" y="1"/>
                  </a:cubicBezTo>
                  <a:cubicBezTo>
                    <a:pt x="7" y="0"/>
                    <a:pt x="4" y="0"/>
                    <a:pt x="2"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4" name="Google Shape;1294;p26"/>
            <p:cNvSpPr/>
            <p:nvPr/>
          </p:nvSpPr>
          <p:spPr>
            <a:xfrm>
              <a:off x="11185525" y="417513"/>
              <a:ext cx="42863" cy="42863"/>
            </a:xfrm>
            <a:custGeom>
              <a:rect b="b" l="l" r="r" t="t"/>
              <a:pathLst>
                <a:path extrusionOk="0" h="10" w="10">
                  <a:moveTo>
                    <a:pt x="2" y="3"/>
                  </a:moveTo>
                  <a:cubicBezTo>
                    <a:pt x="0" y="4"/>
                    <a:pt x="0" y="7"/>
                    <a:pt x="2" y="8"/>
                  </a:cubicBezTo>
                  <a:cubicBezTo>
                    <a:pt x="3" y="9"/>
                    <a:pt x="4" y="10"/>
                    <a:pt x="5" y="10"/>
                  </a:cubicBezTo>
                  <a:cubicBezTo>
                    <a:pt x="6" y="10"/>
                    <a:pt x="7" y="9"/>
                    <a:pt x="8" y="9"/>
                  </a:cubicBezTo>
                  <a:cubicBezTo>
                    <a:pt x="8" y="8"/>
                    <a:pt x="8" y="8"/>
                    <a:pt x="8" y="8"/>
                  </a:cubicBezTo>
                  <a:cubicBezTo>
                    <a:pt x="10" y="6"/>
                    <a:pt x="10" y="4"/>
                    <a:pt x="9" y="2"/>
                  </a:cubicBezTo>
                  <a:cubicBezTo>
                    <a:pt x="7" y="1"/>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5" name="Google Shape;1295;p26"/>
            <p:cNvSpPr/>
            <p:nvPr/>
          </p:nvSpPr>
          <p:spPr>
            <a:xfrm>
              <a:off x="10482263" y="1060450"/>
              <a:ext cx="42863" cy="38100"/>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1"/>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6" name="Google Shape;1296;p26"/>
            <p:cNvSpPr/>
            <p:nvPr/>
          </p:nvSpPr>
          <p:spPr>
            <a:xfrm>
              <a:off x="10601325" y="954088"/>
              <a:ext cx="42863" cy="38100"/>
            </a:xfrm>
            <a:custGeom>
              <a:rect b="b" l="l" r="r" t="t"/>
              <a:pathLst>
                <a:path extrusionOk="0" h="9" w="10">
                  <a:moveTo>
                    <a:pt x="2" y="1"/>
                  </a:moveTo>
                  <a:cubicBezTo>
                    <a:pt x="2" y="2"/>
                    <a:pt x="2" y="2"/>
                    <a:pt x="2" y="2"/>
                  </a:cubicBezTo>
                  <a:cubicBezTo>
                    <a:pt x="0" y="3"/>
                    <a:pt x="0" y="6"/>
                    <a:pt x="1" y="8"/>
                  </a:cubicBezTo>
                  <a:cubicBezTo>
                    <a:pt x="2" y="8"/>
                    <a:pt x="3" y="9"/>
                    <a:pt x="4" y="9"/>
                  </a:cubicBezTo>
                  <a:cubicBezTo>
                    <a:pt x="5" y="9"/>
                    <a:pt x="6" y="9"/>
                    <a:pt x="7" y="8"/>
                  </a:cubicBezTo>
                  <a:cubicBezTo>
                    <a:pt x="8" y="7"/>
                    <a:pt x="8" y="7"/>
                    <a:pt x="8" y="7"/>
                  </a:cubicBezTo>
                  <a:cubicBezTo>
                    <a:pt x="9" y="6"/>
                    <a:pt x="10" y="3"/>
                    <a:pt x="8" y="1"/>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7" name="Google Shape;1297;p26"/>
            <p:cNvSpPr/>
            <p:nvPr/>
          </p:nvSpPr>
          <p:spPr>
            <a:xfrm>
              <a:off x="11304588" y="311150"/>
              <a:ext cx="42863" cy="42863"/>
            </a:xfrm>
            <a:custGeom>
              <a:rect b="b" l="l" r="r" t="t"/>
              <a:pathLst>
                <a:path extrusionOk="0" h="10" w="10">
                  <a:moveTo>
                    <a:pt x="2" y="3"/>
                  </a:move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1"/>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8" name="Google Shape;1298;p26"/>
            <p:cNvSpPr/>
            <p:nvPr/>
          </p:nvSpPr>
          <p:spPr>
            <a:xfrm>
              <a:off x="11888788" y="-220662"/>
              <a:ext cx="42863" cy="39688"/>
            </a:xfrm>
            <a:custGeom>
              <a:rect b="b" l="l" r="r" t="t"/>
              <a:pathLst>
                <a:path extrusionOk="0" h="9" w="10">
                  <a:moveTo>
                    <a:pt x="2" y="2"/>
                  </a:moveTo>
                  <a:cubicBezTo>
                    <a:pt x="1" y="4"/>
                    <a:pt x="0" y="7"/>
                    <a:pt x="2" y="8"/>
                  </a:cubicBezTo>
                  <a:cubicBezTo>
                    <a:pt x="3" y="9"/>
                    <a:pt x="4" y="9"/>
                    <a:pt x="5" y="9"/>
                  </a:cubicBezTo>
                  <a:cubicBezTo>
                    <a:pt x="6" y="9"/>
                    <a:pt x="7" y="9"/>
                    <a:pt x="8" y="8"/>
                  </a:cubicBezTo>
                  <a:cubicBezTo>
                    <a:pt x="8" y="8"/>
                    <a:pt x="8" y="8"/>
                    <a:pt x="8" y="8"/>
                  </a:cubicBezTo>
                  <a:cubicBezTo>
                    <a:pt x="10" y="6"/>
                    <a:pt x="10" y="4"/>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299" name="Google Shape;1299;p26"/>
            <p:cNvSpPr/>
            <p:nvPr/>
          </p:nvSpPr>
          <p:spPr>
            <a:xfrm>
              <a:off x="12592050" y="-857250"/>
              <a:ext cx="41275"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0" name="Google Shape;1300;p26"/>
            <p:cNvSpPr/>
            <p:nvPr/>
          </p:nvSpPr>
          <p:spPr>
            <a:xfrm>
              <a:off x="12007850" y="-327025"/>
              <a:ext cx="42863" cy="39688"/>
            </a:xfrm>
            <a:custGeom>
              <a:rect b="b" l="l" r="r" t="t"/>
              <a:pathLst>
                <a:path extrusionOk="0" h="9" w="10">
                  <a:moveTo>
                    <a:pt x="2" y="2"/>
                  </a:moveTo>
                  <a:cubicBezTo>
                    <a:pt x="0" y="4"/>
                    <a:pt x="0" y="6"/>
                    <a:pt x="1" y="8"/>
                  </a:cubicBezTo>
                  <a:cubicBezTo>
                    <a:pt x="2" y="9"/>
                    <a:pt x="3" y="9"/>
                    <a:pt x="4" y="9"/>
                  </a:cubicBezTo>
                  <a:cubicBezTo>
                    <a:pt x="5" y="9"/>
                    <a:pt x="6" y="9"/>
                    <a:pt x="7" y="8"/>
                  </a:cubicBezTo>
                  <a:cubicBezTo>
                    <a:pt x="8" y="8"/>
                    <a:pt x="8" y="8"/>
                    <a:pt x="8" y="8"/>
                  </a:cubicBezTo>
                  <a:cubicBezTo>
                    <a:pt x="10" y="6"/>
                    <a:pt x="10" y="4"/>
                    <a:pt x="8" y="2"/>
                  </a:cubicBezTo>
                  <a:cubicBezTo>
                    <a:pt x="7" y="0"/>
                    <a:pt x="4"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1" name="Google Shape;1301;p26"/>
            <p:cNvSpPr/>
            <p:nvPr/>
          </p:nvSpPr>
          <p:spPr>
            <a:xfrm>
              <a:off x="12241213" y="-539750"/>
              <a:ext cx="42863" cy="39688"/>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2" name="Google Shape;1302;p26"/>
            <p:cNvSpPr/>
            <p:nvPr/>
          </p:nvSpPr>
          <p:spPr>
            <a:xfrm>
              <a:off x="11539538" y="98425"/>
              <a:ext cx="41275" cy="42863"/>
            </a:xfrm>
            <a:custGeom>
              <a:rect b="b" l="l" r="r" t="t"/>
              <a:pathLst>
                <a:path extrusionOk="0" h="10" w="10">
                  <a:moveTo>
                    <a:pt x="2" y="3"/>
                  </a:move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3" name="Google Shape;1303;p26"/>
            <p:cNvSpPr/>
            <p:nvPr/>
          </p:nvSpPr>
          <p:spPr>
            <a:xfrm>
              <a:off x="11418888" y="204788"/>
              <a:ext cx="42863" cy="42863"/>
            </a:xfrm>
            <a:custGeom>
              <a:rect b="b" l="l" r="r" t="t"/>
              <a:pathLst>
                <a:path extrusionOk="0" h="10" w="10">
                  <a:moveTo>
                    <a:pt x="2" y="3"/>
                  </a:move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4" name="Google Shape;1304;p26"/>
            <p:cNvSpPr/>
            <p:nvPr/>
          </p:nvSpPr>
          <p:spPr>
            <a:xfrm>
              <a:off x="11653838" y="-7937"/>
              <a:ext cx="42863" cy="42863"/>
            </a:xfrm>
            <a:custGeom>
              <a:rect b="b" l="l" r="r" t="t"/>
              <a:pathLst>
                <a:path extrusionOk="0" h="10" w="10">
                  <a:moveTo>
                    <a:pt x="2" y="3"/>
                  </a:moveTo>
                  <a:cubicBezTo>
                    <a:pt x="1" y="4"/>
                    <a:pt x="0" y="7"/>
                    <a:pt x="2" y="8"/>
                  </a:cubicBezTo>
                  <a:cubicBezTo>
                    <a:pt x="3" y="9"/>
                    <a:pt x="4" y="10"/>
                    <a:pt x="5" y="10"/>
                  </a:cubicBezTo>
                  <a:cubicBezTo>
                    <a:pt x="6" y="10"/>
                    <a:pt x="7" y="9"/>
                    <a:pt x="8" y="8"/>
                  </a:cubicBezTo>
                  <a:cubicBezTo>
                    <a:pt x="8" y="8"/>
                    <a:pt x="8" y="8"/>
                    <a:pt x="8" y="8"/>
                  </a:cubicBezTo>
                  <a:cubicBezTo>
                    <a:pt x="10" y="6"/>
                    <a:pt x="10" y="4"/>
                    <a:pt x="9" y="2"/>
                  </a:cubicBezTo>
                  <a:cubicBezTo>
                    <a:pt x="7" y="0"/>
                    <a:pt x="5" y="0"/>
                    <a:pt x="3" y="2"/>
                  </a:cubicBezTo>
                  <a:lnTo>
                    <a:pt x="2" y="3"/>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5" name="Google Shape;1305;p26"/>
            <p:cNvSpPr/>
            <p:nvPr/>
          </p:nvSpPr>
          <p:spPr>
            <a:xfrm>
              <a:off x="12122150" y="-433387"/>
              <a:ext cx="42863" cy="39688"/>
            </a:xfrm>
            <a:custGeom>
              <a:rect b="b" l="l" r="r" t="t"/>
              <a:pathLst>
                <a:path extrusionOk="0" h="9" w="10">
                  <a:moveTo>
                    <a:pt x="2" y="2"/>
                  </a:moveTo>
                  <a:cubicBezTo>
                    <a:pt x="1" y="4"/>
                    <a:pt x="0" y="6"/>
                    <a:pt x="2" y="8"/>
                  </a:cubicBezTo>
                  <a:cubicBezTo>
                    <a:pt x="3" y="9"/>
                    <a:pt x="4" y="9"/>
                    <a:pt x="5" y="9"/>
                  </a:cubicBezTo>
                  <a:cubicBezTo>
                    <a:pt x="6" y="9"/>
                    <a:pt x="7" y="9"/>
                    <a:pt x="8" y="8"/>
                  </a:cubicBezTo>
                  <a:cubicBezTo>
                    <a:pt x="8" y="8"/>
                    <a:pt x="8" y="8"/>
                    <a:pt x="8" y="8"/>
                  </a:cubicBezTo>
                  <a:cubicBezTo>
                    <a:pt x="10" y="6"/>
                    <a:pt x="10" y="3"/>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6" name="Google Shape;1306;p26"/>
            <p:cNvSpPr/>
            <p:nvPr/>
          </p:nvSpPr>
          <p:spPr>
            <a:xfrm>
              <a:off x="10836275" y="741363"/>
              <a:ext cx="41275" cy="38100"/>
            </a:xfrm>
            <a:custGeom>
              <a:rect b="b" l="l" r="r" t="t"/>
              <a:pathLst>
                <a:path extrusionOk="0" h="9" w="10">
                  <a:moveTo>
                    <a:pt x="2" y="2"/>
                  </a:moveTo>
                  <a:cubicBezTo>
                    <a:pt x="0" y="3"/>
                    <a:pt x="0" y="6"/>
                    <a:pt x="1" y="8"/>
                  </a:cubicBezTo>
                  <a:cubicBezTo>
                    <a:pt x="2" y="8"/>
                    <a:pt x="3" y="9"/>
                    <a:pt x="4" y="9"/>
                  </a:cubicBezTo>
                  <a:cubicBezTo>
                    <a:pt x="5" y="9"/>
                    <a:pt x="6" y="9"/>
                    <a:pt x="7" y="8"/>
                  </a:cubicBezTo>
                  <a:cubicBezTo>
                    <a:pt x="8" y="7"/>
                    <a:pt x="8" y="7"/>
                    <a:pt x="8" y="7"/>
                  </a:cubicBezTo>
                  <a:cubicBezTo>
                    <a:pt x="10" y="6"/>
                    <a:pt x="10" y="3"/>
                    <a:pt x="8" y="1"/>
                  </a:cubicBezTo>
                  <a:cubicBezTo>
                    <a:pt x="7" y="0"/>
                    <a:pt x="4" y="0"/>
                    <a:pt x="2"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7" name="Google Shape;1307;p26"/>
            <p:cNvSpPr/>
            <p:nvPr/>
          </p:nvSpPr>
          <p:spPr>
            <a:xfrm>
              <a:off x="10247313" y="1273175"/>
              <a:ext cx="42863" cy="38100"/>
            </a:xfrm>
            <a:custGeom>
              <a:rect b="b" l="l" r="r" t="t"/>
              <a:pathLst>
                <a:path extrusionOk="0" h="9" w="10">
                  <a:moveTo>
                    <a:pt x="8" y="7"/>
                  </a:moveTo>
                  <a:cubicBezTo>
                    <a:pt x="10" y="6"/>
                    <a:pt x="10" y="3"/>
                    <a:pt x="9" y="2"/>
                  </a:cubicBezTo>
                  <a:cubicBezTo>
                    <a:pt x="7" y="0"/>
                    <a:pt x="5" y="0"/>
                    <a:pt x="3" y="1"/>
                  </a:cubicBezTo>
                  <a:cubicBezTo>
                    <a:pt x="2" y="2"/>
                    <a:pt x="2" y="2"/>
                    <a:pt x="2" y="2"/>
                  </a:cubicBezTo>
                  <a:cubicBezTo>
                    <a:pt x="0" y="4"/>
                    <a:pt x="0" y="6"/>
                    <a:pt x="2" y="8"/>
                  </a:cubicBezTo>
                  <a:cubicBezTo>
                    <a:pt x="2" y="8"/>
                    <a:pt x="3" y="9"/>
                    <a:pt x="4" y="9"/>
                  </a:cubicBezTo>
                  <a:cubicBezTo>
                    <a:pt x="5" y="9"/>
                    <a:pt x="6" y="8"/>
                    <a:pt x="7" y="8"/>
                  </a:cubicBezTo>
                  <a:cubicBezTo>
                    <a:pt x="7" y="8"/>
                    <a:pt x="7" y="8"/>
                    <a:pt x="7" y="8"/>
                  </a:cubicBezTo>
                  <a:lnTo>
                    <a:pt x="8" y="7"/>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8" name="Google Shape;1308;p26"/>
            <p:cNvSpPr/>
            <p:nvPr/>
          </p:nvSpPr>
          <p:spPr>
            <a:xfrm>
              <a:off x="12944475" y="-1176337"/>
              <a:ext cx="42863" cy="38100"/>
            </a:xfrm>
            <a:custGeom>
              <a:rect b="b" l="l" r="r" t="t"/>
              <a:pathLst>
                <a:path extrusionOk="0" h="9" w="10">
                  <a:moveTo>
                    <a:pt x="4" y="9"/>
                  </a:moveTo>
                  <a:cubicBezTo>
                    <a:pt x="5" y="9"/>
                    <a:pt x="6" y="9"/>
                    <a:pt x="7" y="8"/>
                  </a:cubicBez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09" name="Google Shape;1309;p26"/>
            <p:cNvSpPr/>
            <p:nvPr/>
          </p:nvSpPr>
          <p:spPr>
            <a:xfrm>
              <a:off x="13060363" y="-1282700"/>
              <a:ext cx="42863" cy="38100"/>
            </a:xfrm>
            <a:custGeom>
              <a:rect b="b" l="l" r="r" t="t"/>
              <a:pathLst>
                <a:path extrusionOk="0" h="9" w="10">
                  <a:moveTo>
                    <a:pt x="5" y="9"/>
                  </a:moveTo>
                  <a:cubicBezTo>
                    <a:pt x="6" y="9"/>
                    <a:pt x="7" y="9"/>
                    <a:pt x="8" y="8"/>
                  </a:cubicBezTo>
                  <a:cubicBezTo>
                    <a:pt x="8" y="7"/>
                    <a:pt x="8" y="7"/>
                    <a:pt x="8" y="7"/>
                  </a:cubicBezTo>
                  <a:cubicBezTo>
                    <a:pt x="10" y="6"/>
                    <a:pt x="10" y="3"/>
                    <a:pt x="9" y="1"/>
                  </a:cubicBezTo>
                  <a:cubicBezTo>
                    <a:pt x="7" y="0"/>
                    <a:pt x="5" y="0"/>
                    <a:pt x="3" y="1"/>
                  </a:cubicBezTo>
                  <a:cubicBezTo>
                    <a:pt x="2" y="2"/>
                    <a:pt x="2" y="2"/>
                    <a:pt x="2" y="2"/>
                  </a:cubicBezTo>
                  <a:cubicBezTo>
                    <a:pt x="1" y="4"/>
                    <a:pt x="0" y="6"/>
                    <a:pt x="2" y="8"/>
                  </a:cubicBezTo>
                  <a:cubicBezTo>
                    <a:pt x="3" y="9"/>
                    <a:pt x="4" y="9"/>
                    <a:pt x="5"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0" name="Google Shape;1310;p26"/>
            <p:cNvSpPr/>
            <p:nvPr/>
          </p:nvSpPr>
          <p:spPr>
            <a:xfrm>
              <a:off x="10950575" y="635000"/>
              <a:ext cx="42863" cy="38100"/>
            </a:xfrm>
            <a:custGeom>
              <a:rect b="b" l="l" r="r" t="t"/>
              <a:pathLst>
                <a:path extrusionOk="0" h="9" w="10">
                  <a:moveTo>
                    <a:pt x="2" y="2"/>
                  </a:moveTo>
                  <a:cubicBezTo>
                    <a:pt x="0" y="3"/>
                    <a:pt x="0" y="6"/>
                    <a:pt x="2" y="7"/>
                  </a:cubicBezTo>
                  <a:cubicBezTo>
                    <a:pt x="3" y="8"/>
                    <a:pt x="4" y="9"/>
                    <a:pt x="5" y="9"/>
                  </a:cubicBezTo>
                  <a:cubicBezTo>
                    <a:pt x="6" y="9"/>
                    <a:pt x="7" y="8"/>
                    <a:pt x="7" y="8"/>
                  </a:cubicBezTo>
                  <a:cubicBezTo>
                    <a:pt x="8" y="7"/>
                    <a:pt x="8" y="7"/>
                    <a:pt x="8" y="7"/>
                  </a:cubicBezTo>
                  <a:cubicBezTo>
                    <a:pt x="10" y="5"/>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1" name="Google Shape;1311;p26"/>
            <p:cNvSpPr/>
            <p:nvPr/>
          </p:nvSpPr>
          <p:spPr>
            <a:xfrm>
              <a:off x="10715625" y="847725"/>
              <a:ext cx="42863" cy="38100"/>
            </a:xfrm>
            <a:custGeom>
              <a:rect b="b" l="l" r="r" t="t"/>
              <a:pathLst>
                <a:path extrusionOk="0" h="9" w="10">
                  <a:moveTo>
                    <a:pt x="2" y="2"/>
                  </a:moveTo>
                  <a:cubicBezTo>
                    <a:pt x="0" y="3"/>
                    <a:pt x="0" y="6"/>
                    <a:pt x="2" y="8"/>
                  </a:cubicBezTo>
                  <a:cubicBezTo>
                    <a:pt x="3" y="8"/>
                    <a:pt x="4" y="9"/>
                    <a:pt x="5" y="9"/>
                  </a:cubicBezTo>
                  <a:cubicBezTo>
                    <a:pt x="6" y="9"/>
                    <a:pt x="7" y="9"/>
                    <a:pt x="7" y="8"/>
                  </a:cubicBezTo>
                  <a:cubicBezTo>
                    <a:pt x="8" y="7"/>
                    <a:pt x="8" y="7"/>
                    <a:pt x="8" y="7"/>
                  </a:cubicBezTo>
                  <a:cubicBezTo>
                    <a:pt x="10" y="6"/>
                    <a:pt x="10" y="3"/>
                    <a:pt x="9" y="1"/>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2" name="Google Shape;1312;p26"/>
            <p:cNvSpPr/>
            <p:nvPr/>
          </p:nvSpPr>
          <p:spPr>
            <a:xfrm>
              <a:off x="12711113" y="-963612"/>
              <a:ext cx="42863"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3" name="Google Shape;1313;p26"/>
            <p:cNvSpPr/>
            <p:nvPr/>
          </p:nvSpPr>
          <p:spPr>
            <a:xfrm>
              <a:off x="12825413" y="-1069975"/>
              <a:ext cx="42863" cy="38100"/>
            </a:xfrm>
            <a:custGeom>
              <a:rect b="b" l="l" r="r" t="t"/>
              <a:pathLst>
                <a:path extrusionOk="0" h="9" w="10">
                  <a:moveTo>
                    <a:pt x="2" y="2"/>
                  </a:move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4" name="Google Shape;1314;p26"/>
            <p:cNvSpPr/>
            <p:nvPr/>
          </p:nvSpPr>
          <p:spPr>
            <a:xfrm>
              <a:off x="11471275" y="511175"/>
              <a:ext cx="38100" cy="38100"/>
            </a:xfrm>
            <a:custGeom>
              <a:rect b="b" l="l" r="r" t="t"/>
              <a:pathLst>
                <a:path extrusionOk="0" h="9" w="9">
                  <a:moveTo>
                    <a:pt x="2" y="2"/>
                  </a:moveTo>
                  <a:cubicBezTo>
                    <a:pt x="1" y="3"/>
                    <a:pt x="1" y="3"/>
                    <a:pt x="1" y="3"/>
                  </a:cubicBezTo>
                  <a:cubicBezTo>
                    <a:pt x="0" y="4"/>
                    <a:pt x="0" y="7"/>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5" name="Google Shape;1315;p26"/>
            <p:cNvSpPr/>
            <p:nvPr/>
          </p:nvSpPr>
          <p:spPr>
            <a:xfrm>
              <a:off x="11585575" y="404813"/>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5"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6" name="Google Shape;1316;p26"/>
            <p:cNvSpPr/>
            <p:nvPr/>
          </p:nvSpPr>
          <p:spPr>
            <a:xfrm>
              <a:off x="12642850" y="-552450"/>
              <a:ext cx="38100" cy="39688"/>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7" name="Google Shape;1317;p26"/>
            <p:cNvSpPr/>
            <p:nvPr/>
          </p:nvSpPr>
          <p:spPr>
            <a:xfrm>
              <a:off x="11939588" y="85725"/>
              <a:ext cx="38100" cy="39688"/>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8" name="Google Shape;1318;p26"/>
            <p:cNvSpPr/>
            <p:nvPr/>
          </p:nvSpPr>
          <p:spPr>
            <a:xfrm>
              <a:off x="11350625" y="617538"/>
              <a:ext cx="42863" cy="42863"/>
            </a:xfrm>
            <a:custGeom>
              <a:rect b="b" l="l" r="r" t="t"/>
              <a:pathLst>
                <a:path extrusionOk="0" h="10" w="10">
                  <a:moveTo>
                    <a:pt x="3" y="2"/>
                  </a:moveTo>
                  <a:cubicBezTo>
                    <a:pt x="2" y="3"/>
                    <a:pt x="2" y="3"/>
                    <a:pt x="2" y="3"/>
                  </a:cubicBezTo>
                  <a:cubicBezTo>
                    <a:pt x="0" y="4"/>
                    <a:pt x="0" y="7"/>
                    <a:pt x="2" y="8"/>
                  </a:cubicBezTo>
                  <a:cubicBezTo>
                    <a:pt x="2" y="9"/>
                    <a:pt x="3" y="10"/>
                    <a:pt x="4" y="10"/>
                  </a:cubicBezTo>
                  <a:cubicBezTo>
                    <a:pt x="5" y="10"/>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19" name="Google Shape;1319;p26"/>
            <p:cNvSpPr/>
            <p:nvPr/>
          </p:nvSpPr>
          <p:spPr>
            <a:xfrm>
              <a:off x="11820525" y="192088"/>
              <a:ext cx="42863" cy="39688"/>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6"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0" name="Google Shape;1320;p26"/>
            <p:cNvSpPr/>
            <p:nvPr/>
          </p:nvSpPr>
          <p:spPr>
            <a:xfrm>
              <a:off x="11704638" y="298450"/>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1" name="Google Shape;1321;p26"/>
            <p:cNvSpPr/>
            <p:nvPr/>
          </p:nvSpPr>
          <p:spPr>
            <a:xfrm>
              <a:off x="10882313" y="1042988"/>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1"/>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2" name="Google Shape;1322;p26"/>
            <p:cNvSpPr/>
            <p:nvPr/>
          </p:nvSpPr>
          <p:spPr>
            <a:xfrm>
              <a:off x="10998200" y="936625"/>
              <a:ext cx="41275"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9" y="8"/>
                    <a:pt x="9" y="8"/>
                    <a:pt x="9"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3" name="Google Shape;1323;p26"/>
            <p:cNvSpPr/>
            <p:nvPr/>
          </p:nvSpPr>
          <p:spPr>
            <a:xfrm>
              <a:off x="12053888" y="-20637"/>
              <a:ext cx="42863" cy="39688"/>
            </a:xfrm>
            <a:custGeom>
              <a:rect b="b" l="l" r="r" t="t"/>
              <a:pathLst>
                <a:path extrusionOk="0" h="9" w="10">
                  <a:moveTo>
                    <a:pt x="3" y="2"/>
                  </a:moveTo>
                  <a:cubicBezTo>
                    <a:pt x="2" y="2"/>
                    <a:pt x="2" y="2"/>
                    <a:pt x="2" y="2"/>
                  </a:cubicBezTo>
                  <a:cubicBezTo>
                    <a:pt x="0" y="4"/>
                    <a:pt x="0" y="6"/>
                    <a:pt x="2" y="8"/>
                  </a:cubicBezTo>
                  <a:cubicBezTo>
                    <a:pt x="2" y="9"/>
                    <a:pt x="3"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4" name="Google Shape;1324;p26"/>
            <p:cNvSpPr/>
            <p:nvPr/>
          </p:nvSpPr>
          <p:spPr>
            <a:xfrm>
              <a:off x="11117263" y="830263"/>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5" name="Google Shape;1325;p26"/>
            <p:cNvSpPr/>
            <p:nvPr/>
          </p:nvSpPr>
          <p:spPr>
            <a:xfrm>
              <a:off x="11236325" y="723900"/>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6" name="Google Shape;1326;p26"/>
            <p:cNvSpPr/>
            <p:nvPr/>
          </p:nvSpPr>
          <p:spPr>
            <a:xfrm>
              <a:off x="10763250" y="1149350"/>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1"/>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7" name="Google Shape;1327;p26"/>
            <p:cNvSpPr/>
            <p:nvPr/>
          </p:nvSpPr>
          <p:spPr>
            <a:xfrm>
              <a:off x="12407900" y="-339725"/>
              <a:ext cx="38100" cy="39688"/>
            </a:xfrm>
            <a:custGeom>
              <a:rect b="b" l="l" r="r" t="t"/>
              <a:pathLst>
                <a:path extrusionOk="0" h="9" w="9">
                  <a:moveTo>
                    <a:pt x="2" y="1"/>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8" name="Google Shape;1328;p26"/>
            <p:cNvSpPr/>
            <p:nvPr/>
          </p:nvSpPr>
          <p:spPr>
            <a:xfrm>
              <a:off x="12876213" y="-765175"/>
              <a:ext cx="42863" cy="39688"/>
            </a:xfrm>
            <a:custGeom>
              <a:rect b="b" l="l" r="r" t="t"/>
              <a:pathLst>
                <a:path extrusionOk="0" h="9" w="10">
                  <a:moveTo>
                    <a:pt x="2" y="1"/>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ubicBezTo>
                    <a:pt x="7"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29" name="Google Shape;1329;p26"/>
            <p:cNvSpPr/>
            <p:nvPr/>
          </p:nvSpPr>
          <p:spPr>
            <a:xfrm>
              <a:off x="12992100" y="-871537"/>
              <a:ext cx="42863" cy="39688"/>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0" name="Google Shape;1330;p26"/>
            <p:cNvSpPr/>
            <p:nvPr/>
          </p:nvSpPr>
          <p:spPr>
            <a:xfrm>
              <a:off x="12174538" y="-127000"/>
              <a:ext cx="38100" cy="39688"/>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1" name="Google Shape;1331;p26"/>
            <p:cNvSpPr/>
            <p:nvPr/>
          </p:nvSpPr>
          <p:spPr>
            <a:xfrm>
              <a:off x="13111163" y="-977900"/>
              <a:ext cx="42863" cy="39688"/>
            </a:xfrm>
            <a:custGeom>
              <a:rect b="b" l="l" r="r" t="t"/>
              <a:pathLst>
                <a:path extrusionOk="0" h="9" w="10">
                  <a:moveTo>
                    <a:pt x="4" y="9"/>
                  </a:moveTo>
                  <a:cubicBezTo>
                    <a:pt x="5" y="9"/>
                    <a:pt x="6" y="9"/>
                    <a:pt x="7" y="8"/>
                  </a:cubicBezTo>
                  <a:cubicBezTo>
                    <a:pt x="8" y="7"/>
                    <a:pt x="8" y="7"/>
                    <a:pt x="8" y="7"/>
                  </a:cubicBezTo>
                  <a:cubicBezTo>
                    <a:pt x="9" y="6"/>
                    <a:pt x="10" y="3"/>
                    <a:pt x="8" y="1"/>
                  </a:cubicBezTo>
                  <a:cubicBezTo>
                    <a:pt x="7" y="0"/>
                    <a:pt x="4" y="0"/>
                    <a:pt x="2" y="1"/>
                  </a:cubicBezTo>
                  <a:cubicBezTo>
                    <a:pt x="2" y="2"/>
                    <a:pt x="2" y="2"/>
                    <a:pt x="2" y="2"/>
                  </a:cubicBezTo>
                  <a:cubicBezTo>
                    <a:pt x="0" y="4"/>
                    <a:pt x="0" y="6"/>
                    <a:pt x="1" y="8"/>
                  </a:cubicBezTo>
                  <a:cubicBezTo>
                    <a:pt x="2" y="9"/>
                    <a:pt x="3" y="9"/>
                    <a:pt x="4" y="9"/>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2" name="Google Shape;1332;p26"/>
            <p:cNvSpPr/>
            <p:nvPr/>
          </p:nvSpPr>
          <p:spPr>
            <a:xfrm>
              <a:off x="12523788" y="-446087"/>
              <a:ext cx="41275" cy="39688"/>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9"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3" name="Google Shape;1333;p26"/>
            <p:cNvSpPr/>
            <p:nvPr/>
          </p:nvSpPr>
          <p:spPr>
            <a:xfrm>
              <a:off x="12757150" y="-658812"/>
              <a:ext cx="42863" cy="39688"/>
            </a:xfrm>
            <a:custGeom>
              <a:rect b="b" l="l" r="r" t="t"/>
              <a:pathLst>
                <a:path extrusionOk="0" h="9" w="10">
                  <a:moveTo>
                    <a:pt x="3" y="1"/>
                  </a:moveTo>
                  <a:cubicBezTo>
                    <a:pt x="2" y="2"/>
                    <a:pt x="2" y="2"/>
                    <a:pt x="2" y="2"/>
                  </a:cubicBezTo>
                  <a:cubicBezTo>
                    <a:pt x="0" y="4"/>
                    <a:pt x="0" y="6"/>
                    <a:pt x="2" y="8"/>
                  </a:cubicBezTo>
                  <a:cubicBezTo>
                    <a:pt x="3" y="9"/>
                    <a:pt x="4" y="9"/>
                    <a:pt x="5" y="9"/>
                  </a:cubicBezTo>
                  <a:cubicBezTo>
                    <a:pt x="6" y="9"/>
                    <a:pt x="7" y="9"/>
                    <a:pt x="7" y="8"/>
                  </a:cubicBezTo>
                  <a:cubicBezTo>
                    <a:pt x="8" y="7"/>
                    <a:pt x="8" y="7"/>
                    <a:pt x="8" y="7"/>
                  </a:cubicBezTo>
                  <a:cubicBezTo>
                    <a:pt x="10" y="6"/>
                    <a:pt x="10" y="3"/>
                    <a:pt x="9" y="2"/>
                  </a:cubicBezTo>
                  <a:cubicBezTo>
                    <a:pt x="7" y="0"/>
                    <a:pt x="5"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4" name="Google Shape;1334;p26"/>
            <p:cNvSpPr/>
            <p:nvPr/>
          </p:nvSpPr>
          <p:spPr>
            <a:xfrm>
              <a:off x="12288838" y="-233362"/>
              <a:ext cx="42863" cy="39688"/>
            </a:xfrm>
            <a:custGeom>
              <a:rect b="b" l="l" r="r" t="t"/>
              <a:pathLst>
                <a:path extrusionOk="0" h="9" w="10">
                  <a:moveTo>
                    <a:pt x="3" y="1"/>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5" name="Google Shape;1335;p26"/>
            <p:cNvSpPr/>
            <p:nvPr/>
          </p:nvSpPr>
          <p:spPr>
            <a:xfrm>
              <a:off x="12549188" y="-96837"/>
              <a:ext cx="42863" cy="38100"/>
            </a:xfrm>
            <a:custGeom>
              <a:rect b="b" l="l" r="r" t="t"/>
              <a:pathLst>
                <a:path extrusionOk="0" h="9" w="10">
                  <a:moveTo>
                    <a:pt x="3" y="2"/>
                  </a:move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6" name="Google Shape;1336;p26"/>
            <p:cNvSpPr/>
            <p:nvPr/>
          </p:nvSpPr>
          <p:spPr>
            <a:xfrm>
              <a:off x="11491913" y="860425"/>
              <a:ext cx="42863" cy="38100"/>
            </a:xfrm>
            <a:custGeom>
              <a:rect b="b" l="l" r="r" t="t"/>
              <a:pathLst>
                <a:path extrusionOk="0" h="9" w="10">
                  <a:moveTo>
                    <a:pt x="8" y="1"/>
                  </a:moveTo>
                  <a:cubicBezTo>
                    <a:pt x="7" y="0"/>
                    <a:pt x="4" y="0"/>
                    <a:pt x="2" y="1"/>
                  </a:cubicBezTo>
                  <a:cubicBezTo>
                    <a:pt x="2" y="2"/>
                    <a:pt x="2" y="2"/>
                    <a:pt x="2" y="2"/>
                  </a:cubicBezTo>
                  <a:cubicBezTo>
                    <a:pt x="0" y="3"/>
                    <a:pt x="0" y="6"/>
                    <a:pt x="1" y="8"/>
                  </a:cubicBezTo>
                  <a:cubicBezTo>
                    <a:pt x="2" y="9"/>
                    <a:pt x="3" y="9"/>
                    <a:pt x="4" y="9"/>
                  </a:cubicBezTo>
                  <a:cubicBezTo>
                    <a:pt x="5" y="9"/>
                    <a:pt x="6" y="9"/>
                    <a:pt x="7" y="8"/>
                  </a:cubicBezTo>
                  <a:cubicBezTo>
                    <a:pt x="8" y="7"/>
                    <a:pt x="8" y="7"/>
                    <a:pt x="8" y="7"/>
                  </a:cubicBezTo>
                  <a:cubicBezTo>
                    <a:pt x="9" y="6"/>
                    <a:pt x="10" y="3"/>
                    <a:pt x="8"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7" name="Google Shape;1337;p26"/>
            <p:cNvSpPr/>
            <p:nvPr/>
          </p:nvSpPr>
          <p:spPr>
            <a:xfrm>
              <a:off x="11606213" y="754063"/>
              <a:ext cx="42863" cy="38100"/>
            </a:xfrm>
            <a:custGeom>
              <a:rect b="b" l="l" r="r" t="t"/>
              <a:pathLst>
                <a:path extrusionOk="0" h="9" w="10">
                  <a:moveTo>
                    <a:pt x="9" y="2"/>
                  </a:moveTo>
                  <a:cubicBezTo>
                    <a:pt x="7" y="0"/>
                    <a:pt x="5" y="0"/>
                    <a:pt x="3" y="1"/>
                  </a:cubicBez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8" name="Google Shape;1338;p26"/>
            <p:cNvSpPr/>
            <p:nvPr/>
          </p:nvSpPr>
          <p:spPr>
            <a:xfrm>
              <a:off x="11726863" y="647700"/>
              <a:ext cx="42863" cy="38100"/>
            </a:xfrm>
            <a:custGeom>
              <a:rect b="b" l="l" r="r" t="t"/>
              <a:pathLst>
                <a:path extrusionOk="0" h="9" w="10">
                  <a:moveTo>
                    <a:pt x="8" y="2"/>
                  </a:moveTo>
                  <a:cubicBezTo>
                    <a:pt x="7" y="0"/>
                    <a:pt x="4" y="0"/>
                    <a:pt x="3" y="1"/>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39" name="Google Shape;1339;p26"/>
            <p:cNvSpPr/>
            <p:nvPr/>
          </p:nvSpPr>
          <p:spPr>
            <a:xfrm>
              <a:off x="13017500" y="-522287"/>
              <a:ext cx="42863" cy="38100"/>
            </a:xfrm>
            <a:custGeom>
              <a:rect b="b" l="l" r="r" t="t"/>
              <a:pathLst>
                <a:path extrusionOk="0" h="9" w="10">
                  <a:moveTo>
                    <a:pt x="2" y="2"/>
                  </a:moveTo>
                  <a:cubicBezTo>
                    <a:pt x="0" y="4"/>
                    <a:pt x="0" y="6"/>
                    <a:pt x="2" y="8"/>
                  </a:cubicBezTo>
                  <a:cubicBezTo>
                    <a:pt x="3" y="9"/>
                    <a:pt x="4" y="9"/>
                    <a:pt x="5" y="9"/>
                  </a:cubicBezTo>
                  <a:cubicBezTo>
                    <a:pt x="6" y="9"/>
                    <a:pt x="7" y="9"/>
                    <a:pt x="7" y="8"/>
                  </a:cubicBezTo>
                  <a:cubicBezTo>
                    <a:pt x="8" y="8"/>
                    <a:pt x="8" y="8"/>
                    <a:pt x="8" y="8"/>
                  </a:cubicBezTo>
                  <a:cubicBezTo>
                    <a:pt x="10" y="6"/>
                    <a:pt x="10" y="4"/>
                    <a:pt x="9" y="2"/>
                  </a:cubicBezTo>
                  <a:cubicBezTo>
                    <a:pt x="7" y="0"/>
                    <a:pt x="5" y="0"/>
                    <a:pt x="3" y="2"/>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0" name="Google Shape;1340;p26"/>
            <p:cNvSpPr/>
            <p:nvPr/>
          </p:nvSpPr>
          <p:spPr>
            <a:xfrm>
              <a:off x="12314238" y="115888"/>
              <a:ext cx="42863" cy="38100"/>
            </a:xfrm>
            <a:custGeom>
              <a:rect b="b" l="l" r="r" t="t"/>
              <a:pathLst>
                <a:path extrusionOk="0" h="9" w="10">
                  <a:moveTo>
                    <a:pt x="7" y="8"/>
                  </a:moveTo>
                  <a:cubicBezTo>
                    <a:pt x="8" y="7"/>
                    <a:pt x="8" y="7"/>
                    <a:pt x="8" y="7"/>
                  </a:cubicBezTo>
                  <a:cubicBezTo>
                    <a:pt x="10" y="6"/>
                    <a:pt x="10" y="3"/>
                    <a:pt x="8" y="2"/>
                  </a:cubicBezTo>
                  <a:cubicBezTo>
                    <a:pt x="7" y="0"/>
                    <a:pt x="4" y="0"/>
                    <a:pt x="3" y="1"/>
                  </a:cubicBezTo>
                  <a:cubicBezTo>
                    <a:pt x="2" y="2"/>
                    <a:pt x="2" y="2"/>
                    <a:pt x="2"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1" name="Google Shape;1341;p26"/>
            <p:cNvSpPr/>
            <p:nvPr/>
          </p:nvSpPr>
          <p:spPr>
            <a:xfrm>
              <a:off x="11845925" y="541338"/>
              <a:ext cx="38100" cy="38100"/>
            </a:xfrm>
            <a:custGeom>
              <a:rect b="b" l="l" r="r" t="t"/>
              <a:pathLst>
                <a:path extrusionOk="0" h="9" w="9">
                  <a:moveTo>
                    <a:pt x="7" y="8"/>
                  </a:moveTo>
                  <a:cubicBezTo>
                    <a:pt x="8" y="7"/>
                    <a:pt x="8" y="7"/>
                    <a:pt x="8" y="7"/>
                  </a:cubicBezTo>
                  <a:cubicBezTo>
                    <a:pt x="9" y="6"/>
                    <a:pt x="9" y="3"/>
                    <a:pt x="8" y="2"/>
                  </a:cubicBezTo>
                  <a:cubicBezTo>
                    <a:pt x="6" y="0"/>
                    <a:pt x="4" y="0"/>
                    <a:pt x="2" y="1"/>
                  </a:cubicBezTo>
                  <a:cubicBezTo>
                    <a:pt x="1" y="2"/>
                    <a:pt x="1" y="2"/>
                    <a:pt x="1"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2" name="Google Shape;1342;p26"/>
            <p:cNvSpPr/>
            <p:nvPr/>
          </p:nvSpPr>
          <p:spPr>
            <a:xfrm>
              <a:off x="12430125" y="9525"/>
              <a:ext cx="41275" cy="38100"/>
            </a:xfrm>
            <a:custGeom>
              <a:rect b="b" l="l" r="r" t="t"/>
              <a:pathLst>
                <a:path extrusionOk="0" h="9" w="10">
                  <a:moveTo>
                    <a:pt x="8" y="8"/>
                  </a:moveTo>
                  <a:cubicBezTo>
                    <a:pt x="8" y="7"/>
                    <a:pt x="8" y="7"/>
                    <a:pt x="8" y="7"/>
                  </a:cubicBezTo>
                  <a:cubicBezTo>
                    <a:pt x="10" y="6"/>
                    <a:pt x="10" y="3"/>
                    <a:pt x="9" y="2"/>
                  </a:cubicBezTo>
                  <a:cubicBezTo>
                    <a:pt x="7" y="0"/>
                    <a:pt x="5" y="0"/>
                    <a:pt x="3" y="1"/>
                  </a:cubicBezTo>
                  <a:cubicBezTo>
                    <a:pt x="2" y="2"/>
                    <a:pt x="2" y="2"/>
                    <a:pt x="2" y="2"/>
                  </a:cubicBezTo>
                  <a:cubicBezTo>
                    <a:pt x="1" y="4"/>
                    <a:pt x="0" y="6"/>
                    <a:pt x="2" y="8"/>
                  </a:cubicBezTo>
                  <a:cubicBezTo>
                    <a:pt x="3" y="9"/>
                    <a:pt x="4" y="9"/>
                    <a:pt x="5" y="9"/>
                  </a:cubicBezTo>
                  <a:cubicBezTo>
                    <a:pt x="6" y="9"/>
                    <a:pt x="7" y="9"/>
                    <a:pt x="8"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3" name="Google Shape;1343;p26"/>
            <p:cNvSpPr/>
            <p:nvPr/>
          </p:nvSpPr>
          <p:spPr>
            <a:xfrm>
              <a:off x="12195175" y="222250"/>
              <a:ext cx="42863" cy="38100"/>
            </a:xfrm>
            <a:custGeom>
              <a:rect b="b" l="l" r="r" t="t"/>
              <a:pathLst>
                <a:path extrusionOk="0" h="9" w="10">
                  <a:moveTo>
                    <a:pt x="7" y="8"/>
                  </a:moveTo>
                  <a:cubicBezTo>
                    <a:pt x="8" y="7"/>
                    <a:pt x="8" y="7"/>
                    <a:pt x="8" y="7"/>
                  </a:cubicBezTo>
                  <a:cubicBezTo>
                    <a:pt x="10" y="6"/>
                    <a:pt x="10" y="3"/>
                    <a:pt x="9" y="2"/>
                  </a:cubicBezTo>
                  <a:cubicBezTo>
                    <a:pt x="7" y="0"/>
                    <a:pt x="5" y="0"/>
                    <a:pt x="3" y="1"/>
                  </a:cubicBezTo>
                  <a:cubicBezTo>
                    <a:pt x="2" y="2"/>
                    <a:pt x="2" y="2"/>
                    <a:pt x="2" y="2"/>
                  </a:cubicBezTo>
                  <a:cubicBezTo>
                    <a:pt x="0" y="4"/>
                    <a:pt x="0" y="6"/>
                    <a:pt x="2" y="8"/>
                  </a:cubicBezTo>
                  <a:cubicBezTo>
                    <a:pt x="3" y="9"/>
                    <a:pt x="4" y="9"/>
                    <a:pt x="5" y="9"/>
                  </a:cubicBezTo>
                  <a:cubicBezTo>
                    <a:pt x="6" y="9"/>
                    <a:pt x="7"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4" name="Google Shape;1344;p26"/>
            <p:cNvSpPr/>
            <p:nvPr/>
          </p:nvSpPr>
          <p:spPr>
            <a:xfrm>
              <a:off x="11372850" y="966788"/>
              <a:ext cx="42863" cy="38100"/>
            </a:xfrm>
            <a:custGeom>
              <a:rect b="b" l="l" r="r" t="t"/>
              <a:pathLst>
                <a:path extrusionOk="0" h="9" w="10">
                  <a:moveTo>
                    <a:pt x="9" y="1"/>
                  </a:moveTo>
                  <a:cubicBezTo>
                    <a:pt x="7" y="0"/>
                    <a:pt x="5" y="0"/>
                    <a:pt x="3" y="1"/>
                  </a:cubicBezTo>
                  <a:cubicBezTo>
                    <a:pt x="2" y="2"/>
                    <a:pt x="2" y="2"/>
                    <a:pt x="2" y="2"/>
                  </a:cubicBezTo>
                  <a:cubicBezTo>
                    <a:pt x="0" y="3"/>
                    <a:pt x="0" y="6"/>
                    <a:pt x="2" y="8"/>
                  </a:cubicBezTo>
                  <a:cubicBezTo>
                    <a:pt x="2" y="8"/>
                    <a:pt x="4" y="9"/>
                    <a:pt x="5" y="9"/>
                  </a:cubicBezTo>
                  <a:cubicBezTo>
                    <a:pt x="6" y="9"/>
                    <a:pt x="7" y="9"/>
                    <a:pt x="7" y="8"/>
                  </a:cubicBezTo>
                  <a:cubicBezTo>
                    <a:pt x="8" y="7"/>
                    <a:pt x="8" y="7"/>
                    <a:pt x="8" y="7"/>
                  </a:cubicBezTo>
                  <a:cubicBezTo>
                    <a:pt x="10" y="6"/>
                    <a:pt x="10" y="3"/>
                    <a:pt x="9"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5" name="Google Shape;1345;p26"/>
            <p:cNvSpPr/>
            <p:nvPr/>
          </p:nvSpPr>
          <p:spPr>
            <a:xfrm>
              <a:off x="11023600" y="1285875"/>
              <a:ext cx="38100" cy="25400"/>
            </a:xfrm>
            <a:custGeom>
              <a:rect b="b" l="l" r="r" t="t"/>
              <a:pathLst>
                <a:path extrusionOk="0" h="6" w="9">
                  <a:moveTo>
                    <a:pt x="8" y="1"/>
                  </a:moveTo>
                  <a:cubicBezTo>
                    <a:pt x="6" y="0"/>
                    <a:pt x="4" y="0"/>
                    <a:pt x="2" y="1"/>
                  </a:cubicBezTo>
                  <a:cubicBezTo>
                    <a:pt x="1" y="2"/>
                    <a:pt x="1" y="2"/>
                    <a:pt x="1" y="2"/>
                  </a:cubicBezTo>
                  <a:cubicBezTo>
                    <a:pt x="1" y="2"/>
                    <a:pt x="0" y="3"/>
                    <a:pt x="0" y="3"/>
                  </a:cubicBezTo>
                  <a:cubicBezTo>
                    <a:pt x="3" y="4"/>
                    <a:pt x="6" y="5"/>
                    <a:pt x="8" y="6"/>
                  </a:cubicBezTo>
                  <a:cubicBezTo>
                    <a:pt x="9" y="5"/>
                    <a:pt x="9" y="3"/>
                    <a:pt x="8"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6" name="Google Shape;1346;p26"/>
            <p:cNvSpPr/>
            <p:nvPr/>
          </p:nvSpPr>
          <p:spPr>
            <a:xfrm>
              <a:off x="12668250" y="-203200"/>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7" name="Google Shape;1347;p26"/>
            <p:cNvSpPr/>
            <p:nvPr/>
          </p:nvSpPr>
          <p:spPr>
            <a:xfrm>
              <a:off x="11137900" y="1179513"/>
              <a:ext cx="42863" cy="38100"/>
            </a:xfrm>
            <a:custGeom>
              <a:rect b="b" l="l" r="r" t="t"/>
              <a:pathLst>
                <a:path extrusionOk="0" h="9" w="10">
                  <a:moveTo>
                    <a:pt x="2" y="2"/>
                  </a:moveTo>
                  <a:cubicBezTo>
                    <a:pt x="0" y="3"/>
                    <a:pt x="0" y="6"/>
                    <a:pt x="2" y="8"/>
                  </a:cubicBezTo>
                  <a:cubicBezTo>
                    <a:pt x="2" y="8"/>
                    <a:pt x="3" y="9"/>
                    <a:pt x="5" y="9"/>
                  </a:cubicBezTo>
                  <a:cubicBezTo>
                    <a:pt x="5" y="9"/>
                    <a:pt x="6" y="9"/>
                    <a:pt x="7" y="8"/>
                  </a:cubicBezTo>
                  <a:cubicBezTo>
                    <a:pt x="8" y="7"/>
                    <a:pt x="8" y="7"/>
                    <a:pt x="8" y="7"/>
                  </a:cubicBezTo>
                  <a:cubicBezTo>
                    <a:pt x="10" y="6"/>
                    <a:pt x="10" y="3"/>
                    <a:pt x="8" y="1"/>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8" name="Google Shape;1348;p26"/>
            <p:cNvSpPr/>
            <p:nvPr/>
          </p:nvSpPr>
          <p:spPr>
            <a:xfrm>
              <a:off x="12782550" y="-309562"/>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49" name="Google Shape;1349;p26"/>
            <p:cNvSpPr/>
            <p:nvPr/>
          </p:nvSpPr>
          <p:spPr>
            <a:xfrm>
              <a:off x="12903200" y="-415925"/>
              <a:ext cx="41275" cy="38100"/>
            </a:xfrm>
            <a:custGeom>
              <a:rect b="b" l="l" r="r" t="t"/>
              <a:pathLst>
                <a:path extrusionOk="0" h="9" w="10">
                  <a:moveTo>
                    <a:pt x="2" y="2"/>
                  </a:moveTo>
                  <a:cubicBezTo>
                    <a:pt x="0" y="4"/>
                    <a:pt x="0" y="6"/>
                    <a:pt x="1" y="8"/>
                  </a:cubicBezTo>
                  <a:cubicBezTo>
                    <a:pt x="2" y="9"/>
                    <a:pt x="3" y="9"/>
                    <a:pt x="4" y="9"/>
                  </a:cubicBezTo>
                  <a:cubicBezTo>
                    <a:pt x="5" y="9"/>
                    <a:pt x="6" y="9"/>
                    <a:pt x="7" y="8"/>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0" name="Google Shape;1350;p26"/>
            <p:cNvSpPr/>
            <p:nvPr/>
          </p:nvSpPr>
          <p:spPr>
            <a:xfrm>
              <a:off x="12079288" y="328613"/>
              <a:ext cx="39688" cy="38100"/>
            </a:xfrm>
            <a:custGeom>
              <a:rect b="b" l="l" r="r" t="t"/>
              <a:pathLst>
                <a:path extrusionOk="0" h="9" w="9">
                  <a:moveTo>
                    <a:pt x="7" y="8"/>
                  </a:moveTo>
                  <a:cubicBezTo>
                    <a:pt x="8" y="7"/>
                    <a:pt x="8" y="7"/>
                    <a:pt x="8" y="7"/>
                  </a:cubicBezTo>
                  <a:cubicBezTo>
                    <a:pt x="9" y="6"/>
                    <a:pt x="9" y="3"/>
                    <a:pt x="8" y="2"/>
                  </a:cubicBezTo>
                  <a:cubicBezTo>
                    <a:pt x="7" y="0"/>
                    <a:pt x="4" y="0"/>
                    <a:pt x="2" y="1"/>
                  </a:cubicBezTo>
                  <a:cubicBezTo>
                    <a:pt x="1" y="2"/>
                    <a:pt x="1" y="2"/>
                    <a:pt x="1" y="2"/>
                  </a:cubicBezTo>
                  <a:cubicBezTo>
                    <a:pt x="0" y="4"/>
                    <a:pt x="0" y="6"/>
                    <a:pt x="1" y="8"/>
                  </a:cubicBezTo>
                  <a:cubicBezTo>
                    <a:pt x="2" y="9"/>
                    <a:pt x="3" y="9"/>
                    <a:pt x="4" y="9"/>
                  </a:cubicBezTo>
                  <a:cubicBezTo>
                    <a:pt x="5" y="9"/>
                    <a:pt x="6" y="9"/>
                    <a:pt x="7"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1" name="Google Shape;1351;p26"/>
            <p:cNvSpPr/>
            <p:nvPr/>
          </p:nvSpPr>
          <p:spPr>
            <a:xfrm>
              <a:off x="11256963" y="1073150"/>
              <a:ext cx="39688" cy="38100"/>
            </a:xfrm>
            <a:custGeom>
              <a:rect b="b" l="l" r="r" t="t"/>
              <a:pathLst>
                <a:path extrusionOk="0" h="9" w="9">
                  <a:moveTo>
                    <a:pt x="2" y="1"/>
                  </a:moveTo>
                  <a:cubicBezTo>
                    <a:pt x="1" y="2"/>
                    <a:pt x="1" y="2"/>
                    <a:pt x="1" y="2"/>
                  </a:cubicBezTo>
                  <a:cubicBezTo>
                    <a:pt x="0" y="3"/>
                    <a:pt x="0" y="6"/>
                    <a:pt x="1" y="8"/>
                  </a:cubicBezTo>
                  <a:cubicBezTo>
                    <a:pt x="2" y="8"/>
                    <a:pt x="3" y="9"/>
                    <a:pt x="4" y="9"/>
                  </a:cubicBezTo>
                  <a:cubicBezTo>
                    <a:pt x="5" y="9"/>
                    <a:pt x="6" y="9"/>
                    <a:pt x="7" y="8"/>
                  </a:cubicBezTo>
                  <a:cubicBezTo>
                    <a:pt x="8" y="7"/>
                    <a:pt x="8" y="7"/>
                    <a:pt x="8" y="7"/>
                  </a:cubicBezTo>
                  <a:cubicBezTo>
                    <a:pt x="9" y="6"/>
                    <a:pt x="9" y="3"/>
                    <a:pt x="8" y="1"/>
                  </a:cubicBezTo>
                  <a:cubicBezTo>
                    <a:pt x="6" y="0"/>
                    <a:pt x="4" y="0"/>
                    <a:pt x="2" y="1"/>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2" name="Google Shape;1352;p26"/>
            <p:cNvSpPr/>
            <p:nvPr/>
          </p:nvSpPr>
          <p:spPr>
            <a:xfrm>
              <a:off x="11960225" y="434975"/>
              <a:ext cx="42863" cy="38100"/>
            </a:xfrm>
            <a:custGeom>
              <a:rect b="b" l="l" r="r" t="t"/>
              <a:pathLst>
                <a:path extrusionOk="0" h="9" w="10">
                  <a:moveTo>
                    <a:pt x="2" y="2"/>
                  </a:moveTo>
                  <a:cubicBezTo>
                    <a:pt x="0" y="4"/>
                    <a:pt x="0" y="6"/>
                    <a:pt x="2" y="8"/>
                  </a:cubicBezTo>
                  <a:cubicBezTo>
                    <a:pt x="2" y="9"/>
                    <a:pt x="3" y="9"/>
                    <a:pt x="5" y="9"/>
                  </a:cubicBezTo>
                  <a:cubicBezTo>
                    <a:pt x="6" y="9"/>
                    <a:pt x="6" y="9"/>
                    <a:pt x="7" y="8"/>
                  </a:cubicBezTo>
                  <a:cubicBezTo>
                    <a:pt x="8" y="7"/>
                    <a:pt x="8" y="7"/>
                    <a:pt x="8" y="7"/>
                  </a:cubicBezTo>
                  <a:cubicBezTo>
                    <a:pt x="10" y="6"/>
                    <a:pt x="10" y="3"/>
                    <a:pt x="8" y="2"/>
                  </a:cubicBezTo>
                  <a:cubicBezTo>
                    <a:pt x="7" y="0"/>
                    <a:pt x="4" y="0"/>
                    <a:pt x="3" y="1"/>
                  </a:cubicBezTo>
                  <a:lnTo>
                    <a:pt x="2" y="2"/>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3" name="Google Shape;1353;p26"/>
            <p:cNvSpPr/>
            <p:nvPr/>
          </p:nvSpPr>
          <p:spPr>
            <a:xfrm>
              <a:off x="12349163" y="430213"/>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6"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4" name="Google Shape;1354;p26"/>
            <p:cNvSpPr/>
            <p:nvPr/>
          </p:nvSpPr>
          <p:spPr>
            <a:xfrm>
              <a:off x="11876088" y="855663"/>
              <a:ext cx="41275"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0"/>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5" name="Google Shape;1355;p26"/>
            <p:cNvSpPr/>
            <p:nvPr/>
          </p:nvSpPr>
          <p:spPr>
            <a:xfrm>
              <a:off x="12228513" y="536575"/>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2"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6" name="Google Shape;1356;p26"/>
            <p:cNvSpPr/>
            <p:nvPr/>
          </p:nvSpPr>
          <p:spPr>
            <a:xfrm>
              <a:off x="12109450" y="642938"/>
              <a:ext cx="42863" cy="42863"/>
            </a:xfrm>
            <a:custGeom>
              <a:rect b="b" l="l" r="r" t="t"/>
              <a:pathLst>
                <a:path extrusionOk="0" h="10" w="10">
                  <a:moveTo>
                    <a:pt x="5" y="10"/>
                  </a:moveTo>
                  <a:cubicBezTo>
                    <a:pt x="6" y="10"/>
                    <a:pt x="7" y="9"/>
                    <a:pt x="8" y="9"/>
                  </a:cubicBezTo>
                  <a:cubicBezTo>
                    <a:pt x="8" y="8"/>
                    <a:pt x="8" y="8"/>
                    <a:pt x="8" y="8"/>
                  </a:cubicBezTo>
                  <a:cubicBezTo>
                    <a:pt x="10" y="6"/>
                    <a:pt x="10" y="4"/>
                    <a:pt x="9" y="2"/>
                  </a:cubicBezTo>
                  <a:cubicBezTo>
                    <a:pt x="7" y="0"/>
                    <a:pt x="5" y="0"/>
                    <a:pt x="3" y="2"/>
                  </a:cubicBezTo>
                  <a:cubicBezTo>
                    <a:pt x="2" y="3"/>
                    <a:pt x="2" y="3"/>
                    <a:pt x="2" y="3"/>
                  </a:cubicBezTo>
                  <a:cubicBezTo>
                    <a:pt x="1"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7" name="Google Shape;1357;p26"/>
            <p:cNvSpPr/>
            <p:nvPr/>
          </p:nvSpPr>
          <p:spPr>
            <a:xfrm>
              <a:off x="11995150" y="749300"/>
              <a:ext cx="42863" cy="42863"/>
            </a:xfrm>
            <a:custGeom>
              <a:rect b="b" l="l" r="r" t="t"/>
              <a:pathLst>
                <a:path extrusionOk="0" h="10" w="10">
                  <a:moveTo>
                    <a:pt x="4" y="10"/>
                  </a:moveTo>
                  <a:cubicBezTo>
                    <a:pt x="5" y="10"/>
                    <a:pt x="6" y="9"/>
                    <a:pt x="7" y="9"/>
                  </a:cubicBezTo>
                  <a:cubicBezTo>
                    <a:pt x="8" y="8"/>
                    <a:pt x="8" y="8"/>
                    <a:pt x="8" y="8"/>
                  </a:cubicBezTo>
                  <a:cubicBezTo>
                    <a:pt x="10" y="6"/>
                    <a:pt x="10" y="4"/>
                    <a:pt x="8" y="2"/>
                  </a:cubicBezTo>
                  <a:cubicBezTo>
                    <a:pt x="7" y="0"/>
                    <a:pt x="4" y="0"/>
                    <a:pt x="3"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8" name="Google Shape;1358;p26"/>
            <p:cNvSpPr/>
            <p:nvPr/>
          </p:nvSpPr>
          <p:spPr>
            <a:xfrm>
              <a:off x="11291888" y="1387475"/>
              <a:ext cx="38100" cy="34925"/>
            </a:xfrm>
            <a:custGeom>
              <a:rect b="b" l="l" r="r" t="t"/>
              <a:pathLst>
                <a:path extrusionOk="0" h="8" w="9">
                  <a:moveTo>
                    <a:pt x="8" y="2"/>
                  </a:moveTo>
                  <a:cubicBezTo>
                    <a:pt x="6" y="0"/>
                    <a:pt x="4" y="0"/>
                    <a:pt x="2" y="2"/>
                  </a:cubicBezTo>
                  <a:cubicBezTo>
                    <a:pt x="1" y="3"/>
                    <a:pt x="1" y="3"/>
                    <a:pt x="1" y="3"/>
                  </a:cubicBezTo>
                  <a:cubicBezTo>
                    <a:pt x="1" y="3"/>
                    <a:pt x="0" y="4"/>
                    <a:pt x="0" y="5"/>
                  </a:cubicBezTo>
                  <a:cubicBezTo>
                    <a:pt x="2" y="6"/>
                    <a:pt x="5" y="7"/>
                    <a:pt x="7" y="8"/>
                  </a:cubicBezTo>
                  <a:cubicBezTo>
                    <a:pt x="8" y="8"/>
                    <a:pt x="8" y="8"/>
                    <a:pt x="8" y="8"/>
                  </a:cubicBezTo>
                  <a:cubicBezTo>
                    <a:pt x="9" y="6"/>
                    <a:pt x="9" y="4"/>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59" name="Google Shape;1359;p26"/>
            <p:cNvSpPr/>
            <p:nvPr/>
          </p:nvSpPr>
          <p:spPr>
            <a:xfrm>
              <a:off x="11525250" y="1174750"/>
              <a:ext cx="39688" cy="42863"/>
            </a:xfrm>
            <a:custGeom>
              <a:rect b="b" l="l" r="r" t="t"/>
              <a:pathLst>
                <a:path extrusionOk="0" h="10" w="9">
                  <a:moveTo>
                    <a:pt x="8" y="8"/>
                  </a:moveTo>
                  <a:cubicBezTo>
                    <a:pt x="9" y="6"/>
                    <a:pt x="9" y="4"/>
                    <a:pt x="8" y="2"/>
                  </a:cubicBezTo>
                  <a:cubicBezTo>
                    <a:pt x="6" y="0"/>
                    <a:pt x="4" y="0"/>
                    <a:pt x="2" y="2"/>
                  </a:cubicBezTo>
                  <a:cubicBezTo>
                    <a:pt x="1" y="3"/>
                    <a:pt x="1" y="3"/>
                    <a:pt x="1"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0" name="Google Shape;1360;p26"/>
            <p:cNvSpPr/>
            <p:nvPr/>
          </p:nvSpPr>
          <p:spPr>
            <a:xfrm>
              <a:off x="12582525" y="217488"/>
              <a:ext cx="38100" cy="42863"/>
            </a:xfrm>
            <a:custGeom>
              <a:rect b="b" l="l" r="r" t="t"/>
              <a:pathLst>
                <a:path extrusionOk="0" h="10" w="9">
                  <a:moveTo>
                    <a:pt x="4" y="10"/>
                  </a:moveTo>
                  <a:cubicBezTo>
                    <a:pt x="5" y="10"/>
                    <a:pt x="6" y="9"/>
                    <a:pt x="7" y="9"/>
                  </a:cubicBezTo>
                  <a:cubicBezTo>
                    <a:pt x="8" y="8"/>
                    <a:pt x="8" y="8"/>
                    <a:pt x="8" y="8"/>
                  </a:cubicBezTo>
                  <a:cubicBezTo>
                    <a:pt x="9" y="6"/>
                    <a:pt x="9" y="4"/>
                    <a:pt x="8" y="2"/>
                  </a:cubicBezTo>
                  <a:cubicBezTo>
                    <a:pt x="7" y="1"/>
                    <a:pt x="4" y="0"/>
                    <a:pt x="2" y="2"/>
                  </a:cubicBezTo>
                  <a:cubicBezTo>
                    <a:pt x="1" y="3"/>
                    <a:pt x="1" y="3"/>
                    <a:pt x="1"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1" name="Google Shape;1361;p26"/>
            <p:cNvSpPr/>
            <p:nvPr/>
          </p:nvSpPr>
          <p:spPr>
            <a:xfrm>
              <a:off x="11406188" y="1281113"/>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2" name="Google Shape;1362;p26"/>
            <p:cNvSpPr/>
            <p:nvPr/>
          </p:nvSpPr>
          <p:spPr>
            <a:xfrm>
              <a:off x="12698413" y="111125"/>
              <a:ext cx="42863" cy="42863"/>
            </a:xfrm>
            <a:custGeom>
              <a:rect b="b" l="l" r="r" t="t"/>
              <a:pathLst>
                <a:path extrusionOk="0" h="10" w="10">
                  <a:moveTo>
                    <a:pt x="5" y="10"/>
                  </a:moveTo>
                  <a:cubicBezTo>
                    <a:pt x="6" y="10"/>
                    <a:pt x="7" y="9"/>
                    <a:pt x="7" y="9"/>
                  </a:cubicBezTo>
                  <a:cubicBezTo>
                    <a:pt x="8" y="8"/>
                    <a:pt x="8" y="8"/>
                    <a:pt x="8" y="8"/>
                  </a:cubicBezTo>
                  <a:cubicBezTo>
                    <a:pt x="10" y="6"/>
                    <a:pt x="10" y="4"/>
                    <a:pt x="9" y="2"/>
                  </a:cubicBezTo>
                  <a:cubicBezTo>
                    <a:pt x="7" y="1"/>
                    <a:pt x="5" y="0"/>
                    <a:pt x="3" y="2"/>
                  </a:cubicBezTo>
                  <a:cubicBezTo>
                    <a:pt x="2" y="3"/>
                    <a:pt x="2" y="3"/>
                    <a:pt x="2" y="3"/>
                  </a:cubicBezTo>
                  <a:cubicBezTo>
                    <a:pt x="0" y="4"/>
                    <a:pt x="0" y="7"/>
                    <a:pt x="2" y="8"/>
                  </a:cubicBezTo>
                  <a:cubicBezTo>
                    <a:pt x="3"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3" name="Google Shape;1363;p26"/>
            <p:cNvSpPr/>
            <p:nvPr/>
          </p:nvSpPr>
          <p:spPr>
            <a:xfrm>
              <a:off x="12817475" y="4763"/>
              <a:ext cx="42863" cy="42863"/>
            </a:xfrm>
            <a:custGeom>
              <a:rect b="b" l="l" r="r" t="t"/>
              <a:pathLst>
                <a:path extrusionOk="0" h="10" w="10">
                  <a:moveTo>
                    <a:pt x="4" y="10"/>
                  </a:moveTo>
                  <a:cubicBezTo>
                    <a:pt x="5" y="10"/>
                    <a:pt x="6" y="9"/>
                    <a:pt x="7" y="9"/>
                  </a:cubicBezTo>
                  <a:cubicBezTo>
                    <a:pt x="8" y="8"/>
                    <a:pt x="8" y="8"/>
                    <a:pt x="8" y="8"/>
                  </a:cubicBezTo>
                  <a:cubicBezTo>
                    <a:pt x="9" y="6"/>
                    <a:pt x="10" y="4"/>
                    <a:pt x="8" y="2"/>
                  </a:cubicBezTo>
                  <a:cubicBezTo>
                    <a:pt x="7" y="1"/>
                    <a:pt x="4" y="0"/>
                    <a:pt x="2" y="2"/>
                  </a:cubicBezTo>
                  <a:cubicBezTo>
                    <a:pt x="2" y="3"/>
                    <a:pt x="2" y="3"/>
                    <a:pt x="2" y="3"/>
                  </a:cubicBezTo>
                  <a:cubicBezTo>
                    <a:pt x="0" y="4"/>
                    <a:pt x="0" y="7"/>
                    <a:pt x="1" y="8"/>
                  </a:cubicBezTo>
                  <a:cubicBezTo>
                    <a:pt x="2" y="9"/>
                    <a:pt x="3" y="10"/>
                    <a:pt x="4"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4" name="Google Shape;1364;p26"/>
            <p:cNvSpPr/>
            <p:nvPr/>
          </p:nvSpPr>
          <p:spPr>
            <a:xfrm>
              <a:off x="12931775" y="-101600"/>
              <a:ext cx="42863" cy="42863"/>
            </a:xfrm>
            <a:custGeom>
              <a:rect b="b" l="l" r="r" t="t"/>
              <a:pathLst>
                <a:path extrusionOk="0" h="10" w="10">
                  <a:moveTo>
                    <a:pt x="2" y="8"/>
                  </a:moveTo>
                  <a:cubicBezTo>
                    <a:pt x="3" y="9"/>
                    <a:pt x="4" y="10"/>
                    <a:pt x="5" y="10"/>
                  </a:cubicBezTo>
                  <a:cubicBezTo>
                    <a:pt x="6" y="10"/>
                    <a:pt x="7" y="9"/>
                    <a:pt x="8" y="9"/>
                  </a:cubicBezTo>
                  <a:cubicBezTo>
                    <a:pt x="8" y="8"/>
                    <a:pt x="8" y="8"/>
                    <a:pt x="8" y="8"/>
                  </a:cubicBezTo>
                  <a:cubicBezTo>
                    <a:pt x="10" y="6"/>
                    <a:pt x="10" y="4"/>
                    <a:pt x="9" y="2"/>
                  </a:cubicBezTo>
                  <a:cubicBezTo>
                    <a:pt x="7" y="1"/>
                    <a:pt x="5" y="0"/>
                    <a:pt x="3" y="2"/>
                  </a:cubicBezTo>
                  <a:cubicBezTo>
                    <a:pt x="2" y="3"/>
                    <a:pt x="2" y="3"/>
                    <a:pt x="2" y="3"/>
                  </a:cubicBezTo>
                  <a:cubicBezTo>
                    <a:pt x="1" y="4"/>
                    <a:pt x="0" y="7"/>
                    <a:pt x="2" y="8"/>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5" name="Google Shape;1365;p26"/>
            <p:cNvSpPr/>
            <p:nvPr/>
          </p:nvSpPr>
          <p:spPr>
            <a:xfrm>
              <a:off x="11641138" y="1068388"/>
              <a:ext cx="42863" cy="42863"/>
            </a:xfrm>
            <a:custGeom>
              <a:rect b="b" l="l" r="r" t="t"/>
              <a:pathLst>
                <a:path extrusionOk="0" h="10" w="10">
                  <a:moveTo>
                    <a:pt x="8" y="8"/>
                  </a:moveTo>
                  <a:cubicBezTo>
                    <a:pt x="10" y="6"/>
                    <a:pt x="10" y="4"/>
                    <a:pt x="9" y="2"/>
                  </a:cubicBezTo>
                  <a:cubicBezTo>
                    <a:pt x="7" y="0"/>
                    <a:pt x="5" y="0"/>
                    <a:pt x="3" y="2"/>
                  </a:cubicBezTo>
                  <a:cubicBezTo>
                    <a:pt x="2" y="3"/>
                    <a:pt x="2" y="3"/>
                    <a:pt x="2" y="3"/>
                  </a:cubicBezTo>
                  <a:cubicBezTo>
                    <a:pt x="0" y="4"/>
                    <a:pt x="0" y="7"/>
                    <a:pt x="2" y="8"/>
                  </a:cubicBezTo>
                  <a:cubicBezTo>
                    <a:pt x="3" y="9"/>
                    <a:pt x="4" y="10"/>
                    <a:pt x="5" y="10"/>
                  </a:cubicBezTo>
                  <a:cubicBezTo>
                    <a:pt x="6" y="10"/>
                    <a:pt x="7"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6" name="Google Shape;1366;p26"/>
            <p:cNvSpPr/>
            <p:nvPr/>
          </p:nvSpPr>
          <p:spPr>
            <a:xfrm>
              <a:off x="11760200" y="962025"/>
              <a:ext cx="42863" cy="42863"/>
            </a:xfrm>
            <a:custGeom>
              <a:rect b="b" l="l" r="r" t="t"/>
              <a:pathLst>
                <a:path extrusionOk="0" h="10" w="10">
                  <a:moveTo>
                    <a:pt x="8" y="8"/>
                  </a:moveTo>
                  <a:cubicBezTo>
                    <a:pt x="9" y="6"/>
                    <a:pt x="10" y="4"/>
                    <a:pt x="8" y="2"/>
                  </a:cubicBezTo>
                  <a:cubicBezTo>
                    <a:pt x="7" y="0"/>
                    <a:pt x="4" y="0"/>
                    <a:pt x="2" y="2"/>
                  </a:cubicBezTo>
                  <a:cubicBezTo>
                    <a:pt x="2" y="3"/>
                    <a:pt x="2" y="3"/>
                    <a:pt x="2" y="3"/>
                  </a:cubicBezTo>
                  <a:cubicBezTo>
                    <a:pt x="0" y="4"/>
                    <a:pt x="0" y="7"/>
                    <a:pt x="1" y="8"/>
                  </a:cubicBezTo>
                  <a:cubicBezTo>
                    <a:pt x="2" y="9"/>
                    <a:pt x="3" y="10"/>
                    <a:pt x="4" y="10"/>
                  </a:cubicBezTo>
                  <a:cubicBezTo>
                    <a:pt x="5" y="10"/>
                    <a:pt x="6" y="9"/>
                    <a:pt x="7" y="9"/>
                  </a:cubicBezTo>
                  <a:lnTo>
                    <a:pt x="8" y="8"/>
                  </a:ln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7" name="Google Shape;1367;p26"/>
            <p:cNvSpPr/>
            <p:nvPr/>
          </p:nvSpPr>
          <p:spPr>
            <a:xfrm>
              <a:off x="12463463" y="323850"/>
              <a:ext cx="42863" cy="42863"/>
            </a:xfrm>
            <a:custGeom>
              <a:rect b="b" l="l" r="r" t="t"/>
              <a:pathLst>
                <a:path extrusionOk="0" h="10" w="10">
                  <a:moveTo>
                    <a:pt x="5" y="10"/>
                  </a:moveTo>
                  <a:cubicBezTo>
                    <a:pt x="6" y="10"/>
                    <a:pt x="7" y="9"/>
                    <a:pt x="7" y="9"/>
                  </a:cubicBezTo>
                  <a:cubicBezTo>
                    <a:pt x="8" y="8"/>
                    <a:pt x="8" y="8"/>
                    <a:pt x="8" y="8"/>
                  </a:cubicBezTo>
                  <a:cubicBezTo>
                    <a:pt x="10" y="6"/>
                    <a:pt x="10" y="4"/>
                    <a:pt x="8" y="2"/>
                  </a:cubicBezTo>
                  <a:cubicBezTo>
                    <a:pt x="7" y="1"/>
                    <a:pt x="4" y="0"/>
                    <a:pt x="3" y="2"/>
                  </a:cubicBezTo>
                  <a:cubicBezTo>
                    <a:pt x="2" y="3"/>
                    <a:pt x="2" y="3"/>
                    <a:pt x="2" y="3"/>
                  </a:cubicBezTo>
                  <a:cubicBezTo>
                    <a:pt x="0" y="4"/>
                    <a:pt x="0" y="7"/>
                    <a:pt x="2" y="8"/>
                  </a:cubicBezTo>
                  <a:cubicBezTo>
                    <a:pt x="2" y="9"/>
                    <a:pt x="4" y="10"/>
                    <a:pt x="5" y="10"/>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8" name="Google Shape;1368;p26"/>
            <p:cNvSpPr/>
            <p:nvPr/>
          </p:nvSpPr>
          <p:spPr>
            <a:xfrm>
              <a:off x="12015788" y="1077913"/>
              <a:ext cx="42863" cy="42863"/>
            </a:xfrm>
            <a:custGeom>
              <a:rect b="b" l="l" r="r" t="t"/>
              <a:pathLst>
                <a:path extrusionOk="0" h="10" w="10">
                  <a:moveTo>
                    <a:pt x="2"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9" y="6"/>
                    <a:pt x="10" y="4"/>
                    <a:pt x="8" y="2"/>
                  </a:cubicBezTo>
                  <a:cubicBezTo>
                    <a:pt x="7"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69" name="Google Shape;1369;p26"/>
            <p:cNvSpPr/>
            <p:nvPr/>
          </p:nvSpPr>
          <p:spPr>
            <a:xfrm>
              <a:off x="11782425" y="1290638"/>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0" name="Google Shape;1370;p26"/>
            <p:cNvSpPr/>
            <p:nvPr/>
          </p:nvSpPr>
          <p:spPr>
            <a:xfrm>
              <a:off x="11661775" y="1397000"/>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6"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1" name="Google Shape;1371;p26"/>
            <p:cNvSpPr/>
            <p:nvPr/>
          </p:nvSpPr>
          <p:spPr>
            <a:xfrm>
              <a:off x="11547475" y="1503363"/>
              <a:ext cx="38100" cy="41275"/>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2" name="Google Shape;1372;p26"/>
            <p:cNvSpPr/>
            <p:nvPr/>
          </p:nvSpPr>
          <p:spPr>
            <a:xfrm>
              <a:off x="11896725" y="1184275"/>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7"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3" name="Google Shape;1373;p26"/>
            <p:cNvSpPr/>
            <p:nvPr/>
          </p:nvSpPr>
          <p:spPr>
            <a:xfrm>
              <a:off x="12954000" y="227013"/>
              <a:ext cx="42863" cy="42863"/>
            </a:xfrm>
            <a:custGeom>
              <a:rect b="b" l="l" r="r" t="t"/>
              <a:pathLst>
                <a:path extrusionOk="0" h="10" w="10">
                  <a:moveTo>
                    <a:pt x="3" y="2"/>
                  </a:moveTo>
                  <a:cubicBezTo>
                    <a:pt x="2" y="3"/>
                    <a:pt x="2" y="3"/>
                    <a:pt x="2" y="3"/>
                  </a:cubicBezTo>
                  <a:cubicBezTo>
                    <a:pt x="0" y="4"/>
                    <a:pt x="0" y="7"/>
                    <a:pt x="2" y="8"/>
                  </a:cubicBezTo>
                  <a:cubicBezTo>
                    <a:pt x="2" y="9"/>
                    <a:pt x="4" y="10"/>
                    <a:pt x="5" y="10"/>
                  </a:cubicBezTo>
                  <a:cubicBezTo>
                    <a:pt x="6" y="10"/>
                    <a:pt x="7"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4" name="Google Shape;1374;p26"/>
            <p:cNvSpPr/>
            <p:nvPr/>
          </p:nvSpPr>
          <p:spPr>
            <a:xfrm>
              <a:off x="12484100" y="652463"/>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5" name="Google Shape;1375;p26"/>
            <p:cNvSpPr/>
            <p:nvPr/>
          </p:nvSpPr>
          <p:spPr>
            <a:xfrm>
              <a:off x="12365038" y="758825"/>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6" name="Google Shape;1376;p26"/>
            <p:cNvSpPr/>
            <p:nvPr/>
          </p:nvSpPr>
          <p:spPr>
            <a:xfrm>
              <a:off x="12838113" y="333375"/>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7" name="Google Shape;1377;p26"/>
            <p:cNvSpPr/>
            <p:nvPr/>
          </p:nvSpPr>
          <p:spPr>
            <a:xfrm>
              <a:off x="12250738" y="865188"/>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8" name="Google Shape;1378;p26"/>
            <p:cNvSpPr/>
            <p:nvPr/>
          </p:nvSpPr>
          <p:spPr>
            <a:xfrm>
              <a:off x="12719050" y="439738"/>
              <a:ext cx="42863" cy="42863"/>
            </a:xfrm>
            <a:custGeom>
              <a:rect b="b" l="l" r="r" t="t"/>
              <a:pathLst>
                <a:path extrusionOk="0" h="10" w="10">
                  <a:moveTo>
                    <a:pt x="3" y="2"/>
                  </a:moveTo>
                  <a:cubicBezTo>
                    <a:pt x="2" y="3"/>
                    <a:pt x="2" y="3"/>
                    <a:pt x="2" y="3"/>
                  </a:cubicBezTo>
                  <a:cubicBezTo>
                    <a:pt x="0" y="4"/>
                    <a:pt x="0" y="7"/>
                    <a:pt x="2" y="8"/>
                  </a:cubicBezTo>
                  <a:cubicBezTo>
                    <a:pt x="2" y="9"/>
                    <a:pt x="3" y="10"/>
                    <a:pt x="5"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79" name="Google Shape;1379;p26"/>
            <p:cNvSpPr/>
            <p:nvPr/>
          </p:nvSpPr>
          <p:spPr>
            <a:xfrm>
              <a:off x="12604750" y="546100"/>
              <a:ext cx="38100" cy="42863"/>
            </a:xfrm>
            <a:custGeom>
              <a:rect b="b" l="l" r="r" t="t"/>
              <a:pathLst>
                <a:path extrusionOk="0" h="10" w="9">
                  <a:moveTo>
                    <a:pt x="2" y="2"/>
                  </a:moveTo>
                  <a:cubicBezTo>
                    <a:pt x="1" y="3"/>
                    <a:pt x="1" y="3"/>
                    <a:pt x="1" y="3"/>
                  </a:cubicBezTo>
                  <a:cubicBezTo>
                    <a:pt x="0" y="4"/>
                    <a:pt x="0" y="7"/>
                    <a:pt x="1" y="8"/>
                  </a:cubicBezTo>
                  <a:cubicBezTo>
                    <a:pt x="2" y="9"/>
                    <a:pt x="3" y="10"/>
                    <a:pt x="4" y="10"/>
                  </a:cubicBezTo>
                  <a:cubicBezTo>
                    <a:pt x="5" y="10"/>
                    <a:pt x="6" y="9"/>
                    <a:pt x="7" y="9"/>
                  </a:cubicBezTo>
                  <a:cubicBezTo>
                    <a:pt x="8" y="8"/>
                    <a:pt x="8" y="8"/>
                    <a:pt x="8" y="8"/>
                  </a:cubicBezTo>
                  <a:cubicBezTo>
                    <a:pt x="9" y="6"/>
                    <a:pt x="9" y="4"/>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0" name="Google Shape;1380;p26"/>
            <p:cNvSpPr/>
            <p:nvPr/>
          </p:nvSpPr>
          <p:spPr>
            <a:xfrm>
              <a:off x="12131675" y="971550"/>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7"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1" name="Google Shape;1381;p26"/>
            <p:cNvSpPr/>
            <p:nvPr/>
          </p:nvSpPr>
          <p:spPr>
            <a:xfrm>
              <a:off x="12561888" y="928688"/>
              <a:ext cx="42863" cy="38100"/>
            </a:xfrm>
            <a:custGeom>
              <a:rect b="b" l="l" r="r" t="t"/>
              <a:pathLst>
                <a:path extrusionOk="0" h="9" w="10">
                  <a:moveTo>
                    <a:pt x="8" y="2"/>
                  </a:moveTo>
                  <a:cubicBezTo>
                    <a:pt x="7" y="0"/>
                    <a:pt x="4" y="0"/>
                    <a:pt x="3" y="2"/>
                  </a:cubicBezTo>
                  <a:cubicBezTo>
                    <a:pt x="2" y="2"/>
                    <a:pt x="2" y="2"/>
                    <a:pt x="2" y="2"/>
                  </a:cubicBezTo>
                  <a:cubicBezTo>
                    <a:pt x="0" y="4"/>
                    <a:pt x="0" y="6"/>
                    <a:pt x="2" y="8"/>
                  </a:cubicBezTo>
                  <a:cubicBezTo>
                    <a:pt x="2" y="9"/>
                    <a:pt x="3" y="9"/>
                    <a:pt x="5" y="9"/>
                  </a:cubicBezTo>
                  <a:cubicBezTo>
                    <a:pt x="6"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2" name="Google Shape;1382;p26"/>
            <p:cNvSpPr/>
            <p:nvPr/>
          </p:nvSpPr>
          <p:spPr>
            <a:xfrm>
              <a:off x="12915900" y="609600"/>
              <a:ext cx="41275" cy="38100"/>
            </a:xfrm>
            <a:custGeom>
              <a:rect b="b" l="l" r="r" t="t"/>
              <a:pathLst>
                <a:path extrusionOk="0" h="9" w="10">
                  <a:moveTo>
                    <a:pt x="8" y="2"/>
                  </a:moveTo>
                  <a:cubicBezTo>
                    <a:pt x="7"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3" name="Google Shape;1383;p26"/>
            <p:cNvSpPr/>
            <p:nvPr/>
          </p:nvSpPr>
          <p:spPr>
            <a:xfrm>
              <a:off x="12093575" y="1354138"/>
              <a:ext cx="41275" cy="38100"/>
            </a:xfrm>
            <a:custGeom>
              <a:rect b="b" l="l" r="r" t="t"/>
              <a:pathLst>
                <a:path extrusionOk="0" h="9" w="10">
                  <a:moveTo>
                    <a:pt x="8" y="2"/>
                  </a:moveTo>
                  <a:cubicBezTo>
                    <a:pt x="7" y="0"/>
                    <a:pt x="4" y="0"/>
                    <a:pt x="3" y="2"/>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4" name="Google Shape;1384;p26"/>
            <p:cNvSpPr/>
            <p:nvPr/>
          </p:nvSpPr>
          <p:spPr>
            <a:xfrm>
              <a:off x="13030200" y="511175"/>
              <a:ext cx="12700" cy="30163"/>
            </a:xfrm>
            <a:custGeom>
              <a:rect b="b" l="l" r="r" t="t"/>
              <a:pathLst>
                <a:path extrusionOk="0" h="7" w="3">
                  <a:moveTo>
                    <a:pt x="2" y="6"/>
                  </a:moveTo>
                  <a:cubicBezTo>
                    <a:pt x="2" y="6"/>
                    <a:pt x="2" y="7"/>
                    <a:pt x="3" y="7"/>
                  </a:cubicBezTo>
                  <a:cubicBezTo>
                    <a:pt x="3" y="5"/>
                    <a:pt x="2" y="2"/>
                    <a:pt x="2" y="0"/>
                  </a:cubicBezTo>
                  <a:cubicBezTo>
                    <a:pt x="2" y="0"/>
                    <a:pt x="2" y="0"/>
                    <a:pt x="2" y="0"/>
                  </a:cubicBezTo>
                  <a:cubicBezTo>
                    <a:pt x="0" y="2"/>
                    <a:pt x="0" y="4"/>
                    <a:pt x="2" y="6"/>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5" name="Google Shape;1385;p26"/>
            <p:cNvSpPr/>
            <p:nvPr/>
          </p:nvSpPr>
          <p:spPr>
            <a:xfrm>
              <a:off x="12680950" y="822325"/>
              <a:ext cx="38100" cy="38100"/>
            </a:xfrm>
            <a:custGeom>
              <a:rect b="b" l="l" r="r" t="t"/>
              <a:pathLst>
                <a:path extrusionOk="0" h="9" w="9">
                  <a:moveTo>
                    <a:pt x="8" y="2"/>
                  </a:moveTo>
                  <a:cubicBezTo>
                    <a:pt x="6"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6" name="Google Shape;1386;p26"/>
            <p:cNvSpPr/>
            <p:nvPr/>
          </p:nvSpPr>
          <p:spPr>
            <a:xfrm>
              <a:off x="12795250" y="715963"/>
              <a:ext cx="42863" cy="38100"/>
            </a:xfrm>
            <a:custGeom>
              <a:rect b="b" l="l" r="r" t="t"/>
              <a:pathLst>
                <a:path extrusionOk="0" h="9" w="10">
                  <a:moveTo>
                    <a:pt x="8" y="2"/>
                  </a:moveTo>
                  <a:cubicBezTo>
                    <a:pt x="7" y="0"/>
                    <a:pt x="4" y="0"/>
                    <a:pt x="3" y="2"/>
                  </a:cubicBez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7" name="Google Shape;1387;p26"/>
            <p:cNvSpPr/>
            <p:nvPr/>
          </p:nvSpPr>
          <p:spPr>
            <a:xfrm>
              <a:off x="11972925" y="1460500"/>
              <a:ext cx="42863" cy="38100"/>
            </a:xfrm>
            <a:custGeom>
              <a:rect b="b" l="l" r="r" t="t"/>
              <a:pathLst>
                <a:path extrusionOk="0" h="9" w="10">
                  <a:moveTo>
                    <a:pt x="3" y="2"/>
                  </a:move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8" name="Google Shape;1388;p26"/>
            <p:cNvSpPr/>
            <p:nvPr/>
          </p:nvSpPr>
          <p:spPr>
            <a:xfrm>
              <a:off x="12446000" y="1035050"/>
              <a:ext cx="38100" cy="38100"/>
            </a:xfrm>
            <a:custGeom>
              <a:rect b="b" l="l" r="r" t="t"/>
              <a:pathLst>
                <a:path extrusionOk="0" h="9" w="9">
                  <a:moveTo>
                    <a:pt x="8" y="2"/>
                  </a:moveTo>
                  <a:cubicBezTo>
                    <a:pt x="6" y="0"/>
                    <a:pt x="4" y="0"/>
                    <a:pt x="2" y="2"/>
                  </a:cubicBez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89" name="Google Shape;1389;p26"/>
            <p:cNvSpPr/>
            <p:nvPr/>
          </p:nvSpPr>
          <p:spPr>
            <a:xfrm>
              <a:off x="12326938" y="1141413"/>
              <a:ext cx="42863" cy="38100"/>
            </a:xfrm>
            <a:custGeom>
              <a:rect b="b" l="l" r="r" t="t"/>
              <a:pathLst>
                <a:path extrusionOk="0" h="9" w="10">
                  <a:moveTo>
                    <a:pt x="8" y="2"/>
                  </a:moveTo>
                  <a:cubicBezTo>
                    <a:pt x="7" y="0"/>
                    <a:pt x="4" y="0"/>
                    <a:pt x="3" y="2"/>
                  </a:cubicBezTo>
                  <a:cubicBezTo>
                    <a:pt x="2" y="2"/>
                    <a:pt x="2" y="2"/>
                    <a:pt x="2" y="2"/>
                  </a:cubicBezTo>
                  <a:cubicBezTo>
                    <a:pt x="0" y="4"/>
                    <a:pt x="0" y="6"/>
                    <a:pt x="1" y="8"/>
                  </a:cubicBezTo>
                  <a:cubicBezTo>
                    <a:pt x="2" y="9"/>
                    <a:pt x="3" y="9"/>
                    <a:pt x="4" y="9"/>
                  </a:cubicBezTo>
                  <a:cubicBezTo>
                    <a:pt x="5" y="9"/>
                    <a:pt x="6" y="9"/>
                    <a:pt x="7" y="8"/>
                  </a:cubicBezTo>
                  <a:cubicBezTo>
                    <a:pt x="8" y="7"/>
                    <a:pt x="8" y="7"/>
                    <a:pt x="8" y="7"/>
                  </a:cubicBezTo>
                  <a:cubicBezTo>
                    <a:pt x="10" y="6"/>
                    <a:pt x="10" y="3"/>
                    <a:pt x="8"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0" name="Google Shape;1390;p26"/>
            <p:cNvSpPr/>
            <p:nvPr/>
          </p:nvSpPr>
          <p:spPr>
            <a:xfrm>
              <a:off x="12207875" y="1247775"/>
              <a:ext cx="42863" cy="38100"/>
            </a:xfrm>
            <a:custGeom>
              <a:rect b="b" l="l" r="r" t="t"/>
              <a:pathLst>
                <a:path extrusionOk="0" h="9" w="10">
                  <a:moveTo>
                    <a:pt x="9" y="2"/>
                  </a:moveTo>
                  <a:cubicBezTo>
                    <a:pt x="7" y="0"/>
                    <a:pt x="5" y="0"/>
                    <a:pt x="3" y="2"/>
                  </a:cubicBezTo>
                  <a:cubicBezTo>
                    <a:pt x="2" y="2"/>
                    <a:pt x="2" y="2"/>
                    <a:pt x="2" y="2"/>
                  </a:cubicBezTo>
                  <a:cubicBezTo>
                    <a:pt x="1" y="4"/>
                    <a:pt x="0" y="6"/>
                    <a:pt x="2" y="8"/>
                  </a:cubicBezTo>
                  <a:cubicBezTo>
                    <a:pt x="3" y="9"/>
                    <a:pt x="4" y="9"/>
                    <a:pt x="5" y="9"/>
                  </a:cubicBezTo>
                  <a:cubicBezTo>
                    <a:pt x="6" y="9"/>
                    <a:pt x="7" y="9"/>
                    <a:pt x="8" y="8"/>
                  </a:cubicBezTo>
                  <a:cubicBezTo>
                    <a:pt x="8" y="7"/>
                    <a:pt x="8" y="7"/>
                    <a:pt x="8" y="7"/>
                  </a:cubicBezTo>
                  <a:cubicBezTo>
                    <a:pt x="10" y="6"/>
                    <a:pt x="10" y="3"/>
                    <a:pt x="9"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1" name="Google Shape;1391;p26"/>
            <p:cNvSpPr/>
            <p:nvPr/>
          </p:nvSpPr>
          <p:spPr>
            <a:xfrm>
              <a:off x="12949238" y="923925"/>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2" name="Google Shape;1392;p26"/>
            <p:cNvSpPr/>
            <p:nvPr/>
          </p:nvSpPr>
          <p:spPr>
            <a:xfrm>
              <a:off x="12714288" y="1136650"/>
              <a:ext cx="39688"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3" name="Google Shape;1393;p26"/>
            <p:cNvSpPr/>
            <p:nvPr/>
          </p:nvSpPr>
          <p:spPr>
            <a:xfrm>
              <a:off x="12830175" y="1030288"/>
              <a:ext cx="42863" cy="38100"/>
            </a:xfrm>
            <a:custGeom>
              <a:rect b="b" l="l" r="r" t="t"/>
              <a:pathLst>
                <a:path extrusionOk="0" h="9" w="10">
                  <a:moveTo>
                    <a:pt x="3" y="2"/>
                  </a:moveTo>
                  <a:cubicBezTo>
                    <a:pt x="2" y="2"/>
                    <a:pt x="2" y="2"/>
                    <a:pt x="2" y="2"/>
                  </a:cubicBezTo>
                  <a:cubicBezTo>
                    <a:pt x="0" y="4"/>
                    <a:pt x="0" y="6"/>
                    <a:pt x="2" y="8"/>
                  </a:cubicBezTo>
                  <a:cubicBezTo>
                    <a:pt x="2" y="9"/>
                    <a:pt x="4" y="9"/>
                    <a:pt x="5" y="9"/>
                  </a:cubicBezTo>
                  <a:cubicBezTo>
                    <a:pt x="6" y="9"/>
                    <a:pt x="7"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4" name="Google Shape;1394;p26"/>
            <p:cNvSpPr/>
            <p:nvPr/>
          </p:nvSpPr>
          <p:spPr>
            <a:xfrm>
              <a:off x="12595225" y="1243013"/>
              <a:ext cx="42863" cy="38100"/>
            </a:xfrm>
            <a:custGeom>
              <a:rect b="b" l="l" r="r" t="t"/>
              <a:pathLst>
                <a:path extrusionOk="0" h="9" w="10">
                  <a:moveTo>
                    <a:pt x="3" y="2"/>
                  </a:moveTo>
                  <a:cubicBezTo>
                    <a:pt x="2" y="2"/>
                    <a:pt x="2" y="2"/>
                    <a:pt x="2" y="2"/>
                  </a:cubicBezTo>
                  <a:cubicBezTo>
                    <a:pt x="0" y="4"/>
                    <a:pt x="0" y="6"/>
                    <a:pt x="2" y="8"/>
                  </a:cubicBezTo>
                  <a:cubicBezTo>
                    <a:pt x="2" y="9"/>
                    <a:pt x="3" y="9"/>
                    <a:pt x="5" y="9"/>
                  </a:cubicBezTo>
                  <a:cubicBezTo>
                    <a:pt x="5" y="9"/>
                    <a:pt x="6" y="9"/>
                    <a:pt x="7" y="8"/>
                  </a:cubicBezTo>
                  <a:cubicBezTo>
                    <a:pt x="8" y="7"/>
                    <a:pt x="8" y="7"/>
                    <a:pt x="8" y="7"/>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5" name="Google Shape;1395;p26"/>
            <p:cNvSpPr/>
            <p:nvPr/>
          </p:nvSpPr>
          <p:spPr>
            <a:xfrm>
              <a:off x="12361863" y="1455738"/>
              <a:ext cx="41275" cy="38100"/>
            </a:xfrm>
            <a:custGeom>
              <a:rect b="b" l="l" r="r" t="t"/>
              <a:pathLst>
                <a:path extrusionOk="0" h="9" w="10">
                  <a:moveTo>
                    <a:pt x="3" y="2"/>
                  </a:moveTo>
                  <a:cubicBezTo>
                    <a:pt x="2" y="2"/>
                    <a:pt x="2" y="2"/>
                    <a:pt x="2" y="2"/>
                  </a:cubicBezTo>
                  <a:cubicBezTo>
                    <a:pt x="0" y="4"/>
                    <a:pt x="0" y="6"/>
                    <a:pt x="2" y="8"/>
                  </a:cubicBezTo>
                  <a:cubicBezTo>
                    <a:pt x="2" y="9"/>
                    <a:pt x="3" y="9"/>
                    <a:pt x="4" y="9"/>
                  </a:cubicBezTo>
                  <a:cubicBezTo>
                    <a:pt x="5" y="9"/>
                    <a:pt x="6" y="9"/>
                    <a:pt x="7" y="8"/>
                  </a:cubicBezTo>
                  <a:cubicBezTo>
                    <a:pt x="8" y="8"/>
                    <a:pt x="8" y="8"/>
                    <a:pt x="8" y="8"/>
                  </a:cubicBezTo>
                  <a:cubicBezTo>
                    <a:pt x="10" y="6"/>
                    <a:pt x="10" y="3"/>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6" name="Google Shape;1396;p26"/>
            <p:cNvSpPr/>
            <p:nvPr/>
          </p:nvSpPr>
          <p:spPr>
            <a:xfrm>
              <a:off x="12480925" y="1349375"/>
              <a:ext cx="38100" cy="38100"/>
            </a:xfrm>
            <a:custGeom>
              <a:rect b="b" l="l" r="r" t="t"/>
              <a:pathLst>
                <a:path extrusionOk="0" h="9" w="9">
                  <a:moveTo>
                    <a:pt x="2" y="2"/>
                  </a:moveTo>
                  <a:cubicBezTo>
                    <a:pt x="1" y="2"/>
                    <a:pt x="1" y="2"/>
                    <a:pt x="1" y="2"/>
                  </a:cubicBezTo>
                  <a:cubicBezTo>
                    <a:pt x="0" y="4"/>
                    <a:pt x="0" y="6"/>
                    <a:pt x="1" y="8"/>
                  </a:cubicBezTo>
                  <a:cubicBezTo>
                    <a:pt x="2" y="9"/>
                    <a:pt x="3" y="9"/>
                    <a:pt x="4" y="9"/>
                  </a:cubicBezTo>
                  <a:cubicBezTo>
                    <a:pt x="5" y="9"/>
                    <a:pt x="6" y="9"/>
                    <a:pt x="7" y="8"/>
                  </a:cubicBezTo>
                  <a:cubicBezTo>
                    <a:pt x="8" y="7"/>
                    <a:pt x="8" y="7"/>
                    <a:pt x="8" y="7"/>
                  </a:cubicBezTo>
                  <a:cubicBezTo>
                    <a:pt x="9" y="6"/>
                    <a:pt x="9" y="3"/>
                    <a:pt x="8" y="2"/>
                  </a:cubicBezTo>
                  <a:cubicBezTo>
                    <a:pt x="6" y="0"/>
                    <a:pt x="4" y="0"/>
                    <a:pt x="2"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7" name="Google Shape;1397;p26"/>
            <p:cNvSpPr/>
            <p:nvPr/>
          </p:nvSpPr>
          <p:spPr>
            <a:xfrm>
              <a:off x="12655550" y="1531938"/>
              <a:ext cx="42863" cy="42863"/>
            </a:xfrm>
            <a:custGeom>
              <a:rect b="b" l="l" r="r" t="t"/>
              <a:pathLst>
                <a:path extrusionOk="0" h="10" w="10">
                  <a:moveTo>
                    <a:pt x="3" y="2"/>
                  </a:moveTo>
                  <a:cubicBezTo>
                    <a:pt x="2" y="3"/>
                    <a:pt x="2" y="3"/>
                    <a:pt x="2" y="3"/>
                  </a:cubicBezTo>
                  <a:cubicBezTo>
                    <a:pt x="0"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8" name="Google Shape;1398;p26"/>
            <p:cNvSpPr/>
            <p:nvPr/>
          </p:nvSpPr>
          <p:spPr>
            <a:xfrm>
              <a:off x="12888913" y="1319213"/>
              <a:ext cx="42863" cy="42863"/>
            </a:xfrm>
            <a:custGeom>
              <a:rect b="b" l="l" r="r" t="t"/>
              <a:pathLst>
                <a:path extrusionOk="0" h="10" w="10">
                  <a:moveTo>
                    <a:pt x="3" y="2"/>
                  </a:moveTo>
                  <a:cubicBezTo>
                    <a:pt x="2" y="3"/>
                    <a:pt x="2" y="3"/>
                    <a:pt x="2" y="3"/>
                  </a:cubicBezTo>
                  <a:cubicBezTo>
                    <a:pt x="1" y="4"/>
                    <a:pt x="0" y="7"/>
                    <a:pt x="2" y="8"/>
                  </a:cubicBezTo>
                  <a:cubicBezTo>
                    <a:pt x="3" y="9"/>
                    <a:pt x="4" y="10"/>
                    <a:pt x="5" y="10"/>
                  </a:cubicBezTo>
                  <a:cubicBezTo>
                    <a:pt x="6" y="10"/>
                    <a:pt x="7" y="9"/>
                    <a:pt x="8" y="9"/>
                  </a:cubicBezTo>
                  <a:cubicBezTo>
                    <a:pt x="8" y="8"/>
                    <a:pt x="8" y="8"/>
                    <a:pt x="8" y="8"/>
                  </a:cubicBezTo>
                  <a:cubicBezTo>
                    <a:pt x="10" y="6"/>
                    <a:pt x="10" y="4"/>
                    <a:pt x="9" y="2"/>
                  </a:cubicBezTo>
                  <a:cubicBezTo>
                    <a:pt x="7" y="0"/>
                    <a:pt x="5"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399" name="Google Shape;1399;p26"/>
            <p:cNvSpPr/>
            <p:nvPr/>
          </p:nvSpPr>
          <p:spPr>
            <a:xfrm>
              <a:off x="12774613" y="1425575"/>
              <a:ext cx="42863" cy="42863"/>
            </a:xfrm>
            <a:custGeom>
              <a:rect b="b" l="l" r="r" t="t"/>
              <a:pathLst>
                <a:path extrusionOk="0" h="10" w="10">
                  <a:moveTo>
                    <a:pt x="3" y="2"/>
                  </a:moveTo>
                  <a:cubicBezTo>
                    <a:pt x="2" y="3"/>
                    <a:pt x="2" y="3"/>
                    <a:pt x="2" y="3"/>
                  </a:cubicBezTo>
                  <a:cubicBezTo>
                    <a:pt x="0" y="4"/>
                    <a:pt x="0" y="7"/>
                    <a:pt x="1" y="8"/>
                  </a:cubicBezTo>
                  <a:cubicBezTo>
                    <a:pt x="2" y="9"/>
                    <a:pt x="3" y="10"/>
                    <a:pt x="4" y="10"/>
                  </a:cubicBezTo>
                  <a:cubicBezTo>
                    <a:pt x="5" y="10"/>
                    <a:pt x="6" y="9"/>
                    <a:pt x="7" y="9"/>
                  </a:cubicBezTo>
                  <a:cubicBezTo>
                    <a:pt x="8" y="8"/>
                    <a:pt x="8" y="8"/>
                    <a:pt x="8" y="8"/>
                  </a:cubicBezTo>
                  <a:cubicBezTo>
                    <a:pt x="10" y="6"/>
                    <a:pt x="10" y="4"/>
                    <a:pt x="8" y="2"/>
                  </a:cubicBezTo>
                  <a:cubicBezTo>
                    <a:pt x="7" y="0"/>
                    <a:pt x="4" y="0"/>
                    <a:pt x="3" y="2"/>
                  </a:cubicBezTo>
                  <a:close/>
                </a:path>
              </a:pathLst>
            </a:custGeom>
            <a:solidFill>
              <a:srgbClr val="BFBFBF">
                <a:alpha val="80000"/>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400" name="Google Shape;1400;p26"/>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chemeClr val="dk1"/>
              </a:buClr>
              <a:buSzPts val="2400"/>
              <a:buFont typeface="Arial Black"/>
              <a:buNone/>
              <a:defRPr sz="2400">
                <a:latin typeface="Arial Black"/>
                <a:ea typeface="Arial Black"/>
                <a:cs typeface="Arial Black"/>
                <a:sym typeface="Arial Black"/>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401" name="Shape 1401"/>
        <p:cNvGrpSpPr/>
        <p:nvPr/>
      </p:nvGrpSpPr>
      <p:grpSpPr>
        <a:xfrm>
          <a:off x="0" y="0"/>
          <a:ext cx="0" cy="0"/>
          <a:chOff x="0" y="0"/>
          <a:chExt cx="0" cy="0"/>
        </a:xfrm>
      </p:grpSpPr>
      <p:sp>
        <p:nvSpPr>
          <p:cNvPr id="1402" name="Google Shape;1402;p27"/>
          <p:cNvSpPr txBox="1"/>
          <p:nvPr>
            <p:ph type="ctrTitle"/>
          </p:nvPr>
        </p:nvSpPr>
        <p:spPr>
          <a:xfrm>
            <a:off x="628535" y="2148089"/>
            <a:ext cx="3457500" cy="1719900"/>
          </a:xfrm>
          <a:prstGeom prst="rect">
            <a:avLst/>
          </a:prstGeom>
          <a:noFill/>
          <a:ln>
            <a:noFill/>
          </a:ln>
        </p:spPr>
        <p:txBody>
          <a:bodyPr anchorCtr="0" anchor="b" bIns="45700" lIns="0" spcFirstLastPara="1" rIns="0" wrap="square" tIns="45700">
            <a:noAutofit/>
          </a:bodyPr>
          <a:lstStyle>
            <a:lvl1pPr lvl="0" algn="l">
              <a:lnSpc>
                <a:spcPct val="80000"/>
              </a:lnSpc>
              <a:spcBef>
                <a:spcPts val="0"/>
              </a:spcBef>
              <a:spcAft>
                <a:spcPts val="0"/>
              </a:spcAft>
              <a:buClr>
                <a:schemeClr val="accent6"/>
              </a:buClr>
              <a:buSzPts val="4500"/>
              <a:buFont typeface="Quattrocento Sans"/>
              <a:buNone/>
              <a:defRPr b="1" sz="4500">
                <a:solidFill>
                  <a:schemeClr val="accent6"/>
                </a:solidFill>
                <a:latin typeface="Quattrocento Sans"/>
                <a:ea typeface="Quattrocento Sans"/>
                <a:cs typeface="Quattrocento Sans"/>
                <a:sym typeface="Quattrocento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03" name="Google Shape;1403;p27"/>
          <p:cNvSpPr txBox="1"/>
          <p:nvPr>
            <p:ph idx="1" type="subTitle"/>
          </p:nvPr>
        </p:nvSpPr>
        <p:spPr>
          <a:xfrm>
            <a:off x="628535" y="3867894"/>
            <a:ext cx="3457500" cy="573300"/>
          </a:xfrm>
          <a:prstGeom prst="rect">
            <a:avLst/>
          </a:prstGeom>
          <a:noFill/>
          <a:ln>
            <a:noFill/>
          </a:ln>
        </p:spPr>
        <p:txBody>
          <a:bodyPr anchorCtr="0" anchor="t" bIns="45700" lIns="0" spcFirstLastPara="1" rIns="0" wrap="square" tIns="45700">
            <a:noAutofit/>
          </a:bodyPr>
          <a:lstStyle>
            <a:lvl1pPr lvl="0" algn="l">
              <a:spcBef>
                <a:spcPts val="500"/>
              </a:spcBef>
              <a:spcAft>
                <a:spcPts val="0"/>
              </a:spcAft>
              <a:buClr>
                <a:srgbClr val="595959"/>
              </a:buClr>
              <a:buSzPts val="2400"/>
              <a:buNone/>
              <a:defRPr sz="2400">
                <a:solidFill>
                  <a:srgbClr val="595959"/>
                </a:solidFill>
                <a:latin typeface="Calibri"/>
                <a:ea typeface="Calibri"/>
                <a:cs typeface="Calibri"/>
                <a:sym typeface="Calibri"/>
              </a:defRPr>
            </a:lvl1pPr>
            <a:lvl2pPr lvl="1" algn="ctr">
              <a:spcBef>
                <a:spcPts val="500"/>
              </a:spcBef>
              <a:spcAft>
                <a:spcPts val="0"/>
              </a:spcAft>
              <a:buClr>
                <a:srgbClr val="888888"/>
              </a:buClr>
              <a:buSzPts val="24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04" name="Google Shape;1404;p27"/>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05" name="Google Shape;1405;p27"/>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06" name="Google Shape;1406;p27"/>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407" name="Shape 1407"/>
        <p:cNvGrpSpPr/>
        <p:nvPr/>
      </p:nvGrpSpPr>
      <p:grpSpPr>
        <a:xfrm>
          <a:off x="0" y="0"/>
          <a:ext cx="0" cy="0"/>
          <a:chOff x="0" y="0"/>
          <a:chExt cx="0" cy="0"/>
        </a:xfrm>
      </p:grpSpPr>
      <p:sp>
        <p:nvSpPr>
          <p:cNvPr id="1408" name="Google Shape;1408;p28"/>
          <p:cNvSpPr txBox="1"/>
          <p:nvPr>
            <p:ph type="ctrTitle"/>
          </p:nvPr>
        </p:nvSpPr>
        <p:spPr>
          <a:xfrm>
            <a:off x="685800" y="1597820"/>
            <a:ext cx="7772400" cy="11025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09" name="Google Shape;1409;p28"/>
          <p:cNvSpPr txBox="1"/>
          <p:nvPr>
            <p:ph idx="1" type="subTitle"/>
          </p:nvPr>
        </p:nvSpPr>
        <p:spPr>
          <a:xfrm>
            <a:off x="1371600" y="2914650"/>
            <a:ext cx="6400800" cy="1314600"/>
          </a:xfrm>
          <a:prstGeom prst="rect">
            <a:avLst/>
          </a:prstGeom>
          <a:noFill/>
          <a:ln>
            <a:noFill/>
          </a:ln>
        </p:spPr>
        <p:txBody>
          <a:bodyPr anchorCtr="0" anchor="t" bIns="45700" lIns="0" spcFirstLastPara="1" rIns="0" wrap="square" tIns="45700">
            <a:normAutofit/>
          </a:bodyPr>
          <a:lstStyle>
            <a:lvl1pPr lvl="0" algn="ctr">
              <a:spcBef>
                <a:spcPts val="500"/>
              </a:spcBef>
              <a:spcAft>
                <a:spcPts val="0"/>
              </a:spcAft>
              <a:buClr>
                <a:srgbClr val="888888"/>
              </a:buClr>
              <a:buSzPts val="2700"/>
              <a:buNone/>
              <a:defRPr>
                <a:solidFill>
                  <a:srgbClr val="888888"/>
                </a:solidFill>
              </a:defRPr>
            </a:lvl1pPr>
            <a:lvl2pPr lvl="1" algn="ctr">
              <a:spcBef>
                <a:spcPts val="500"/>
              </a:spcBef>
              <a:spcAft>
                <a:spcPts val="0"/>
              </a:spcAft>
              <a:buClr>
                <a:srgbClr val="888888"/>
              </a:buClr>
              <a:buSzPts val="24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10" name="Google Shape;1410;p28"/>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1" name="Google Shape;1411;p28"/>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2" name="Google Shape;1412;p28"/>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1413" name="Shape 1413"/>
        <p:cNvGrpSpPr/>
        <p:nvPr/>
      </p:nvGrpSpPr>
      <p:grpSpPr>
        <a:xfrm>
          <a:off x="0" y="0"/>
          <a:ext cx="0" cy="0"/>
          <a:chOff x="0" y="0"/>
          <a:chExt cx="0" cy="0"/>
        </a:xfrm>
      </p:grpSpPr>
      <p:sp>
        <p:nvSpPr>
          <p:cNvPr id="1414" name="Google Shape;1414;p29"/>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15" name="Google Shape;1415;p29"/>
          <p:cNvSpPr txBox="1"/>
          <p:nvPr>
            <p:ph idx="1" type="body"/>
          </p:nvPr>
        </p:nvSpPr>
        <p:spPr>
          <a:xfrm>
            <a:off x="457200" y="853819"/>
            <a:ext cx="8229600" cy="3741000"/>
          </a:xfrm>
          <a:prstGeom prst="rect">
            <a:avLst/>
          </a:prstGeom>
          <a:noFill/>
          <a:ln>
            <a:noFill/>
          </a:ln>
        </p:spPr>
        <p:txBody>
          <a:bodyPr anchorCtr="0" anchor="t" bIns="45700" lIns="0" spcFirstLastPara="1" rIns="0" wrap="square" tIns="45700">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416" name="Google Shape;1416;p29"/>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7" name="Google Shape;1417;p29"/>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8" name="Google Shape;1418;p29"/>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1419" name="Shape 1419"/>
        <p:cNvGrpSpPr/>
        <p:nvPr/>
      </p:nvGrpSpPr>
      <p:grpSpPr>
        <a:xfrm>
          <a:off x="0" y="0"/>
          <a:ext cx="0" cy="0"/>
          <a:chOff x="0" y="0"/>
          <a:chExt cx="0" cy="0"/>
        </a:xfrm>
      </p:grpSpPr>
      <p:sp>
        <p:nvSpPr>
          <p:cNvPr id="1420" name="Google Shape;1420;p30"/>
          <p:cNvSpPr txBox="1"/>
          <p:nvPr>
            <p:ph type="title"/>
          </p:nvPr>
        </p:nvSpPr>
        <p:spPr>
          <a:xfrm>
            <a:off x="722313" y="3305176"/>
            <a:ext cx="7772400" cy="1021500"/>
          </a:xfrm>
          <a:prstGeom prst="rect">
            <a:avLst/>
          </a:prstGeom>
          <a:noFill/>
          <a:ln>
            <a:noFill/>
          </a:ln>
        </p:spPr>
        <p:txBody>
          <a:bodyPr anchorCtr="0" anchor="t" bIns="45700" lIns="0" spcFirstLastPara="1" rIns="0"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21" name="Google Shape;1421;p30"/>
          <p:cNvSpPr txBox="1"/>
          <p:nvPr>
            <p:ph idx="1" type="body"/>
          </p:nvPr>
        </p:nvSpPr>
        <p:spPr>
          <a:xfrm>
            <a:off x="722313" y="2180035"/>
            <a:ext cx="7772400" cy="1125300"/>
          </a:xfrm>
          <a:prstGeom prst="rect">
            <a:avLst/>
          </a:prstGeom>
          <a:noFill/>
          <a:ln>
            <a:noFill/>
          </a:ln>
        </p:spPr>
        <p:txBody>
          <a:bodyPr anchorCtr="0" anchor="b" bIns="45700" lIns="0" spcFirstLastPara="1" rIns="0"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400"/>
              </a:spcBef>
              <a:spcAft>
                <a:spcPts val="0"/>
              </a:spcAft>
              <a:buClr>
                <a:srgbClr val="888888"/>
              </a:buClr>
              <a:buSzPts val="1800"/>
              <a:buNone/>
              <a:defRPr sz="1800">
                <a:solidFill>
                  <a:srgbClr val="888888"/>
                </a:solidFill>
              </a:defRPr>
            </a:lvl2pPr>
            <a:lvl3pPr indent="-228600" lvl="2" marL="1371600" algn="l">
              <a:spcBef>
                <a:spcPts val="300"/>
              </a:spcBef>
              <a:spcAft>
                <a:spcPts val="0"/>
              </a:spcAft>
              <a:buClr>
                <a:srgbClr val="888888"/>
              </a:buClr>
              <a:buSzPts val="1600"/>
              <a:buNone/>
              <a:defRPr sz="1600">
                <a:solidFill>
                  <a:srgbClr val="888888"/>
                </a:solidFill>
              </a:defRPr>
            </a:lvl3pPr>
            <a:lvl4pPr indent="-228600" lvl="3" marL="1828800" algn="l">
              <a:spcBef>
                <a:spcPts val="300"/>
              </a:spcBef>
              <a:spcAft>
                <a:spcPts val="0"/>
              </a:spcAft>
              <a:buClr>
                <a:srgbClr val="888888"/>
              </a:buClr>
              <a:buSzPts val="1400"/>
              <a:buNone/>
              <a:defRPr sz="1400">
                <a:solidFill>
                  <a:srgbClr val="888888"/>
                </a:solidFill>
              </a:defRPr>
            </a:lvl4pPr>
            <a:lvl5pPr indent="-228600" lvl="4" marL="2286000" algn="l">
              <a:spcBef>
                <a:spcPts val="300"/>
              </a:spcBef>
              <a:spcAft>
                <a:spcPts val="0"/>
              </a:spcAft>
              <a:buClr>
                <a:srgbClr val="888888"/>
              </a:buClr>
              <a:buSzPts val="1400"/>
              <a:buNone/>
              <a:defRPr sz="1400">
                <a:solidFill>
                  <a:srgbClr val="888888"/>
                </a:solidFill>
              </a:defRPr>
            </a:lvl5pPr>
            <a:lvl6pPr indent="-228600" lvl="5" marL="2743200" algn="l">
              <a:spcBef>
                <a:spcPts val="300"/>
              </a:spcBef>
              <a:spcAft>
                <a:spcPts val="0"/>
              </a:spcAft>
              <a:buClr>
                <a:srgbClr val="888888"/>
              </a:buClr>
              <a:buSzPts val="1400"/>
              <a:buNone/>
              <a:defRPr sz="1400">
                <a:solidFill>
                  <a:srgbClr val="888888"/>
                </a:solidFill>
              </a:defRPr>
            </a:lvl6pPr>
            <a:lvl7pPr indent="-228600" lvl="6" marL="3200400" algn="l">
              <a:spcBef>
                <a:spcPts val="300"/>
              </a:spcBef>
              <a:spcAft>
                <a:spcPts val="0"/>
              </a:spcAft>
              <a:buClr>
                <a:srgbClr val="888888"/>
              </a:buClr>
              <a:buSzPts val="1400"/>
              <a:buNone/>
              <a:defRPr sz="1400">
                <a:solidFill>
                  <a:srgbClr val="888888"/>
                </a:solidFill>
              </a:defRPr>
            </a:lvl7pPr>
            <a:lvl8pPr indent="-228600" lvl="7" marL="3657600" algn="l">
              <a:spcBef>
                <a:spcPts val="300"/>
              </a:spcBef>
              <a:spcAft>
                <a:spcPts val="0"/>
              </a:spcAft>
              <a:buClr>
                <a:srgbClr val="888888"/>
              </a:buClr>
              <a:buSzPts val="1400"/>
              <a:buNone/>
              <a:defRPr sz="1400">
                <a:solidFill>
                  <a:srgbClr val="888888"/>
                </a:solidFill>
              </a:defRPr>
            </a:lvl8pPr>
            <a:lvl9pPr indent="-228600" lvl="8" marL="4114800" algn="l">
              <a:spcBef>
                <a:spcPts val="300"/>
              </a:spcBef>
              <a:spcAft>
                <a:spcPts val="0"/>
              </a:spcAft>
              <a:buClr>
                <a:srgbClr val="888888"/>
              </a:buClr>
              <a:buSzPts val="1400"/>
              <a:buNone/>
              <a:defRPr sz="1400">
                <a:solidFill>
                  <a:srgbClr val="888888"/>
                </a:solidFill>
              </a:defRPr>
            </a:lvl9pPr>
          </a:lstStyle>
          <a:p/>
        </p:txBody>
      </p:sp>
      <p:sp>
        <p:nvSpPr>
          <p:cNvPr id="1422" name="Google Shape;1422;p30"/>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23" name="Google Shape;1423;p30"/>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24" name="Google Shape;1424;p30"/>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1425" name="Shape 1425"/>
        <p:cNvGrpSpPr/>
        <p:nvPr/>
      </p:nvGrpSpPr>
      <p:grpSpPr>
        <a:xfrm>
          <a:off x="0" y="0"/>
          <a:ext cx="0" cy="0"/>
          <a:chOff x="0" y="0"/>
          <a:chExt cx="0" cy="0"/>
        </a:xfrm>
      </p:grpSpPr>
      <p:sp>
        <p:nvSpPr>
          <p:cNvPr id="1426" name="Google Shape;1426;p31"/>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27" name="Google Shape;1427;p31"/>
          <p:cNvSpPr txBox="1"/>
          <p:nvPr>
            <p:ph idx="1" type="body"/>
          </p:nvPr>
        </p:nvSpPr>
        <p:spPr>
          <a:xfrm>
            <a:off x="457200" y="1200151"/>
            <a:ext cx="4038600" cy="3394500"/>
          </a:xfrm>
          <a:prstGeom prst="rect">
            <a:avLst/>
          </a:prstGeom>
          <a:noFill/>
          <a:ln>
            <a:noFill/>
          </a:ln>
        </p:spPr>
        <p:txBody>
          <a:bodyPr anchorCtr="0" anchor="t" bIns="45700" lIns="0" spcFirstLastPara="1" rIns="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5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428" name="Google Shape;1428;p31"/>
          <p:cNvSpPr txBox="1"/>
          <p:nvPr>
            <p:ph idx="2" type="body"/>
          </p:nvPr>
        </p:nvSpPr>
        <p:spPr>
          <a:xfrm>
            <a:off x="4648200" y="1200151"/>
            <a:ext cx="4038600" cy="3394500"/>
          </a:xfrm>
          <a:prstGeom prst="rect">
            <a:avLst/>
          </a:prstGeom>
          <a:noFill/>
          <a:ln>
            <a:noFill/>
          </a:ln>
        </p:spPr>
        <p:txBody>
          <a:bodyPr anchorCtr="0" anchor="t" bIns="45700" lIns="0" spcFirstLastPara="1" rIns="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5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429" name="Google Shape;1429;p31"/>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30" name="Google Shape;1430;p31"/>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31" name="Google Shape;1431;p31"/>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1432" name="Shape 1432"/>
        <p:cNvGrpSpPr/>
        <p:nvPr/>
      </p:nvGrpSpPr>
      <p:grpSpPr>
        <a:xfrm>
          <a:off x="0" y="0"/>
          <a:ext cx="0" cy="0"/>
          <a:chOff x="0" y="0"/>
          <a:chExt cx="0" cy="0"/>
        </a:xfrm>
      </p:grpSpPr>
      <p:sp>
        <p:nvSpPr>
          <p:cNvPr id="1433" name="Google Shape;1433;p32"/>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chemeClr val="dk1"/>
              </a:buClr>
              <a:buSzPts val="27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34" name="Google Shape;1434;p32"/>
          <p:cNvSpPr txBox="1"/>
          <p:nvPr>
            <p:ph idx="1" type="body"/>
          </p:nvPr>
        </p:nvSpPr>
        <p:spPr>
          <a:xfrm>
            <a:off x="457200" y="1151335"/>
            <a:ext cx="4040400" cy="480000"/>
          </a:xfrm>
          <a:prstGeom prst="rect">
            <a:avLst/>
          </a:prstGeom>
          <a:noFill/>
          <a:ln>
            <a:noFill/>
          </a:ln>
        </p:spPr>
        <p:txBody>
          <a:bodyPr anchorCtr="0" anchor="b" bIns="45700" lIns="0" spcFirstLastPara="1" rIns="0" wrap="square" tIns="45700">
            <a:normAutofit/>
          </a:bodyPr>
          <a:lstStyle>
            <a:lvl1pPr indent="-228600" lvl="0" marL="457200" algn="l">
              <a:spcBef>
                <a:spcPts val="5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300"/>
              </a:spcBef>
              <a:spcAft>
                <a:spcPts val="0"/>
              </a:spcAft>
              <a:buClr>
                <a:schemeClr val="dk1"/>
              </a:buClr>
              <a:buSzPts val="1600"/>
              <a:buNone/>
              <a:defRPr b="1" sz="1600"/>
            </a:lvl4pPr>
            <a:lvl5pPr indent="-228600" lvl="4" marL="2286000" algn="l">
              <a:spcBef>
                <a:spcPts val="300"/>
              </a:spcBef>
              <a:spcAft>
                <a:spcPts val="0"/>
              </a:spcAft>
              <a:buClr>
                <a:schemeClr val="dk1"/>
              </a:buClr>
              <a:buSzPts val="1600"/>
              <a:buNone/>
              <a:defRPr b="1" sz="1600"/>
            </a:lvl5pPr>
            <a:lvl6pPr indent="-228600" lvl="5" marL="2743200" algn="l">
              <a:spcBef>
                <a:spcPts val="300"/>
              </a:spcBef>
              <a:spcAft>
                <a:spcPts val="0"/>
              </a:spcAft>
              <a:buClr>
                <a:schemeClr val="dk1"/>
              </a:buClr>
              <a:buSzPts val="1600"/>
              <a:buNone/>
              <a:defRPr b="1" sz="1600"/>
            </a:lvl6pPr>
            <a:lvl7pPr indent="-228600" lvl="6" marL="3200400" algn="l">
              <a:spcBef>
                <a:spcPts val="300"/>
              </a:spcBef>
              <a:spcAft>
                <a:spcPts val="0"/>
              </a:spcAft>
              <a:buClr>
                <a:schemeClr val="dk1"/>
              </a:buClr>
              <a:buSzPts val="1600"/>
              <a:buNone/>
              <a:defRPr b="1" sz="1600"/>
            </a:lvl7pPr>
            <a:lvl8pPr indent="-228600" lvl="7" marL="3657600" algn="l">
              <a:spcBef>
                <a:spcPts val="300"/>
              </a:spcBef>
              <a:spcAft>
                <a:spcPts val="0"/>
              </a:spcAft>
              <a:buClr>
                <a:schemeClr val="dk1"/>
              </a:buClr>
              <a:buSzPts val="1600"/>
              <a:buNone/>
              <a:defRPr b="1" sz="1600"/>
            </a:lvl8pPr>
            <a:lvl9pPr indent="-228600" lvl="8" marL="4114800" algn="l">
              <a:spcBef>
                <a:spcPts val="300"/>
              </a:spcBef>
              <a:spcAft>
                <a:spcPts val="0"/>
              </a:spcAft>
              <a:buClr>
                <a:schemeClr val="dk1"/>
              </a:buClr>
              <a:buSzPts val="1600"/>
              <a:buNone/>
              <a:defRPr b="1" sz="1600"/>
            </a:lvl9pPr>
          </a:lstStyle>
          <a:p/>
        </p:txBody>
      </p:sp>
      <p:sp>
        <p:nvSpPr>
          <p:cNvPr id="1435" name="Google Shape;1435;p32"/>
          <p:cNvSpPr txBox="1"/>
          <p:nvPr>
            <p:ph idx="2" type="body"/>
          </p:nvPr>
        </p:nvSpPr>
        <p:spPr>
          <a:xfrm>
            <a:off x="457200" y="1631156"/>
            <a:ext cx="4040400" cy="2963400"/>
          </a:xfrm>
          <a:prstGeom prst="rect">
            <a:avLst/>
          </a:prstGeom>
          <a:noFill/>
          <a:ln>
            <a:noFill/>
          </a:ln>
        </p:spPr>
        <p:txBody>
          <a:bodyPr anchorCtr="0" anchor="t" bIns="45700" lIns="0" spcFirstLastPara="1" rIns="0" wrap="square" tIns="45700">
            <a:normAutofit/>
          </a:bodyPr>
          <a:lstStyle>
            <a:lvl1pPr indent="-381000" lvl="0" marL="457200" algn="l">
              <a:spcBef>
                <a:spcPts val="5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300"/>
              </a:spcBef>
              <a:spcAft>
                <a:spcPts val="0"/>
              </a:spcAft>
              <a:buClr>
                <a:schemeClr val="dk1"/>
              </a:buClr>
              <a:buSzPts val="1600"/>
              <a:buChar char="–"/>
              <a:defRPr sz="1600"/>
            </a:lvl4pPr>
            <a:lvl5pPr indent="-330200" lvl="4" marL="2286000" algn="l">
              <a:spcBef>
                <a:spcPts val="300"/>
              </a:spcBef>
              <a:spcAft>
                <a:spcPts val="0"/>
              </a:spcAft>
              <a:buClr>
                <a:schemeClr val="dk1"/>
              </a:buClr>
              <a:buSzPts val="1600"/>
              <a:buChar char="»"/>
              <a:defRPr sz="1600"/>
            </a:lvl5pPr>
            <a:lvl6pPr indent="-330200" lvl="5" marL="2743200" algn="l">
              <a:spcBef>
                <a:spcPts val="300"/>
              </a:spcBef>
              <a:spcAft>
                <a:spcPts val="0"/>
              </a:spcAft>
              <a:buClr>
                <a:schemeClr val="dk1"/>
              </a:buClr>
              <a:buSzPts val="1600"/>
              <a:buChar char="•"/>
              <a:defRPr sz="1600"/>
            </a:lvl6pPr>
            <a:lvl7pPr indent="-330200" lvl="6" marL="3200400" algn="l">
              <a:spcBef>
                <a:spcPts val="300"/>
              </a:spcBef>
              <a:spcAft>
                <a:spcPts val="0"/>
              </a:spcAft>
              <a:buClr>
                <a:schemeClr val="dk1"/>
              </a:buClr>
              <a:buSzPts val="1600"/>
              <a:buChar char="•"/>
              <a:defRPr sz="1600"/>
            </a:lvl7pPr>
            <a:lvl8pPr indent="-330200" lvl="7" marL="3657600" algn="l">
              <a:spcBef>
                <a:spcPts val="300"/>
              </a:spcBef>
              <a:spcAft>
                <a:spcPts val="0"/>
              </a:spcAft>
              <a:buClr>
                <a:schemeClr val="dk1"/>
              </a:buClr>
              <a:buSzPts val="1600"/>
              <a:buChar char="•"/>
              <a:defRPr sz="1600"/>
            </a:lvl8pPr>
            <a:lvl9pPr indent="-330200" lvl="8" marL="4114800" algn="l">
              <a:spcBef>
                <a:spcPts val="300"/>
              </a:spcBef>
              <a:spcAft>
                <a:spcPts val="0"/>
              </a:spcAft>
              <a:buClr>
                <a:schemeClr val="dk1"/>
              </a:buClr>
              <a:buSzPts val="1600"/>
              <a:buChar char="•"/>
              <a:defRPr sz="1600"/>
            </a:lvl9pPr>
          </a:lstStyle>
          <a:p/>
        </p:txBody>
      </p:sp>
      <p:sp>
        <p:nvSpPr>
          <p:cNvPr id="1436" name="Google Shape;1436;p32"/>
          <p:cNvSpPr txBox="1"/>
          <p:nvPr>
            <p:ph idx="3" type="body"/>
          </p:nvPr>
        </p:nvSpPr>
        <p:spPr>
          <a:xfrm>
            <a:off x="4645027" y="1151335"/>
            <a:ext cx="4041900" cy="480000"/>
          </a:xfrm>
          <a:prstGeom prst="rect">
            <a:avLst/>
          </a:prstGeom>
          <a:noFill/>
          <a:ln>
            <a:noFill/>
          </a:ln>
        </p:spPr>
        <p:txBody>
          <a:bodyPr anchorCtr="0" anchor="b" bIns="45700" lIns="0" spcFirstLastPara="1" rIns="0" wrap="square" tIns="45700">
            <a:normAutofit/>
          </a:bodyPr>
          <a:lstStyle>
            <a:lvl1pPr indent="-228600" lvl="0" marL="457200" algn="l">
              <a:spcBef>
                <a:spcPts val="5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300"/>
              </a:spcBef>
              <a:spcAft>
                <a:spcPts val="0"/>
              </a:spcAft>
              <a:buClr>
                <a:schemeClr val="dk1"/>
              </a:buClr>
              <a:buSzPts val="1600"/>
              <a:buNone/>
              <a:defRPr b="1" sz="1600"/>
            </a:lvl4pPr>
            <a:lvl5pPr indent="-228600" lvl="4" marL="2286000" algn="l">
              <a:spcBef>
                <a:spcPts val="300"/>
              </a:spcBef>
              <a:spcAft>
                <a:spcPts val="0"/>
              </a:spcAft>
              <a:buClr>
                <a:schemeClr val="dk1"/>
              </a:buClr>
              <a:buSzPts val="1600"/>
              <a:buNone/>
              <a:defRPr b="1" sz="1600"/>
            </a:lvl5pPr>
            <a:lvl6pPr indent="-228600" lvl="5" marL="2743200" algn="l">
              <a:spcBef>
                <a:spcPts val="300"/>
              </a:spcBef>
              <a:spcAft>
                <a:spcPts val="0"/>
              </a:spcAft>
              <a:buClr>
                <a:schemeClr val="dk1"/>
              </a:buClr>
              <a:buSzPts val="1600"/>
              <a:buNone/>
              <a:defRPr b="1" sz="1600"/>
            </a:lvl6pPr>
            <a:lvl7pPr indent="-228600" lvl="6" marL="3200400" algn="l">
              <a:spcBef>
                <a:spcPts val="300"/>
              </a:spcBef>
              <a:spcAft>
                <a:spcPts val="0"/>
              </a:spcAft>
              <a:buClr>
                <a:schemeClr val="dk1"/>
              </a:buClr>
              <a:buSzPts val="1600"/>
              <a:buNone/>
              <a:defRPr b="1" sz="1600"/>
            </a:lvl7pPr>
            <a:lvl8pPr indent="-228600" lvl="7" marL="3657600" algn="l">
              <a:spcBef>
                <a:spcPts val="300"/>
              </a:spcBef>
              <a:spcAft>
                <a:spcPts val="0"/>
              </a:spcAft>
              <a:buClr>
                <a:schemeClr val="dk1"/>
              </a:buClr>
              <a:buSzPts val="1600"/>
              <a:buNone/>
              <a:defRPr b="1" sz="1600"/>
            </a:lvl8pPr>
            <a:lvl9pPr indent="-228600" lvl="8" marL="4114800" algn="l">
              <a:spcBef>
                <a:spcPts val="300"/>
              </a:spcBef>
              <a:spcAft>
                <a:spcPts val="0"/>
              </a:spcAft>
              <a:buClr>
                <a:schemeClr val="dk1"/>
              </a:buClr>
              <a:buSzPts val="1600"/>
              <a:buNone/>
              <a:defRPr b="1" sz="1600"/>
            </a:lvl9pPr>
          </a:lstStyle>
          <a:p/>
        </p:txBody>
      </p:sp>
      <p:sp>
        <p:nvSpPr>
          <p:cNvPr id="1437" name="Google Shape;1437;p32"/>
          <p:cNvSpPr txBox="1"/>
          <p:nvPr>
            <p:ph idx="4" type="body"/>
          </p:nvPr>
        </p:nvSpPr>
        <p:spPr>
          <a:xfrm>
            <a:off x="4645027" y="1631156"/>
            <a:ext cx="4041900" cy="2963400"/>
          </a:xfrm>
          <a:prstGeom prst="rect">
            <a:avLst/>
          </a:prstGeom>
          <a:noFill/>
          <a:ln>
            <a:noFill/>
          </a:ln>
        </p:spPr>
        <p:txBody>
          <a:bodyPr anchorCtr="0" anchor="t" bIns="45700" lIns="0" spcFirstLastPara="1" rIns="0" wrap="square" tIns="45700">
            <a:normAutofit/>
          </a:bodyPr>
          <a:lstStyle>
            <a:lvl1pPr indent="-381000" lvl="0" marL="457200" algn="l">
              <a:spcBef>
                <a:spcPts val="5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300"/>
              </a:spcBef>
              <a:spcAft>
                <a:spcPts val="0"/>
              </a:spcAft>
              <a:buClr>
                <a:schemeClr val="dk1"/>
              </a:buClr>
              <a:buSzPts val="1600"/>
              <a:buChar char="–"/>
              <a:defRPr sz="1600"/>
            </a:lvl4pPr>
            <a:lvl5pPr indent="-330200" lvl="4" marL="2286000" algn="l">
              <a:spcBef>
                <a:spcPts val="300"/>
              </a:spcBef>
              <a:spcAft>
                <a:spcPts val="0"/>
              </a:spcAft>
              <a:buClr>
                <a:schemeClr val="dk1"/>
              </a:buClr>
              <a:buSzPts val="1600"/>
              <a:buChar char="»"/>
              <a:defRPr sz="1600"/>
            </a:lvl5pPr>
            <a:lvl6pPr indent="-330200" lvl="5" marL="2743200" algn="l">
              <a:spcBef>
                <a:spcPts val="300"/>
              </a:spcBef>
              <a:spcAft>
                <a:spcPts val="0"/>
              </a:spcAft>
              <a:buClr>
                <a:schemeClr val="dk1"/>
              </a:buClr>
              <a:buSzPts val="1600"/>
              <a:buChar char="•"/>
              <a:defRPr sz="1600"/>
            </a:lvl6pPr>
            <a:lvl7pPr indent="-330200" lvl="6" marL="3200400" algn="l">
              <a:spcBef>
                <a:spcPts val="300"/>
              </a:spcBef>
              <a:spcAft>
                <a:spcPts val="0"/>
              </a:spcAft>
              <a:buClr>
                <a:schemeClr val="dk1"/>
              </a:buClr>
              <a:buSzPts val="1600"/>
              <a:buChar char="•"/>
              <a:defRPr sz="1600"/>
            </a:lvl7pPr>
            <a:lvl8pPr indent="-330200" lvl="7" marL="3657600" algn="l">
              <a:spcBef>
                <a:spcPts val="300"/>
              </a:spcBef>
              <a:spcAft>
                <a:spcPts val="0"/>
              </a:spcAft>
              <a:buClr>
                <a:schemeClr val="dk1"/>
              </a:buClr>
              <a:buSzPts val="1600"/>
              <a:buChar char="•"/>
              <a:defRPr sz="1600"/>
            </a:lvl8pPr>
            <a:lvl9pPr indent="-330200" lvl="8" marL="4114800" algn="l">
              <a:spcBef>
                <a:spcPts val="300"/>
              </a:spcBef>
              <a:spcAft>
                <a:spcPts val="0"/>
              </a:spcAft>
              <a:buClr>
                <a:schemeClr val="dk1"/>
              </a:buClr>
              <a:buSzPts val="1600"/>
              <a:buChar char="•"/>
              <a:defRPr sz="1600"/>
            </a:lvl9pPr>
          </a:lstStyle>
          <a:p/>
        </p:txBody>
      </p:sp>
      <p:sp>
        <p:nvSpPr>
          <p:cNvPr id="1438" name="Google Shape;1438;p32"/>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39" name="Google Shape;1439;p32"/>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40" name="Google Shape;1440;p32"/>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441" name="Shape 1441"/>
        <p:cNvGrpSpPr/>
        <p:nvPr/>
      </p:nvGrpSpPr>
      <p:grpSpPr>
        <a:xfrm>
          <a:off x="0" y="0"/>
          <a:ext cx="0" cy="0"/>
          <a:chOff x="0" y="0"/>
          <a:chExt cx="0" cy="0"/>
        </a:xfrm>
      </p:grpSpPr>
      <p:sp>
        <p:nvSpPr>
          <p:cNvPr id="1442" name="Google Shape;1442;p33"/>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43" name="Google Shape;1443;p33"/>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44" name="Google Shape;1444;p33"/>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445" name="Shape 1445"/>
        <p:cNvGrpSpPr/>
        <p:nvPr/>
      </p:nvGrpSpPr>
      <p:grpSpPr>
        <a:xfrm>
          <a:off x="0" y="0"/>
          <a:ext cx="0" cy="0"/>
          <a:chOff x="0" y="0"/>
          <a:chExt cx="0" cy="0"/>
        </a:xfrm>
      </p:grpSpPr>
      <p:sp>
        <p:nvSpPr>
          <p:cNvPr id="1446" name="Google Shape;1446;p34"/>
          <p:cNvSpPr txBox="1"/>
          <p:nvPr>
            <p:ph type="title"/>
          </p:nvPr>
        </p:nvSpPr>
        <p:spPr>
          <a:xfrm>
            <a:off x="457201" y="204787"/>
            <a:ext cx="3008400" cy="871800"/>
          </a:xfrm>
          <a:prstGeom prst="rect">
            <a:avLst/>
          </a:prstGeom>
          <a:noFill/>
          <a:ln>
            <a:noFill/>
          </a:ln>
        </p:spPr>
        <p:txBody>
          <a:bodyPr anchorCtr="0" anchor="b" bIns="45700" lIns="0" spcFirstLastPara="1" rIns="0"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47" name="Google Shape;1447;p34"/>
          <p:cNvSpPr txBox="1"/>
          <p:nvPr>
            <p:ph idx="1" type="body"/>
          </p:nvPr>
        </p:nvSpPr>
        <p:spPr>
          <a:xfrm>
            <a:off x="3575050" y="204789"/>
            <a:ext cx="5111700" cy="4389900"/>
          </a:xfrm>
          <a:prstGeom prst="rect">
            <a:avLst/>
          </a:prstGeom>
          <a:noFill/>
          <a:ln>
            <a:noFill/>
          </a:ln>
        </p:spPr>
        <p:txBody>
          <a:bodyPr anchorCtr="0" anchor="t" bIns="45700" lIns="0" spcFirstLastPara="1" rIns="0" wrap="square" tIns="45700">
            <a:normAutofit/>
          </a:bodyPr>
          <a:lstStyle>
            <a:lvl1pPr indent="-431800" lvl="0" marL="457200" algn="l">
              <a:spcBef>
                <a:spcPts val="600"/>
              </a:spcBef>
              <a:spcAft>
                <a:spcPts val="0"/>
              </a:spcAft>
              <a:buClr>
                <a:schemeClr val="dk1"/>
              </a:buClr>
              <a:buSzPts val="3200"/>
              <a:buChar char="•"/>
              <a:defRPr sz="3200"/>
            </a:lvl1pPr>
            <a:lvl2pPr indent="-406400" lvl="1" marL="914400" algn="l">
              <a:spcBef>
                <a:spcPts val="600"/>
              </a:spcBef>
              <a:spcAft>
                <a:spcPts val="0"/>
              </a:spcAft>
              <a:buClr>
                <a:schemeClr val="dk1"/>
              </a:buClr>
              <a:buSzPts val="2800"/>
              <a:buChar char="–"/>
              <a:defRPr sz="2800"/>
            </a:lvl2pPr>
            <a:lvl3pPr indent="-381000" lvl="2" marL="1371600" algn="l">
              <a:spcBef>
                <a:spcPts val="50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448" name="Google Shape;1448;p34"/>
          <p:cNvSpPr txBox="1"/>
          <p:nvPr>
            <p:ph idx="2" type="body"/>
          </p:nvPr>
        </p:nvSpPr>
        <p:spPr>
          <a:xfrm>
            <a:off x="457201" y="1076327"/>
            <a:ext cx="3008400" cy="3518400"/>
          </a:xfrm>
          <a:prstGeom prst="rect">
            <a:avLst/>
          </a:prstGeom>
          <a:noFill/>
          <a:ln>
            <a:noFill/>
          </a:ln>
        </p:spPr>
        <p:txBody>
          <a:bodyPr anchorCtr="0" anchor="t" bIns="45700" lIns="0" spcFirstLastPara="1" rIns="0" wrap="square" tIns="45700">
            <a:normAutofit/>
          </a:bodyPr>
          <a:lstStyle>
            <a:lvl1pPr indent="-228600" lvl="0" marL="457200" algn="l">
              <a:spcBef>
                <a:spcPts val="3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900"/>
              <a:buNone/>
              <a:defRPr sz="900"/>
            </a:lvl4pPr>
            <a:lvl5pPr indent="-228600" lvl="4" marL="2286000" algn="l">
              <a:spcBef>
                <a:spcPts val="200"/>
              </a:spcBef>
              <a:spcAft>
                <a:spcPts val="0"/>
              </a:spcAft>
              <a:buClr>
                <a:schemeClr val="dk1"/>
              </a:buClr>
              <a:buSzPts val="900"/>
              <a:buNone/>
              <a:defRPr sz="900"/>
            </a:lvl5pPr>
            <a:lvl6pPr indent="-228600" lvl="5" marL="2743200" algn="l">
              <a:spcBef>
                <a:spcPts val="200"/>
              </a:spcBef>
              <a:spcAft>
                <a:spcPts val="0"/>
              </a:spcAft>
              <a:buClr>
                <a:schemeClr val="dk1"/>
              </a:buClr>
              <a:buSzPts val="900"/>
              <a:buNone/>
              <a:defRPr sz="900"/>
            </a:lvl6pPr>
            <a:lvl7pPr indent="-228600" lvl="6" marL="3200400" algn="l">
              <a:spcBef>
                <a:spcPts val="200"/>
              </a:spcBef>
              <a:spcAft>
                <a:spcPts val="0"/>
              </a:spcAft>
              <a:buClr>
                <a:schemeClr val="dk1"/>
              </a:buClr>
              <a:buSzPts val="900"/>
              <a:buNone/>
              <a:defRPr sz="900"/>
            </a:lvl7pPr>
            <a:lvl8pPr indent="-228600" lvl="7" marL="3657600" algn="l">
              <a:spcBef>
                <a:spcPts val="200"/>
              </a:spcBef>
              <a:spcAft>
                <a:spcPts val="0"/>
              </a:spcAft>
              <a:buClr>
                <a:schemeClr val="dk1"/>
              </a:buClr>
              <a:buSzPts val="900"/>
              <a:buNone/>
              <a:defRPr sz="900"/>
            </a:lvl8pPr>
            <a:lvl9pPr indent="-228600" lvl="8" marL="4114800" algn="l">
              <a:spcBef>
                <a:spcPts val="200"/>
              </a:spcBef>
              <a:spcAft>
                <a:spcPts val="0"/>
              </a:spcAft>
              <a:buClr>
                <a:schemeClr val="dk1"/>
              </a:buClr>
              <a:buSzPts val="900"/>
              <a:buNone/>
              <a:defRPr sz="900"/>
            </a:lvl9pPr>
          </a:lstStyle>
          <a:p/>
        </p:txBody>
      </p:sp>
      <p:sp>
        <p:nvSpPr>
          <p:cNvPr id="1449" name="Google Shape;1449;p34"/>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50" name="Google Shape;1450;p34"/>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51" name="Google Shape;1451;p34"/>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452" name="Shape 1452"/>
        <p:cNvGrpSpPr/>
        <p:nvPr/>
      </p:nvGrpSpPr>
      <p:grpSpPr>
        <a:xfrm>
          <a:off x="0" y="0"/>
          <a:ext cx="0" cy="0"/>
          <a:chOff x="0" y="0"/>
          <a:chExt cx="0" cy="0"/>
        </a:xfrm>
      </p:grpSpPr>
      <p:sp>
        <p:nvSpPr>
          <p:cNvPr id="1453" name="Google Shape;1453;p35"/>
          <p:cNvSpPr txBox="1"/>
          <p:nvPr>
            <p:ph type="title"/>
          </p:nvPr>
        </p:nvSpPr>
        <p:spPr>
          <a:xfrm>
            <a:off x="1792288" y="3600450"/>
            <a:ext cx="5486400" cy="425100"/>
          </a:xfrm>
          <a:prstGeom prst="rect">
            <a:avLst/>
          </a:prstGeom>
          <a:noFill/>
          <a:ln>
            <a:noFill/>
          </a:ln>
        </p:spPr>
        <p:txBody>
          <a:bodyPr anchorCtr="0" anchor="b" bIns="45700" lIns="0" spcFirstLastPara="1" rIns="0"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54" name="Google Shape;1454;p35"/>
          <p:cNvSpPr/>
          <p:nvPr>
            <p:ph idx="2" type="pic"/>
          </p:nvPr>
        </p:nvSpPr>
        <p:spPr>
          <a:xfrm>
            <a:off x="1792288" y="459581"/>
            <a:ext cx="5486400" cy="3086100"/>
          </a:xfrm>
          <a:prstGeom prst="rect">
            <a:avLst/>
          </a:prstGeom>
          <a:noFill/>
          <a:ln>
            <a:noFill/>
          </a:ln>
        </p:spPr>
      </p:sp>
      <p:sp>
        <p:nvSpPr>
          <p:cNvPr id="1455" name="Google Shape;1455;p35"/>
          <p:cNvSpPr txBox="1"/>
          <p:nvPr>
            <p:ph idx="1" type="body"/>
          </p:nvPr>
        </p:nvSpPr>
        <p:spPr>
          <a:xfrm>
            <a:off x="1792288" y="4025504"/>
            <a:ext cx="5486400" cy="603600"/>
          </a:xfrm>
          <a:prstGeom prst="rect">
            <a:avLst/>
          </a:prstGeom>
          <a:noFill/>
          <a:ln>
            <a:noFill/>
          </a:ln>
        </p:spPr>
        <p:txBody>
          <a:bodyPr anchorCtr="0" anchor="t" bIns="45700" lIns="0" spcFirstLastPara="1" rIns="0" wrap="square" tIns="45700">
            <a:normAutofit/>
          </a:bodyPr>
          <a:lstStyle>
            <a:lvl1pPr indent="-228600" lvl="0" marL="457200" algn="l">
              <a:spcBef>
                <a:spcPts val="3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900"/>
              <a:buNone/>
              <a:defRPr sz="900"/>
            </a:lvl4pPr>
            <a:lvl5pPr indent="-228600" lvl="4" marL="2286000" algn="l">
              <a:spcBef>
                <a:spcPts val="200"/>
              </a:spcBef>
              <a:spcAft>
                <a:spcPts val="0"/>
              </a:spcAft>
              <a:buClr>
                <a:schemeClr val="dk1"/>
              </a:buClr>
              <a:buSzPts val="900"/>
              <a:buNone/>
              <a:defRPr sz="900"/>
            </a:lvl5pPr>
            <a:lvl6pPr indent="-228600" lvl="5" marL="2743200" algn="l">
              <a:spcBef>
                <a:spcPts val="200"/>
              </a:spcBef>
              <a:spcAft>
                <a:spcPts val="0"/>
              </a:spcAft>
              <a:buClr>
                <a:schemeClr val="dk1"/>
              </a:buClr>
              <a:buSzPts val="900"/>
              <a:buNone/>
              <a:defRPr sz="900"/>
            </a:lvl6pPr>
            <a:lvl7pPr indent="-228600" lvl="6" marL="3200400" algn="l">
              <a:spcBef>
                <a:spcPts val="200"/>
              </a:spcBef>
              <a:spcAft>
                <a:spcPts val="0"/>
              </a:spcAft>
              <a:buClr>
                <a:schemeClr val="dk1"/>
              </a:buClr>
              <a:buSzPts val="900"/>
              <a:buNone/>
              <a:defRPr sz="900"/>
            </a:lvl7pPr>
            <a:lvl8pPr indent="-228600" lvl="7" marL="3657600" algn="l">
              <a:spcBef>
                <a:spcPts val="200"/>
              </a:spcBef>
              <a:spcAft>
                <a:spcPts val="0"/>
              </a:spcAft>
              <a:buClr>
                <a:schemeClr val="dk1"/>
              </a:buClr>
              <a:buSzPts val="900"/>
              <a:buNone/>
              <a:defRPr sz="900"/>
            </a:lvl8pPr>
            <a:lvl9pPr indent="-228600" lvl="8" marL="4114800" algn="l">
              <a:spcBef>
                <a:spcPts val="200"/>
              </a:spcBef>
              <a:spcAft>
                <a:spcPts val="0"/>
              </a:spcAft>
              <a:buClr>
                <a:schemeClr val="dk1"/>
              </a:buClr>
              <a:buSzPts val="900"/>
              <a:buNone/>
              <a:defRPr sz="900"/>
            </a:lvl9pPr>
          </a:lstStyle>
          <a:p/>
        </p:txBody>
      </p:sp>
      <p:sp>
        <p:nvSpPr>
          <p:cNvPr id="1456" name="Google Shape;1456;p35"/>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57" name="Google Shape;1457;p35"/>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58" name="Google Shape;1458;p35"/>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1459" name="Shape 1459"/>
        <p:cNvGrpSpPr/>
        <p:nvPr/>
      </p:nvGrpSpPr>
      <p:grpSpPr>
        <a:xfrm>
          <a:off x="0" y="0"/>
          <a:ext cx="0" cy="0"/>
          <a:chOff x="0" y="0"/>
          <a:chExt cx="0" cy="0"/>
        </a:xfrm>
      </p:grpSpPr>
      <p:sp>
        <p:nvSpPr>
          <p:cNvPr id="1460" name="Google Shape;1460;p36"/>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61" name="Google Shape;1461;p36"/>
          <p:cNvSpPr txBox="1"/>
          <p:nvPr>
            <p:ph idx="1" type="body"/>
          </p:nvPr>
        </p:nvSpPr>
        <p:spPr>
          <a:xfrm rot="5400000">
            <a:off x="2701500" y="-1390481"/>
            <a:ext cx="3741000" cy="8229600"/>
          </a:xfrm>
          <a:prstGeom prst="rect">
            <a:avLst/>
          </a:prstGeom>
          <a:noFill/>
          <a:ln>
            <a:noFill/>
          </a:ln>
        </p:spPr>
        <p:txBody>
          <a:bodyPr anchorCtr="0" anchor="t" bIns="45700" lIns="0" spcFirstLastPara="1" rIns="0" wrap="square" tIns="45700">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462" name="Google Shape;1462;p36"/>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63" name="Google Shape;1463;p36"/>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64" name="Google Shape;1464;p36"/>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465" name="Shape 1465"/>
        <p:cNvGrpSpPr/>
        <p:nvPr/>
      </p:nvGrpSpPr>
      <p:grpSpPr>
        <a:xfrm>
          <a:off x="0" y="0"/>
          <a:ext cx="0" cy="0"/>
          <a:chOff x="0" y="0"/>
          <a:chExt cx="0" cy="0"/>
        </a:xfrm>
      </p:grpSpPr>
      <p:sp>
        <p:nvSpPr>
          <p:cNvPr id="1466" name="Google Shape;1466;p37"/>
          <p:cNvSpPr txBox="1"/>
          <p:nvPr>
            <p:ph type="title"/>
          </p:nvPr>
        </p:nvSpPr>
        <p:spPr>
          <a:xfrm rot="5400000">
            <a:off x="5463750" y="1371629"/>
            <a:ext cx="4388700" cy="2057400"/>
          </a:xfrm>
          <a:prstGeom prst="rect">
            <a:avLst/>
          </a:prstGeom>
          <a:noFill/>
          <a:ln>
            <a:noFill/>
          </a:ln>
        </p:spPr>
        <p:txBody>
          <a:bodyPr anchorCtr="0" anchor="ctr" bIns="45700" lIns="0" spcFirstLastPara="1" rIns="0" wrap="square" tIns="45700">
            <a:normAutofit/>
          </a:bodyPr>
          <a:lstStyle>
            <a:lvl1pPr lvl="0" algn="l">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67" name="Google Shape;1467;p37"/>
          <p:cNvSpPr txBox="1"/>
          <p:nvPr>
            <p:ph idx="1" type="body"/>
          </p:nvPr>
        </p:nvSpPr>
        <p:spPr>
          <a:xfrm rot="5400000">
            <a:off x="1272750" y="-609571"/>
            <a:ext cx="4388700" cy="6019800"/>
          </a:xfrm>
          <a:prstGeom prst="rect">
            <a:avLst/>
          </a:prstGeom>
          <a:noFill/>
          <a:ln>
            <a:noFill/>
          </a:ln>
        </p:spPr>
        <p:txBody>
          <a:bodyPr anchorCtr="0" anchor="t" bIns="45700" lIns="0" spcFirstLastPara="1" rIns="0" wrap="square" tIns="45700">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468" name="Google Shape;1468;p37"/>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69" name="Google Shape;1469;p37"/>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70" name="Google Shape;1470;p37"/>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0"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3" Type="http://schemas.openxmlformats.org/officeDocument/2006/relationships/slideLayout" Target="../slideLayouts/slideLayout33.xml"/><Relationship Id="rId12" Type="http://schemas.openxmlformats.org/officeDocument/2006/relationships/slideLayout" Target="../slideLayouts/slideLayout32.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5" Type="http://schemas.openxmlformats.org/officeDocument/2006/relationships/theme" Target="../theme/theme2.xml"/><Relationship Id="rId14" Type="http://schemas.openxmlformats.org/officeDocument/2006/relationships/slideLayout" Target="../slideLayouts/slideLayout3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81000">
              <a:srgbClr val="EEEEEE"/>
            </a:gs>
            <a:gs pos="100000">
              <a:srgbClr val="D8D8D8"/>
            </a:gs>
          </a:gsLst>
          <a:path path="circle">
            <a:fillToRect b="50%" l="50%" r="50%" t="50%"/>
          </a:path>
          <a:tileRect/>
        </a:gra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marR="0" algn="l">
              <a:spcBef>
                <a:spcPts val="0"/>
              </a:spcBef>
              <a:spcAft>
                <a:spcPts val="0"/>
              </a:spcAft>
              <a:buClr>
                <a:srgbClr val="3F3F3F"/>
              </a:buClr>
              <a:buSzPts val="2700"/>
              <a:buFont typeface="Calibri"/>
              <a:buNone/>
              <a:defRPr b="0" i="0" sz="2700" u="none" cap="none" strike="noStrike">
                <a:solidFill>
                  <a:srgbClr val="3F3F3F"/>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457200" y="853819"/>
            <a:ext cx="8229600" cy="3741000"/>
          </a:xfrm>
          <a:prstGeom prst="rect">
            <a:avLst/>
          </a:prstGeom>
          <a:noFill/>
          <a:ln>
            <a:noFill/>
          </a:ln>
        </p:spPr>
        <p:txBody>
          <a:bodyPr anchorCtr="0" anchor="t" bIns="45700" lIns="0" spcFirstLastPara="1" rIns="0" wrap="square" tIns="45700">
            <a:normAutofit/>
          </a:bodyPr>
          <a:lstStyle>
            <a:lvl1pPr indent="-228600" lvl="0" marL="457200" marR="0" algn="l">
              <a:spcBef>
                <a:spcPts val="30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228600" lvl="1" marL="914400" marR="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228600" lvl="3" marL="1828800" marR="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algn="l">
              <a:spcBef>
                <a:spcPts val="3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1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1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2" name="Shape 742"/>
        <p:cNvGrpSpPr/>
        <p:nvPr/>
      </p:nvGrpSpPr>
      <p:grpSpPr>
        <a:xfrm>
          <a:off x="0" y="0"/>
          <a:ext cx="0" cy="0"/>
          <a:chOff x="0" y="0"/>
          <a:chExt cx="0" cy="0"/>
        </a:xfrm>
      </p:grpSpPr>
      <p:sp>
        <p:nvSpPr>
          <p:cNvPr id="743" name="Google Shape;743;p23"/>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lvl1pPr lvl="0" marR="0" algn="l">
              <a:spcBef>
                <a:spcPts val="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44" name="Google Shape;744;p23"/>
          <p:cNvSpPr txBox="1"/>
          <p:nvPr>
            <p:ph idx="1" type="body"/>
          </p:nvPr>
        </p:nvSpPr>
        <p:spPr>
          <a:xfrm>
            <a:off x="457200" y="853819"/>
            <a:ext cx="8229600" cy="3741000"/>
          </a:xfrm>
          <a:prstGeom prst="rect">
            <a:avLst/>
          </a:prstGeom>
          <a:noFill/>
          <a:ln>
            <a:noFill/>
          </a:ln>
        </p:spPr>
        <p:txBody>
          <a:bodyPr anchorCtr="0" anchor="t" bIns="45700" lIns="0" spcFirstLastPara="1" rIns="0" wrap="square" tIns="45700">
            <a:normAutofit/>
          </a:bodyPr>
          <a:lstStyle>
            <a:lvl1pPr indent="-400050" lvl="0" marL="457200" marR="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1pPr>
            <a:lvl2pPr indent="-381000" lvl="1" marL="914400" marR="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42900" lvl="2" marL="1371600" marR="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9pPr>
          </a:lstStyle>
          <a:p/>
        </p:txBody>
      </p:sp>
      <p:sp>
        <p:nvSpPr>
          <p:cNvPr id="745" name="Google Shape;745;p23"/>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marR="0" algn="l">
              <a:spcBef>
                <a:spcPts val="0"/>
              </a:spcBef>
              <a:spcAft>
                <a:spcPts val="0"/>
              </a:spcAft>
              <a:buSzPts val="1100"/>
              <a:buNone/>
              <a:defRPr b="0" i="0" sz="1200" u="none" cap="none" strike="noStrike">
                <a:solidFill>
                  <a:srgbClr val="888888"/>
                </a:solidFill>
                <a:latin typeface="Quattrocento Sans"/>
                <a:ea typeface="Quattrocento Sans"/>
                <a:cs typeface="Quattrocento Sans"/>
                <a:sym typeface="Quattrocento Sans"/>
              </a:defRPr>
            </a:lvl1pPr>
            <a:lvl2pPr lvl="1"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2pPr>
            <a:lvl3pPr lvl="2"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3pPr>
            <a:lvl4pPr lvl="3"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4pPr>
            <a:lvl5pPr lvl="4"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5pPr>
            <a:lvl6pPr lvl="5"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6pPr>
            <a:lvl7pPr lvl="6"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7pPr>
            <a:lvl8pPr lvl="7"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8pPr>
            <a:lvl9pPr lvl="8"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746" name="Google Shape;746;p23"/>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marR="0" algn="ctr">
              <a:spcBef>
                <a:spcPts val="0"/>
              </a:spcBef>
              <a:spcAft>
                <a:spcPts val="0"/>
              </a:spcAft>
              <a:buSzPts val="1100"/>
              <a:buNone/>
              <a:defRPr b="0" i="0" sz="1200" u="none" cap="none" strike="noStrike">
                <a:solidFill>
                  <a:srgbClr val="888888"/>
                </a:solidFill>
                <a:latin typeface="Quattrocento Sans"/>
                <a:ea typeface="Quattrocento Sans"/>
                <a:cs typeface="Quattrocento Sans"/>
                <a:sym typeface="Quattrocento Sans"/>
              </a:defRPr>
            </a:lvl1pPr>
            <a:lvl2pPr lvl="1"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2pPr>
            <a:lvl3pPr lvl="2"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3pPr>
            <a:lvl4pPr lvl="3"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4pPr>
            <a:lvl5pPr lvl="4"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5pPr>
            <a:lvl6pPr lvl="5"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6pPr>
            <a:lvl7pPr lvl="6"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7pPr>
            <a:lvl8pPr lvl="7"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8pPr>
            <a:lvl9pPr lvl="8" marR="0" algn="l">
              <a:spcBef>
                <a:spcPts val="0"/>
              </a:spcBef>
              <a:spcAft>
                <a:spcPts val="0"/>
              </a:spcAft>
              <a:buSzPts val="1100"/>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747" name="Google Shape;747;p23"/>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marR="0" algn="r">
              <a:spcBef>
                <a:spcPts val="0"/>
              </a:spcBef>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Digital Midstream</a:t>
            </a:r>
            <a:endParaRPr/>
          </a:p>
        </p:txBody>
      </p:sp>
      <p:sp>
        <p:nvSpPr>
          <p:cNvPr id="1476" name="Google Shape;1476;p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Opportunity + Competitive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49800"/>
          </a:schemeClr>
        </a:solidFill>
      </p:bgPr>
    </p:bg>
    <p:spTree>
      <p:nvGrpSpPr>
        <p:cNvPr id="1481" name="Shape 1481"/>
        <p:cNvGrpSpPr/>
        <p:nvPr/>
      </p:nvGrpSpPr>
      <p:grpSpPr>
        <a:xfrm>
          <a:off x="0" y="0"/>
          <a:ext cx="0" cy="0"/>
          <a:chOff x="0" y="0"/>
          <a:chExt cx="0" cy="0"/>
        </a:xfrm>
      </p:grpSpPr>
      <p:sp>
        <p:nvSpPr>
          <p:cNvPr id="1482" name="Google Shape;1482;p39"/>
          <p:cNvSpPr/>
          <p:nvPr/>
        </p:nvSpPr>
        <p:spPr>
          <a:xfrm>
            <a:off x="5436679" y="838962"/>
            <a:ext cx="2668500" cy="215700"/>
          </a:xfrm>
          <a:prstGeom prst="rect">
            <a:avLst/>
          </a:prstGeom>
          <a:solidFill>
            <a:srgbClr val="3F3F3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1200" u="none" cap="none" strike="noStrike">
                <a:solidFill>
                  <a:schemeClr val="lt1"/>
                </a:solidFill>
                <a:latin typeface="Arial"/>
                <a:ea typeface="Arial"/>
                <a:cs typeface="Arial"/>
                <a:sym typeface="Arial"/>
              </a:rPr>
              <a:t>2035</a:t>
            </a:r>
            <a:endParaRPr sz="1100"/>
          </a:p>
        </p:txBody>
      </p:sp>
      <p:sp>
        <p:nvSpPr>
          <p:cNvPr id="1483" name="Google Shape;1483;p39"/>
          <p:cNvSpPr/>
          <p:nvPr/>
        </p:nvSpPr>
        <p:spPr>
          <a:xfrm>
            <a:off x="3150353" y="838962"/>
            <a:ext cx="2199600" cy="215700"/>
          </a:xfrm>
          <a:prstGeom prst="rect">
            <a:avLst/>
          </a:prstGeom>
          <a:solidFill>
            <a:srgbClr val="3F3F3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1200" u="none" cap="none" strike="noStrike">
                <a:solidFill>
                  <a:schemeClr val="lt1"/>
                </a:solidFill>
                <a:latin typeface="Arial"/>
                <a:ea typeface="Arial"/>
                <a:cs typeface="Arial"/>
                <a:sym typeface="Arial"/>
              </a:rPr>
              <a:t>2030</a:t>
            </a:r>
            <a:endParaRPr sz="1100"/>
          </a:p>
        </p:txBody>
      </p:sp>
      <p:sp>
        <p:nvSpPr>
          <p:cNvPr id="1484" name="Google Shape;1484;p39"/>
          <p:cNvSpPr/>
          <p:nvPr/>
        </p:nvSpPr>
        <p:spPr>
          <a:xfrm>
            <a:off x="1256436" y="838962"/>
            <a:ext cx="1806300" cy="215700"/>
          </a:xfrm>
          <a:prstGeom prst="rect">
            <a:avLst/>
          </a:prstGeom>
          <a:solidFill>
            <a:srgbClr val="3F3F3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GB" sz="1200" u="none" cap="none" strike="noStrike">
                <a:solidFill>
                  <a:schemeClr val="lt1"/>
                </a:solidFill>
                <a:latin typeface="Arial"/>
                <a:ea typeface="Arial"/>
                <a:cs typeface="Arial"/>
                <a:sym typeface="Arial"/>
              </a:rPr>
              <a:t>2025</a:t>
            </a:r>
            <a:endParaRPr sz="1100"/>
          </a:p>
        </p:txBody>
      </p:sp>
      <p:sp>
        <p:nvSpPr>
          <p:cNvPr id="1485" name="Google Shape;1485;p39"/>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p>
            <a:pPr indent="0" lvl="0" marL="0" rtl="0" algn="l">
              <a:spcBef>
                <a:spcPts val="0"/>
              </a:spcBef>
              <a:spcAft>
                <a:spcPts val="0"/>
              </a:spcAft>
              <a:buClr>
                <a:srgbClr val="3F3F3F"/>
              </a:buClr>
              <a:buSzPts val="2700"/>
              <a:buFont typeface="Calibri"/>
              <a:buNone/>
            </a:pPr>
            <a:r>
              <a:rPr lang="en-GB"/>
              <a:t>Off-Grid Vision - Integrated Business Lines</a:t>
            </a:r>
            <a:endParaRPr/>
          </a:p>
        </p:txBody>
      </p:sp>
      <p:grpSp>
        <p:nvGrpSpPr>
          <p:cNvPr id="1486" name="Google Shape;1486;p39"/>
          <p:cNvGrpSpPr/>
          <p:nvPr/>
        </p:nvGrpSpPr>
        <p:grpSpPr>
          <a:xfrm flipH="1">
            <a:off x="1265528" y="1108708"/>
            <a:ext cx="6831246" cy="3416850"/>
            <a:chOff x="1003677" y="1478277"/>
            <a:chExt cx="9105900" cy="4555800"/>
          </a:xfrm>
        </p:grpSpPr>
        <p:grpSp>
          <p:nvGrpSpPr>
            <p:cNvPr id="1487" name="Google Shape;1487;p39"/>
            <p:cNvGrpSpPr/>
            <p:nvPr/>
          </p:nvGrpSpPr>
          <p:grpSpPr>
            <a:xfrm>
              <a:off x="1003677" y="1478277"/>
              <a:ext cx="9105900" cy="4555800"/>
              <a:chOff x="1003677" y="1478277"/>
              <a:chExt cx="9105900" cy="4555800"/>
            </a:xfrm>
          </p:grpSpPr>
          <p:grpSp>
            <p:nvGrpSpPr>
              <p:cNvPr id="1488" name="Google Shape;1488;p39"/>
              <p:cNvGrpSpPr/>
              <p:nvPr/>
            </p:nvGrpSpPr>
            <p:grpSpPr>
              <a:xfrm>
                <a:off x="1003677" y="1478277"/>
                <a:ext cx="9105864" cy="4555706"/>
                <a:chOff x="1003677" y="1478277"/>
                <a:chExt cx="9105864" cy="4555706"/>
              </a:xfrm>
            </p:grpSpPr>
            <p:sp>
              <p:nvSpPr>
                <p:cNvPr id="1489" name="Google Shape;1489;p39"/>
                <p:cNvSpPr/>
                <p:nvPr/>
              </p:nvSpPr>
              <p:spPr>
                <a:xfrm>
                  <a:off x="1003677" y="1478277"/>
                  <a:ext cx="3877573" cy="1942168"/>
                </a:xfrm>
                <a:custGeom>
                  <a:rect b="b" l="l" r="r" t="t"/>
                  <a:pathLst>
                    <a:path extrusionOk="0" h="1242" w="2482">
                      <a:moveTo>
                        <a:pt x="0" y="0"/>
                      </a:moveTo>
                      <a:lnTo>
                        <a:pt x="2482" y="0"/>
                      </a:lnTo>
                      <a:lnTo>
                        <a:pt x="2464" y="29"/>
                      </a:lnTo>
                      <a:lnTo>
                        <a:pt x="2444" y="62"/>
                      </a:lnTo>
                      <a:lnTo>
                        <a:pt x="2418" y="98"/>
                      </a:lnTo>
                      <a:lnTo>
                        <a:pt x="2387" y="139"/>
                      </a:lnTo>
                      <a:lnTo>
                        <a:pt x="2353" y="183"/>
                      </a:lnTo>
                      <a:lnTo>
                        <a:pt x="2315" y="229"/>
                      </a:lnTo>
                      <a:lnTo>
                        <a:pt x="2272" y="280"/>
                      </a:lnTo>
                      <a:lnTo>
                        <a:pt x="2224" y="331"/>
                      </a:lnTo>
                      <a:lnTo>
                        <a:pt x="2173" y="385"/>
                      </a:lnTo>
                      <a:lnTo>
                        <a:pt x="2116" y="439"/>
                      </a:lnTo>
                      <a:lnTo>
                        <a:pt x="2055" y="495"/>
                      </a:lnTo>
                      <a:lnTo>
                        <a:pt x="1989" y="552"/>
                      </a:lnTo>
                      <a:lnTo>
                        <a:pt x="1917" y="608"/>
                      </a:lnTo>
                      <a:lnTo>
                        <a:pt x="1839" y="665"/>
                      </a:lnTo>
                      <a:lnTo>
                        <a:pt x="1758" y="721"/>
                      </a:lnTo>
                      <a:lnTo>
                        <a:pt x="1672" y="776"/>
                      </a:lnTo>
                      <a:lnTo>
                        <a:pt x="1578" y="830"/>
                      </a:lnTo>
                      <a:lnTo>
                        <a:pt x="1480" y="883"/>
                      </a:lnTo>
                      <a:lnTo>
                        <a:pt x="1375" y="934"/>
                      </a:lnTo>
                      <a:lnTo>
                        <a:pt x="1266" y="981"/>
                      </a:lnTo>
                      <a:lnTo>
                        <a:pt x="1150" y="1025"/>
                      </a:lnTo>
                      <a:lnTo>
                        <a:pt x="1028" y="1068"/>
                      </a:lnTo>
                      <a:lnTo>
                        <a:pt x="901" y="1106"/>
                      </a:lnTo>
                      <a:lnTo>
                        <a:pt x="767" y="1142"/>
                      </a:lnTo>
                      <a:lnTo>
                        <a:pt x="627" y="1171"/>
                      </a:lnTo>
                      <a:lnTo>
                        <a:pt x="479" y="1196"/>
                      </a:lnTo>
                      <a:lnTo>
                        <a:pt x="326" y="1217"/>
                      </a:lnTo>
                      <a:lnTo>
                        <a:pt x="166" y="1232"/>
                      </a:lnTo>
                      <a:lnTo>
                        <a:pt x="0" y="1242"/>
                      </a:lnTo>
                      <a:lnTo>
                        <a:pt x="0" y="0"/>
                      </a:lnTo>
                      <a:close/>
                    </a:path>
                  </a:pathLst>
                </a:custGeom>
                <a:solidFill>
                  <a:schemeClr val="accen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0" name="Google Shape;1490;p39"/>
                <p:cNvSpPr/>
                <p:nvPr/>
              </p:nvSpPr>
              <p:spPr>
                <a:xfrm>
                  <a:off x="1003677" y="1478277"/>
                  <a:ext cx="6686417" cy="3686525"/>
                </a:xfrm>
                <a:custGeom>
                  <a:rect b="b" l="l" r="r" t="t"/>
                  <a:pathLst>
                    <a:path extrusionOk="0" h="2460" w="4466">
                      <a:moveTo>
                        <a:pt x="2482" y="0"/>
                      </a:moveTo>
                      <a:lnTo>
                        <a:pt x="4466" y="0"/>
                      </a:lnTo>
                      <a:lnTo>
                        <a:pt x="4456" y="36"/>
                      </a:lnTo>
                      <a:lnTo>
                        <a:pt x="4445" y="77"/>
                      </a:lnTo>
                      <a:lnTo>
                        <a:pt x="4431" y="121"/>
                      </a:lnTo>
                      <a:lnTo>
                        <a:pt x="4414" y="170"/>
                      </a:lnTo>
                      <a:lnTo>
                        <a:pt x="4396" y="221"/>
                      </a:lnTo>
                      <a:lnTo>
                        <a:pt x="4373" y="275"/>
                      </a:lnTo>
                      <a:lnTo>
                        <a:pt x="4348" y="333"/>
                      </a:lnTo>
                      <a:lnTo>
                        <a:pt x="4320" y="393"/>
                      </a:lnTo>
                      <a:lnTo>
                        <a:pt x="4290" y="455"/>
                      </a:lnTo>
                      <a:lnTo>
                        <a:pt x="4255" y="519"/>
                      </a:lnTo>
                      <a:lnTo>
                        <a:pt x="4219" y="586"/>
                      </a:lnTo>
                      <a:lnTo>
                        <a:pt x="4178" y="655"/>
                      </a:lnTo>
                      <a:lnTo>
                        <a:pt x="4132" y="724"/>
                      </a:lnTo>
                      <a:lnTo>
                        <a:pt x="4084" y="796"/>
                      </a:lnTo>
                      <a:lnTo>
                        <a:pt x="4032" y="868"/>
                      </a:lnTo>
                      <a:lnTo>
                        <a:pt x="3975" y="942"/>
                      </a:lnTo>
                      <a:lnTo>
                        <a:pt x="3916" y="1016"/>
                      </a:lnTo>
                      <a:lnTo>
                        <a:pt x="3850" y="1091"/>
                      </a:lnTo>
                      <a:lnTo>
                        <a:pt x="3782" y="1165"/>
                      </a:lnTo>
                      <a:lnTo>
                        <a:pt x="3708" y="1240"/>
                      </a:lnTo>
                      <a:lnTo>
                        <a:pt x="3629" y="1314"/>
                      </a:lnTo>
                      <a:lnTo>
                        <a:pt x="3546" y="1387"/>
                      </a:lnTo>
                      <a:lnTo>
                        <a:pt x="3457" y="1461"/>
                      </a:lnTo>
                      <a:lnTo>
                        <a:pt x="3365" y="1533"/>
                      </a:lnTo>
                      <a:lnTo>
                        <a:pt x="3266" y="1605"/>
                      </a:lnTo>
                      <a:lnTo>
                        <a:pt x="3163" y="1676"/>
                      </a:lnTo>
                      <a:lnTo>
                        <a:pt x="3054" y="1744"/>
                      </a:lnTo>
                      <a:lnTo>
                        <a:pt x="2938" y="1810"/>
                      </a:lnTo>
                      <a:lnTo>
                        <a:pt x="2818" y="1875"/>
                      </a:lnTo>
                      <a:lnTo>
                        <a:pt x="2691" y="1938"/>
                      </a:lnTo>
                      <a:lnTo>
                        <a:pt x="2558" y="1998"/>
                      </a:lnTo>
                      <a:lnTo>
                        <a:pt x="2420" y="2056"/>
                      </a:lnTo>
                      <a:lnTo>
                        <a:pt x="2274" y="2110"/>
                      </a:lnTo>
                      <a:lnTo>
                        <a:pt x="2123" y="2162"/>
                      </a:lnTo>
                      <a:lnTo>
                        <a:pt x="1966" y="2210"/>
                      </a:lnTo>
                      <a:lnTo>
                        <a:pt x="1801" y="2255"/>
                      </a:lnTo>
                      <a:lnTo>
                        <a:pt x="1629" y="2296"/>
                      </a:lnTo>
                      <a:lnTo>
                        <a:pt x="1452" y="2332"/>
                      </a:lnTo>
                      <a:lnTo>
                        <a:pt x="1266" y="2365"/>
                      </a:lnTo>
                      <a:lnTo>
                        <a:pt x="1074" y="2393"/>
                      </a:lnTo>
                      <a:lnTo>
                        <a:pt x="875" y="2418"/>
                      </a:lnTo>
                      <a:lnTo>
                        <a:pt x="667" y="2436"/>
                      </a:lnTo>
                      <a:lnTo>
                        <a:pt x="453" y="2450"/>
                      </a:lnTo>
                      <a:lnTo>
                        <a:pt x="230" y="2459"/>
                      </a:lnTo>
                      <a:lnTo>
                        <a:pt x="0" y="2460"/>
                      </a:lnTo>
                      <a:lnTo>
                        <a:pt x="0" y="1242"/>
                      </a:lnTo>
                      <a:lnTo>
                        <a:pt x="166" y="1232"/>
                      </a:lnTo>
                      <a:lnTo>
                        <a:pt x="326" y="1217"/>
                      </a:lnTo>
                      <a:lnTo>
                        <a:pt x="479" y="1196"/>
                      </a:lnTo>
                      <a:lnTo>
                        <a:pt x="627" y="1171"/>
                      </a:lnTo>
                      <a:lnTo>
                        <a:pt x="767" y="1142"/>
                      </a:lnTo>
                      <a:lnTo>
                        <a:pt x="901" y="1106"/>
                      </a:lnTo>
                      <a:lnTo>
                        <a:pt x="1028" y="1068"/>
                      </a:lnTo>
                      <a:lnTo>
                        <a:pt x="1150" y="1025"/>
                      </a:lnTo>
                      <a:lnTo>
                        <a:pt x="1266" y="981"/>
                      </a:lnTo>
                      <a:lnTo>
                        <a:pt x="1375" y="934"/>
                      </a:lnTo>
                      <a:lnTo>
                        <a:pt x="1480" y="883"/>
                      </a:lnTo>
                      <a:lnTo>
                        <a:pt x="1578" y="830"/>
                      </a:lnTo>
                      <a:lnTo>
                        <a:pt x="1672" y="776"/>
                      </a:lnTo>
                      <a:lnTo>
                        <a:pt x="1758" y="721"/>
                      </a:lnTo>
                      <a:lnTo>
                        <a:pt x="1839" y="665"/>
                      </a:lnTo>
                      <a:lnTo>
                        <a:pt x="1917" y="608"/>
                      </a:lnTo>
                      <a:lnTo>
                        <a:pt x="1989" y="552"/>
                      </a:lnTo>
                      <a:lnTo>
                        <a:pt x="2055" y="495"/>
                      </a:lnTo>
                      <a:lnTo>
                        <a:pt x="2116" y="439"/>
                      </a:lnTo>
                      <a:lnTo>
                        <a:pt x="2173" y="385"/>
                      </a:lnTo>
                      <a:lnTo>
                        <a:pt x="2224" y="331"/>
                      </a:lnTo>
                      <a:lnTo>
                        <a:pt x="2272" y="280"/>
                      </a:lnTo>
                      <a:lnTo>
                        <a:pt x="2315" y="229"/>
                      </a:lnTo>
                      <a:lnTo>
                        <a:pt x="2353" y="183"/>
                      </a:lnTo>
                      <a:lnTo>
                        <a:pt x="2387" y="139"/>
                      </a:lnTo>
                      <a:lnTo>
                        <a:pt x="2418" y="98"/>
                      </a:lnTo>
                      <a:lnTo>
                        <a:pt x="2444" y="62"/>
                      </a:lnTo>
                      <a:lnTo>
                        <a:pt x="2464" y="29"/>
                      </a:lnTo>
                      <a:lnTo>
                        <a:pt x="2482" y="0"/>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1" name="Google Shape;1491;p39"/>
                <p:cNvSpPr/>
                <p:nvPr/>
              </p:nvSpPr>
              <p:spPr>
                <a:xfrm>
                  <a:off x="1003677" y="1478277"/>
                  <a:ext cx="9105864" cy="4555706"/>
                </a:xfrm>
                <a:custGeom>
                  <a:rect b="b" l="l" r="r" t="t"/>
                  <a:pathLst>
                    <a:path extrusionOk="0" h="3040" w="6082">
                      <a:moveTo>
                        <a:pt x="4466" y="0"/>
                      </a:moveTo>
                      <a:lnTo>
                        <a:pt x="6082" y="0"/>
                      </a:lnTo>
                      <a:lnTo>
                        <a:pt x="6082" y="3040"/>
                      </a:lnTo>
                      <a:lnTo>
                        <a:pt x="0" y="3040"/>
                      </a:lnTo>
                      <a:lnTo>
                        <a:pt x="0" y="2460"/>
                      </a:lnTo>
                      <a:lnTo>
                        <a:pt x="230" y="2459"/>
                      </a:lnTo>
                      <a:lnTo>
                        <a:pt x="452" y="2450"/>
                      </a:lnTo>
                      <a:lnTo>
                        <a:pt x="665" y="2436"/>
                      </a:lnTo>
                      <a:lnTo>
                        <a:pt x="872" y="2418"/>
                      </a:lnTo>
                      <a:lnTo>
                        <a:pt x="1073" y="2393"/>
                      </a:lnTo>
                      <a:lnTo>
                        <a:pt x="1264" y="2365"/>
                      </a:lnTo>
                      <a:lnTo>
                        <a:pt x="1449" y="2332"/>
                      </a:lnTo>
                      <a:lnTo>
                        <a:pt x="1627" y="2296"/>
                      </a:lnTo>
                      <a:lnTo>
                        <a:pt x="1799" y="2255"/>
                      </a:lnTo>
                      <a:lnTo>
                        <a:pt x="1963" y="2210"/>
                      </a:lnTo>
                      <a:lnTo>
                        <a:pt x="2119" y="2162"/>
                      </a:lnTo>
                      <a:lnTo>
                        <a:pt x="2271" y="2110"/>
                      </a:lnTo>
                      <a:lnTo>
                        <a:pt x="2416" y="2056"/>
                      </a:lnTo>
                      <a:lnTo>
                        <a:pt x="2554" y="1998"/>
                      </a:lnTo>
                      <a:lnTo>
                        <a:pt x="2687" y="1938"/>
                      </a:lnTo>
                      <a:lnTo>
                        <a:pt x="2814" y="1875"/>
                      </a:lnTo>
                      <a:lnTo>
                        <a:pt x="2934" y="1810"/>
                      </a:lnTo>
                      <a:lnTo>
                        <a:pt x="3050" y="1744"/>
                      </a:lnTo>
                      <a:lnTo>
                        <a:pt x="3159" y="1676"/>
                      </a:lnTo>
                      <a:lnTo>
                        <a:pt x="3262" y="1605"/>
                      </a:lnTo>
                      <a:lnTo>
                        <a:pt x="3362" y="1533"/>
                      </a:lnTo>
                      <a:lnTo>
                        <a:pt x="3454" y="1461"/>
                      </a:lnTo>
                      <a:lnTo>
                        <a:pt x="3542" y="1387"/>
                      </a:lnTo>
                      <a:lnTo>
                        <a:pt x="3627" y="1314"/>
                      </a:lnTo>
                      <a:lnTo>
                        <a:pt x="3704" y="1240"/>
                      </a:lnTo>
                      <a:lnTo>
                        <a:pt x="3778" y="1165"/>
                      </a:lnTo>
                      <a:lnTo>
                        <a:pt x="3848" y="1091"/>
                      </a:lnTo>
                      <a:lnTo>
                        <a:pt x="3913" y="1016"/>
                      </a:lnTo>
                      <a:lnTo>
                        <a:pt x="3973" y="942"/>
                      </a:lnTo>
                      <a:lnTo>
                        <a:pt x="4031" y="868"/>
                      </a:lnTo>
                      <a:lnTo>
                        <a:pt x="4082" y="796"/>
                      </a:lnTo>
                      <a:lnTo>
                        <a:pt x="4132" y="724"/>
                      </a:lnTo>
                      <a:lnTo>
                        <a:pt x="4176" y="655"/>
                      </a:lnTo>
                      <a:lnTo>
                        <a:pt x="4217" y="586"/>
                      </a:lnTo>
                      <a:lnTo>
                        <a:pt x="4255" y="519"/>
                      </a:lnTo>
                      <a:lnTo>
                        <a:pt x="4289" y="455"/>
                      </a:lnTo>
                      <a:lnTo>
                        <a:pt x="4320" y="393"/>
                      </a:lnTo>
                      <a:lnTo>
                        <a:pt x="4348" y="333"/>
                      </a:lnTo>
                      <a:lnTo>
                        <a:pt x="4373" y="275"/>
                      </a:lnTo>
                      <a:lnTo>
                        <a:pt x="4396" y="221"/>
                      </a:lnTo>
                      <a:lnTo>
                        <a:pt x="4414" y="170"/>
                      </a:lnTo>
                      <a:lnTo>
                        <a:pt x="4431" y="121"/>
                      </a:lnTo>
                      <a:lnTo>
                        <a:pt x="4445" y="77"/>
                      </a:lnTo>
                      <a:lnTo>
                        <a:pt x="4456" y="36"/>
                      </a:lnTo>
                      <a:lnTo>
                        <a:pt x="4466" y="0"/>
                      </a:lnTo>
                      <a:close/>
                    </a:path>
                  </a:pathLst>
                </a:custGeom>
                <a:solidFill>
                  <a:srgbClr val="D4ECF8"/>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1492" name="Google Shape;1492;p39"/>
              <p:cNvCxnSpPr>
                <a:stCxn id="1489" idx="0"/>
              </p:cNvCxnSpPr>
              <p:nvPr/>
            </p:nvCxnSpPr>
            <p:spPr>
              <a:xfrm>
                <a:off x="1003677" y="1478277"/>
                <a:ext cx="6047400" cy="4555800"/>
              </a:xfrm>
              <a:prstGeom prst="straightConnector1">
                <a:avLst/>
              </a:prstGeom>
              <a:noFill/>
              <a:ln cap="flat" cmpd="sng" w="7150">
                <a:solidFill>
                  <a:schemeClr val="lt1"/>
                </a:solidFill>
                <a:prstDash val="solid"/>
                <a:round/>
                <a:headEnd len="sm" w="sm" type="none"/>
                <a:tailEnd len="sm" w="sm" type="none"/>
              </a:ln>
            </p:spPr>
          </p:cxnSp>
          <p:cxnSp>
            <p:nvCxnSpPr>
              <p:cNvPr id="1493" name="Google Shape;1493;p39"/>
              <p:cNvCxnSpPr>
                <a:stCxn id="1489" idx="0"/>
              </p:cNvCxnSpPr>
              <p:nvPr/>
            </p:nvCxnSpPr>
            <p:spPr>
              <a:xfrm>
                <a:off x="1003677" y="1478277"/>
                <a:ext cx="9105900" cy="3837900"/>
              </a:xfrm>
              <a:prstGeom prst="straightConnector1">
                <a:avLst/>
              </a:prstGeom>
              <a:noFill/>
              <a:ln cap="flat" cmpd="sng" w="7150">
                <a:solidFill>
                  <a:schemeClr val="lt1"/>
                </a:solidFill>
                <a:prstDash val="solid"/>
                <a:round/>
                <a:headEnd len="sm" w="sm" type="none"/>
                <a:tailEnd len="sm" w="sm" type="none"/>
              </a:ln>
            </p:spPr>
          </p:cxnSp>
          <p:cxnSp>
            <p:nvCxnSpPr>
              <p:cNvPr id="1494" name="Google Shape;1494;p39"/>
              <p:cNvCxnSpPr>
                <a:stCxn id="1489" idx="0"/>
              </p:cNvCxnSpPr>
              <p:nvPr/>
            </p:nvCxnSpPr>
            <p:spPr>
              <a:xfrm>
                <a:off x="1003677" y="1478277"/>
                <a:ext cx="9105900" cy="1766700"/>
              </a:xfrm>
              <a:prstGeom prst="straightConnector1">
                <a:avLst/>
              </a:prstGeom>
              <a:noFill/>
              <a:ln cap="flat" cmpd="sng" w="7150">
                <a:solidFill>
                  <a:schemeClr val="lt1"/>
                </a:solidFill>
                <a:prstDash val="solid"/>
                <a:round/>
                <a:headEnd len="sm" w="sm" type="none"/>
                <a:tailEnd len="sm" w="sm" type="none"/>
              </a:ln>
            </p:spPr>
          </p:cxnSp>
          <p:cxnSp>
            <p:nvCxnSpPr>
              <p:cNvPr id="1495" name="Google Shape;1495;p39"/>
              <p:cNvCxnSpPr>
                <a:stCxn id="1489" idx="0"/>
              </p:cNvCxnSpPr>
              <p:nvPr/>
            </p:nvCxnSpPr>
            <p:spPr>
              <a:xfrm>
                <a:off x="1003677" y="1478277"/>
                <a:ext cx="2926200" cy="4555800"/>
              </a:xfrm>
              <a:prstGeom prst="straightConnector1">
                <a:avLst/>
              </a:prstGeom>
              <a:noFill/>
              <a:ln cap="flat" cmpd="sng" w="7150">
                <a:solidFill>
                  <a:schemeClr val="lt1"/>
                </a:solidFill>
                <a:prstDash val="solid"/>
                <a:round/>
                <a:headEnd len="sm" w="sm" type="none"/>
                <a:tailEnd len="sm" w="sm" type="none"/>
              </a:ln>
            </p:spPr>
          </p:cxnSp>
        </p:grpSp>
        <p:sp>
          <p:nvSpPr>
            <p:cNvPr id="1496" name="Google Shape;1496;p39"/>
            <p:cNvSpPr txBox="1"/>
            <p:nvPr/>
          </p:nvSpPr>
          <p:spPr>
            <a:xfrm>
              <a:off x="7665766" y="3574050"/>
              <a:ext cx="1929600" cy="4986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Start deployment – 10 units (3.5MW) </a:t>
              </a:r>
              <a:endParaRPr sz="1100">
                <a:solidFill>
                  <a:srgbClr val="595959"/>
                </a:solidFill>
                <a:latin typeface="Arial"/>
                <a:ea typeface="Arial"/>
                <a:cs typeface="Arial"/>
                <a:sym typeface="Arial"/>
              </a:endParaRPr>
            </a:p>
          </p:txBody>
        </p:sp>
        <p:sp>
          <p:nvSpPr>
            <p:cNvPr id="1497" name="Google Shape;1497;p39"/>
            <p:cNvSpPr txBox="1"/>
            <p:nvPr/>
          </p:nvSpPr>
          <p:spPr>
            <a:xfrm>
              <a:off x="6332477" y="4682315"/>
              <a:ext cx="1929600" cy="9051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50MW of power generation in Europe – develop and sell for AI Projects</a:t>
              </a:r>
              <a:endParaRPr sz="1100">
                <a:solidFill>
                  <a:srgbClr val="595959"/>
                </a:solidFill>
                <a:latin typeface="Arial"/>
                <a:ea typeface="Arial"/>
                <a:cs typeface="Arial"/>
                <a:sym typeface="Arial"/>
              </a:endParaRPr>
            </a:p>
          </p:txBody>
        </p:sp>
        <p:sp>
          <p:nvSpPr>
            <p:cNvPr id="1498" name="Google Shape;1498;p39"/>
            <p:cNvSpPr txBox="1"/>
            <p:nvPr/>
          </p:nvSpPr>
          <p:spPr>
            <a:xfrm>
              <a:off x="3832783" y="5094297"/>
              <a:ext cx="1929600" cy="9051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Leverage Europe to increase manufacturing for key partnerships </a:t>
              </a:r>
              <a:endParaRPr sz="1100">
                <a:solidFill>
                  <a:srgbClr val="595959"/>
                </a:solidFill>
                <a:latin typeface="Arial"/>
                <a:ea typeface="Arial"/>
                <a:cs typeface="Arial"/>
                <a:sym typeface="Arial"/>
              </a:endParaRPr>
            </a:p>
          </p:txBody>
        </p:sp>
        <p:sp>
          <p:nvSpPr>
            <p:cNvPr id="1499" name="Google Shape;1499;p39"/>
            <p:cNvSpPr txBox="1"/>
            <p:nvPr/>
          </p:nvSpPr>
          <p:spPr>
            <a:xfrm>
              <a:off x="1222662" y="5275168"/>
              <a:ext cx="1929600" cy="4986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Development for AI back-up generation</a:t>
              </a:r>
              <a:endParaRPr sz="1100">
                <a:solidFill>
                  <a:srgbClr val="595959"/>
                </a:solidFill>
                <a:latin typeface="Arial"/>
                <a:ea typeface="Arial"/>
                <a:cs typeface="Arial"/>
                <a:sym typeface="Arial"/>
              </a:endParaRPr>
            </a:p>
          </p:txBody>
        </p:sp>
        <p:sp>
          <p:nvSpPr>
            <p:cNvPr id="1500" name="Google Shape;1500;p39"/>
            <p:cNvSpPr txBox="1"/>
            <p:nvPr/>
          </p:nvSpPr>
          <p:spPr>
            <a:xfrm>
              <a:off x="1117931" y="4012159"/>
              <a:ext cx="1336800" cy="9051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Power generation fleet - $60M/yr </a:t>
              </a:r>
              <a:endParaRPr sz="1100">
                <a:solidFill>
                  <a:srgbClr val="595959"/>
                </a:solidFill>
                <a:latin typeface="Arial"/>
                <a:ea typeface="Arial"/>
                <a:cs typeface="Arial"/>
                <a:sym typeface="Arial"/>
              </a:endParaRPr>
            </a:p>
          </p:txBody>
        </p:sp>
        <p:sp>
          <p:nvSpPr>
            <p:cNvPr id="1501" name="Google Shape;1501;p39"/>
            <p:cNvSpPr txBox="1"/>
            <p:nvPr/>
          </p:nvSpPr>
          <p:spPr>
            <a:xfrm>
              <a:off x="2593163" y="3609823"/>
              <a:ext cx="1336800" cy="7572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900">
                  <a:solidFill>
                    <a:srgbClr val="595959"/>
                  </a:solidFill>
                  <a:latin typeface="Arial"/>
                  <a:ea typeface="Arial"/>
                  <a:cs typeface="Arial"/>
                  <a:sym typeface="Arial"/>
                </a:rPr>
                <a:t>Building own units for projects (AI/BTC) - $600M/yr </a:t>
              </a:r>
              <a:endParaRPr sz="900">
                <a:solidFill>
                  <a:srgbClr val="595959"/>
                </a:solidFill>
                <a:latin typeface="Arial"/>
                <a:ea typeface="Arial"/>
                <a:cs typeface="Arial"/>
                <a:sym typeface="Arial"/>
              </a:endParaRPr>
            </a:p>
          </p:txBody>
        </p:sp>
        <p:sp>
          <p:nvSpPr>
            <p:cNvPr id="1502" name="Google Shape;1502;p39"/>
            <p:cNvSpPr txBox="1"/>
            <p:nvPr/>
          </p:nvSpPr>
          <p:spPr>
            <a:xfrm>
              <a:off x="3848939" y="3158719"/>
              <a:ext cx="1336800" cy="7020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500+MW of development - $5+B rev. </a:t>
              </a:r>
              <a:endParaRPr sz="1100">
                <a:solidFill>
                  <a:srgbClr val="595959"/>
                </a:solidFill>
                <a:latin typeface="Arial"/>
                <a:ea typeface="Arial"/>
                <a:cs typeface="Arial"/>
                <a:sym typeface="Arial"/>
              </a:endParaRPr>
            </a:p>
          </p:txBody>
        </p:sp>
        <p:sp>
          <p:nvSpPr>
            <p:cNvPr id="1503" name="Google Shape;1503;p39"/>
            <p:cNvSpPr txBox="1"/>
            <p:nvPr/>
          </p:nvSpPr>
          <p:spPr>
            <a:xfrm>
              <a:off x="4636365" y="2429419"/>
              <a:ext cx="1336800" cy="7020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50+MW deployed - $35+M/yr </a:t>
              </a:r>
              <a:endParaRPr sz="1100">
                <a:solidFill>
                  <a:srgbClr val="595959"/>
                </a:solidFill>
                <a:latin typeface="Arial"/>
                <a:ea typeface="Arial"/>
                <a:cs typeface="Arial"/>
                <a:sym typeface="Arial"/>
              </a:endParaRPr>
            </a:p>
          </p:txBody>
        </p:sp>
        <p:sp>
          <p:nvSpPr>
            <p:cNvPr id="1504" name="Google Shape;1504;p39"/>
            <p:cNvSpPr txBox="1"/>
            <p:nvPr/>
          </p:nvSpPr>
          <p:spPr>
            <a:xfrm rot="4120855">
              <a:off x="711572" y="2541830"/>
              <a:ext cx="1336775" cy="258554"/>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900">
                  <a:solidFill>
                    <a:schemeClr val="lt1"/>
                  </a:solidFill>
                  <a:latin typeface="Arial"/>
                  <a:ea typeface="Arial"/>
                  <a:cs typeface="Arial"/>
                  <a:sym typeface="Arial"/>
                </a:rPr>
                <a:t>$1+B Value </a:t>
              </a:r>
              <a:endParaRPr sz="900">
                <a:solidFill>
                  <a:schemeClr val="lt1"/>
                </a:solidFill>
                <a:latin typeface="Arial"/>
                <a:ea typeface="Arial"/>
                <a:cs typeface="Arial"/>
                <a:sym typeface="Arial"/>
              </a:endParaRPr>
            </a:p>
          </p:txBody>
        </p:sp>
        <p:sp>
          <p:nvSpPr>
            <p:cNvPr id="1505" name="Google Shape;1505;p39"/>
            <p:cNvSpPr txBox="1"/>
            <p:nvPr/>
          </p:nvSpPr>
          <p:spPr>
            <a:xfrm rot="3073905">
              <a:off x="1256682" y="2379925"/>
              <a:ext cx="1336694" cy="295356"/>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chemeClr val="lt1"/>
                  </a:solidFill>
                  <a:latin typeface="Arial"/>
                  <a:ea typeface="Arial"/>
                  <a:cs typeface="Arial"/>
                  <a:sym typeface="Arial"/>
                </a:rPr>
                <a:t>$3.5+B Value</a:t>
              </a:r>
              <a:endParaRPr sz="1100">
                <a:solidFill>
                  <a:schemeClr val="lt1"/>
                </a:solidFill>
                <a:latin typeface="Arial"/>
                <a:ea typeface="Arial"/>
                <a:cs typeface="Arial"/>
                <a:sym typeface="Arial"/>
              </a:endParaRPr>
            </a:p>
          </p:txBody>
        </p:sp>
        <p:sp>
          <p:nvSpPr>
            <p:cNvPr id="1506" name="Google Shape;1506;p39"/>
            <p:cNvSpPr txBox="1"/>
            <p:nvPr/>
          </p:nvSpPr>
          <p:spPr>
            <a:xfrm rot="1754741">
              <a:off x="1787906" y="2174711"/>
              <a:ext cx="1336798" cy="29535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chemeClr val="lt1"/>
                  </a:solidFill>
                  <a:latin typeface="Arial"/>
                  <a:ea typeface="Arial"/>
                  <a:cs typeface="Arial"/>
                  <a:sym typeface="Arial"/>
                </a:rPr>
                <a:t>$25+B Value</a:t>
              </a:r>
              <a:endParaRPr sz="1100">
                <a:solidFill>
                  <a:schemeClr val="lt1"/>
                </a:solidFill>
                <a:latin typeface="Arial"/>
                <a:ea typeface="Arial"/>
                <a:cs typeface="Arial"/>
                <a:sym typeface="Arial"/>
              </a:endParaRPr>
            </a:p>
          </p:txBody>
        </p:sp>
        <p:sp>
          <p:nvSpPr>
            <p:cNvPr id="1507" name="Google Shape;1507;p39"/>
            <p:cNvSpPr txBox="1"/>
            <p:nvPr/>
          </p:nvSpPr>
          <p:spPr>
            <a:xfrm rot="1001659">
              <a:off x="2312948" y="1949992"/>
              <a:ext cx="1336742" cy="295365"/>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chemeClr val="lt1"/>
                  </a:solidFill>
                  <a:latin typeface="Arial"/>
                  <a:ea typeface="Arial"/>
                  <a:cs typeface="Arial"/>
                  <a:sym typeface="Arial"/>
                </a:rPr>
                <a:t>$1+B Value</a:t>
              </a:r>
              <a:endParaRPr sz="1100">
                <a:solidFill>
                  <a:schemeClr val="lt1"/>
                </a:solidFill>
                <a:latin typeface="Arial"/>
                <a:ea typeface="Arial"/>
                <a:cs typeface="Arial"/>
                <a:sym typeface="Arial"/>
              </a:endParaRPr>
            </a:p>
          </p:txBody>
        </p:sp>
        <p:sp>
          <p:nvSpPr>
            <p:cNvPr id="1508" name="Google Shape;1508;p39"/>
            <p:cNvSpPr txBox="1"/>
            <p:nvPr/>
          </p:nvSpPr>
          <p:spPr>
            <a:xfrm>
              <a:off x="2575764" y="1521569"/>
              <a:ext cx="1336800" cy="4986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chemeClr val="lt1"/>
                  </a:solidFill>
                  <a:latin typeface="Arial"/>
                  <a:ea typeface="Arial"/>
                  <a:cs typeface="Arial"/>
                  <a:sym typeface="Arial"/>
                </a:rPr>
                <a:t>$100+M Value</a:t>
              </a:r>
              <a:endParaRPr sz="1100"/>
            </a:p>
          </p:txBody>
        </p:sp>
      </p:grpSp>
      <p:sp>
        <p:nvSpPr>
          <p:cNvPr id="1509" name="Google Shape;1509;p39"/>
          <p:cNvSpPr/>
          <p:nvPr/>
        </p:nvSpPr>
        <p:spPr>
          <a:xfrm>
            <a:off x="7677808" y="739290"/>
            <a:ext cx="1017600" cy="619200"/>
          </a:xfrm>
          <a:prstGeom prst="ellipse">
            <a:avLst/>
          </a:prstGeom>
          <a:solidFill>
            <a:schemeClr val="accent1"/>
          </a:solidFill>
          <a:ln cap="flat" cmpd="sng" w="19050">
            <a:solidFill>
              <a:srgbClr val="2576A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GB" sz="900">
                <a:solidFill>
                  <a:schemeClr val="lt1"/>
                </a:solidFill>
                <a:latin typeface="Arial"/>
                <a:ea typeface="Arial"/>
                <a:cs typeface="Arial"/>
                <a:sym typeface="Arial"/>
              </a:rPr>
              <a:t>Future </a:t>
            </a:r>
            <a:br>
              <a:rPr b="1" lang="en-GB" sz="900">
                <a:solidFill>
                  <a:schemeClr val="lt1"/>
                </a:solidFill>
                <a:latin typeface="Arial"/>
                <a:ea typeface="Arial"/>
                <a:cs typeface="Arial"/>
                <a:sym typeface="Arial"/>
              </a:rPr>
            </a:br>
            <a:r>
              <a:rPr b="1" lang="en-GB" sz="900">
                <a:solidFill>
                  <a:schemeClr val="lt1"/>
                </a:solidFill>
                <a:latin typeface="Arial"/>
                <a:ea typeface="Arial"/>
                <a:cs typeface="Arial"/>
                <a:sym typeface="Arial"/>
              </a:rPr>
              <a:t>State - $30+B</a:t>
            </a:r>
            <a:endParaRPr sz="1100"/>
          </a:p>
        </p:txBody>
      </p:sp>
      <p:sp>
        <p:nvSpPr>
          <p:cNvPr id="1510" name="Google Shape;1510;p39"/>
          <p:cNvSpPr txBox="1"/>
          <p:nvPr/>
        </p:nvSpPr>
        <p:spPr>
          <a:xfrm flipH="1">
            <a:off x="1423848" y="4581887"/>
            <a:ext cx="2000700" cy="2217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AI Data Centers</a:t>
            </a:r>
            <a:endParaRPr sz="1100">
              <a:solidFill>
                <a:srgbClr val="595959"/>
              </a:solidFill>
              <a:latin typeface="Arial"/>
              <a:ea typeface="Arial"/>
              <a:cs typeface="Arial"/>
              <a:sym typeface="Arial"/>
            </a:endParaRPr>
          </a:p>
        </p:txBody>
      </p:sp>
      <p:sp>
        <p:nvSpPr>
          <p:cNvPr id="1511" name="Google Shape;1511;p39"/>
          <p:cNvSpPr txBox="1"/>
          <p:nvPr/>
        </p:nvSpPr>
        <p:spPr>
          <a:xfrm flipH="1">
            <a:off x="3714537" y="4589284"/>
            <a:ext cx="2000700" cy="2217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Manufacturing</a:t>
            </a:r>
            <a:endParaRPr sz="1100">
              <a:solidFill>
                <a:srgbClr val="595959"/>
              </a:solidFill>
              <a:latin typeface="Arial"/>
              <a:ea typeface="Arial"/>
              <a:cs typeface="Arial"/>
              <a:sym typeface="Arial"/>
            </a:endParaRPr>
          </a:p>
        </p:txBody>
      </p:sp>
      <p:sp>
        <p:nvSpPr>
          <p:cNvPr id="1512" name="Google Shape;1512;p39"/>
          <p:cNvSpPr txBox="1"/>
          <p:nvPr/>
        </p:nvSpPr>
        <p:spPr>
          <a:xfrm flipH="1">
            <a:off x="6048759" y="4596680"/>
            <a:ext cx="2000700" cy="3741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Back-up Power/Rentals (AI Datacenters)</a:t>
            </a:r>
            <a:endParaRPr sz="1100">
              <a:solidFill>
                <a:srgbClr val="595959"/>
              </a:solidFill>
              <a:latin typeface="Arial"/>
              <a:ea typeface="Arial"/>
              <a:cs typeface="Arial"/>
              <a:sym typeface="Arial"/>
            </a:endParaRPr>
          </a:p>
        </p:txBody>
      </p:sp>
      <p:sp>
        <p:nvSpPr>
          <p:cNvPr id="1513" name="Google Shape;1513;p39"/>
          <p:cNvSpPr txBox="1"/>
          <p:nvPr/>
        </p:nvSpPr>
        <p:spPr>
          <a:xfrm flipH="1" rot="-5400000">
            <a:off x="324073" y="3151545"/>
            <a:ext cx="1509900" cy="2217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Digital Midstream™</a:t>
            </a:r>
            <a:endParaRPr sz="1100"/>
          </a:p>
        </p:txBody>
      </p:sp>
      <p:sp>
        <p:nvSpPr>
          <p:cNvPr id="1514" name="Google Shape;1514;p39"/>
          <p:cNvSpPr txBox="1"/>
          <p:nvPr/>
        </p:nvSpPr>
        <p:spPr>
          <a:xfrm flipH="1" rot="-5400000">
            <a:off x="406112" y="1660340"/>
            <a:ext cx="1366200" cy="2217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EPCm</a:t>
            </a:r>
            <a:endParaRPr sz="1100">
              <a:solidFill>
                <a:srgbClr val="595959"/>
              </a:solidFill>
              <a:latin typeface="Arial"/>
              <a:ea typeface="Arial"/>
              <a:cs typeface="Arial"/>
              <a:sym typeface="Arial"/>
            </a:endParaRPr>
          </a:p>
        </p:txBody>
      </p:sp>
      <p:sp>
        <p:nvSpPr>
          <p:cNvPr id="1515" name="Google Shape;1515;p39"/>
          <p:cNvSpPr/>
          <p:nvPr/>
        </p:nvSpPr>
        <p:spPr>
          <a:xfrm>
            <a:off x="873022" y="4121696"/>
            <a:ext cx="1017600" cy="619200"/>
          </a:xfrm>
          <a:prstGeom prst="ellipse">
            <a:avLst/>
          </a:prstGeom>
          <a:solidFill>
            <a:schemeClr val="accent1"/>
          </a:solidFill>
          <a:ln cap="flat" cmpd="sng" w="19050">
            <a:solidFill>
              <a:srgbClr val="2576A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GB" sz="900">
                <a:solidFill>
                  <a:schemeClr val="lt1"/>
                </a:solidFill>
                <a:latin typeface="Arial"/>
                <a:ea typeface="Arial"/>
                <a:cs typeface="Arial"/>
                <a:sym typeface="Arial"/>
              </a:rPr>
              <a:t>Current State</a:t>
            </a:r>
            <a:endParaRPr sz="1100"/>
          </a:p>
        </p:txBody>
      </p:sp>
      <p:sp>
        <p:nvSpPr>
          <p:cNvPr id="1516" name="Google Shape;1516;p39"/>
          <p:cNvSpPr/>
          <p:nvPr/>
        </p:nvSpPr>
        <p:spPr>
          <a:xfrm flipH="1" rot="10241454">
            <a:off x="3164368" y="1418633"/>
            <a:ext cx="331972" cy="241420"/>
          </a:xfrm>
          <a:prstGeom prst="rightArrow">
            <a:avLst>
              <a:gd fmla="val 50000" name="adj1"/>
              <a:gd fmla="val 50000" name="adj2"/>
            </a:avLst>
          </a:prstGeom>
          <a:solidFill>
            <a:schemeClr val="accent4"/>
          </a:solidFill>
          <a:ln cap="flat" cmpd="sng" w="9525">
            <a:solidFill>
              <a:schemeClr val="accent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7" name="Google Shape;1517;p39"/>
          <p:cNvSpPr/>
          <p:nvPr/>
        </p:nvSpPr>
        <p:spPr>
          <a:xfrm flipH="1" rot="9684081">
            <a:off x="3699625" y="2281368"/>
            <a:ext cx="332041" cy="241536"/>
          </a:xfrm>
          <a:prstGeom prst="rightArrow">
            <a:avLst>
              <a:gd fmla="val 50000" name="adj1"/>
              <a:gd fmla="val 50000" name="adj2"/>
            </a:avLst>
          </a:prstGeom>
          <a:solidFill>
            <a:schemeClr val="accent4"/>
          </a:solidFill>
          <a:ln cap="flat" cmpd="sng" w="9525">
            <a:solidFill>
              <a:schemeClr val="accent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8" name="Google Shape;1518;p39"/>
          <p:cNvSpPr/>
          <p:nvPr/>
        </p:nvSpPr>
        <p:spPr>
          <a:xfrm flipH="1" rot="8673515">
            <a:off x="4548899" y="2944857"/>
            <a:ext cx="332143" cy="241330"/>
          </a:xfrm>
          <a:prstGeom prst="rightArrow">
            <a:avLst>
              <a:gd fmla="val 50000" name="adj1"/>
              <a:gd fmla="val 50000" name="adj2"/>
            </a:avLst>
          </a:prstGeom>
          <a:solidFill>
            <a:schemeClr val="accent4"/>
          </a:solidFill>
          <a:ln cap="flat" cmpd="sng" w="9525">
            <a:solidFill>
              <a:schemeClr val="accent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9" name="Google Shape;1519;p39"/>
          <p:cNvSpPr/>
          <p:nvPr/>
        </p:nvSpPr>
        <p:spPr>
          <a:xfrm flipH="1" rot="7930779">
            <a:off x="5694257" y="3382009"/>
            <a:ext cx="331964" cy="241497"/>
          </a:xfrm>
          <a:prstGeom prst="rightArrow">
            <a:avLst>
              <a:gd fmla="val 50000" name="adj1"/>
              <a:gd fmla="val 50000" name="adj2"/>
            </a:avLst>
          </a:prstGeom>
          <a:solidFill>
            <a:schemeClr val="accent4"/>
          </a:solidFill>
          <a:ln cap="flat" cmpd="sng" w="9525">
            <a:solidFill>
              <a:schemeClr val="accent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0" name="Google Shape;1520;p39"/>
          <p:cNvSpPr/>
          <p:nvPr/>
        </p:nvSpPr>
        <p:spPr>
          <a:xfrm flipH="1" rot="6711546">
            <a:off x="7086460" y="3666749"/>
            <a:ext cx="331968" cy="241385"/>
          </a:xfrm>
          <a:prstGeom prst="rightArrow">
            <a:avLst>
              <a:gd fmla="val 50000" name="adj1"/>
              <a:gd fmla="val 50000" name="adj2"/>
            </a:avLst>
          </a:prstGeom>
          <a:solidFill>
            <a:schemeClr val="accent4"/>
          </a:solidFill>
          <a:ln cap="flat" cmpd="sng" w="9525">
            <a:solidFill>
              <a:schemeClr val="accent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1" name="Google Shape;1521;p39"/>
          <p:cNvSpPr txBox="1"/>
          <p:nvPr/>
        </p:nvSpPr>
        <p:spPr>
          <a:xfrm flipH="1">
            <a:off x="1498122" y="1289852"/>
            <a:ext cx="1447500" cy="6789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1100">
                <a:solidFill>
                  <a:srgbClr val="595959"/>
                </a:solidFill>
                <a:latin typeface="Arial"/>
                <a:ea typeface="Arial"/>
                <a:cs typeface="Arial"/>
                <a:sym typeface="Arial"/>
              </a:rPr>
              <a:t>Building sites for customers and managing ongoing operations – 25+MW  </a:t>
            </a:r>
            <a:endParaRPr sz="1100">
              <a:solidFill>
                <a:srgbClr val="595959"/>
              </a:solidFill>
              <a:latin typeface="Arial"/>
              <a:ea typeface="Arial"/>
              <a:cs typeface="Arial"/>
              <a:sym typeface="Arial"/>
            </a:endParaRPr>
          </a:p>
        </p:txBody>
      </p:sp>
      <p:sp>
        <p:nvSpPr>
          <p:cNvPr id="1522" name="Google Shape;1522;p39"/>
          <p:cNvSpPr txBox="1"/>
          <p:nvPr/>
        </p:nvSpPr>
        <p:spPr>
          <a:xfrm flipH="1">
            <a:off x="3895364" y="1201463"/>
            <a:ext cx="1002900" cy="443400"/>
          </a:xfrm>
          <a:prstGeom prst="rect">
            <a:avLst/>
          </a:prstGeom>
          <a:noFill/>
          <a:ln>
            <a:noFill/>
          </a:ln>
        </p:spPr>
        <p:txBody>
          <a:bodyPr anchorCtr="0" anchor="t" bIns="34275" lIns="68575" spcFirstLastPara="1" rIns="68575" wrap="square" tIns="34275">
            <a:spAutoFit/>
          </a:bodyPr>
          <a:lstStyle/>
          <a:p>
            <a:pPr indent="0" lvl="0" marL="0" marR="0" rtl="0" algn="ctr">
              <a:lnSpc>
                <a:spcPct val="90000"/>
              </a:lnSpc>
              <a:spcBef>
                <a:spcPts val="0"/>
              </a:spcBef>
              <a:spcAft>
                <a:spcPts val="0"/>
              </a:spcAft>
              <a:buNone/>
            </a:pPr>
            <a:r>
              <a:rPr lang="en-GB" sz="900">
                <a:solidFill>
                  <a:srgbClr val="595959"/>
                </a:solidFill>
                <a:latin typeface="Arial"/>
                <a:ea typeface="Arial"/>
                <a:cs typeface="Arial"/>
                <a:sym typeface="Arial"/>
              </a:rPr>
              <a:t>100+MW under management - $5M+/yr </a:t>
            </a:r>
            <a:endParaRPr sz="900">
              <a:solidFill>
                <a:srgbClr val="595959"/>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26" name="Shape 1526"/>
        <p:cNvGrpSpPr/>
        <p:nvPr/>
      </p:nvGrpSpPr>
      <p:grpSpPr>
        <a:xfrm>
          <a:off x="0" y="0"/>
          <a:ext cx="0" cy="0"/>
          <a:chOff x="0" y="0"/>
          <a:chExt cx="0" cy="0"/>
        </a:xfrm>
      </p:grpSpPr>
      <p:sp>
        <p:nvSpPr>
          <p:cNvPr id="1527" name="Google Shape;1527;p40"/>
          <p:cNvSpPr txBox="1"/>
          <p:nvPr>
            <p:ph type="ctrTitle"/>
          </p:nvPr>
        </p:nvSpPr>
        <p:spPr>
          <a:xfrm>
            <a:off x="952655" y="1275606"/>
            <a:ext cx="3457500" cy="1719900"/>
          </a:xfrm>
          <a:prstGeom prst="rect">
            <a:avLst/>
          </a:prstGeom>
          <a:noFill/>
          <a:ln>
            <a:noFill/>
          </a:ln>
        </p:spPr>
        <p:txBody>
          <a:bodyPr anchorCtr="0" anchor="b" bIns="45700" lIns="0" spcFirstLastPara="1" rIns="0" wrap="square" tIns="45700">
            <a:noAutofit/>
          </a:bodyPr>
          <a:lstStyle/>
          <a:p>
            <a:pPr indent="0" lvl="0" marL="0" rtl="0" algn="l">
              <a:lnSpc>
                <a:spcPct val="90000"/>
              </a:lnSpc>
              <a:spcBef>
                <a:spcPts val="0"/>
              </a:spcBef>
              <a:spcAft>
                <a:spcPts val="0"/>
              </a:spcAft>
              <a:buClr>
                <a:schemeClr val="dk1"/>
              </a:buClr>
              <a:buSzPts val="4500"/>
              <a:buFont typeface="Quattrocento Sans"/>
              <a:buNone/>
            </a:pPr>
            <a:r>
              <a:rPr lang="en-GB">
                <a:solidFill>
                  <a:schemeClr val="dk1"/>
                </a:solidFill>
              </a:rPr>
              <a:t>Competitive </a:t>
            </a:r>
            <a:r>
              <a:rPr b="0" lang="en-GB">
                <a:solidFill>
                  <a:schemeClr val="dk1"/>
                </a:solidFill>
              </a:rPr>
              <a:t>Analysis</a:t>
            </a:r>
            <a:endParaRPr/>
          </a:p>
        </p:txBody>
      </p:sp>
      <p:sp>
        <p:nvSpPr>
          <p:cNvPr id="1528" name="Google Shape;1528;p40"/>
          <p:cNvSpPr txBox="1"/>
          <p:nvPr>
            <p:ph idx="1" type="subTitle"/>
          </p:nvPr>
        </p:nvSpPr>
        <p:spPr>
          <a:xfrm>
            <a:off x="952654" y="2995411"/>
            <a:ext cx="3457500" cy="5733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595959"/>
              </a:buClr>
              <a:buSzPts val="2400"/>
              <a:buNone/>
            </a:pPr>
            <a:r>
              <a:rPr lang="en-GB"/>
              <a:t>Digital Midstream™</a:t>
            </a:r>
            <a:endParaRPr/>
          </a:p>
        </p:txBody>
      </p:sp>
      <p:sp>
        <p:nvSpPr>
          <p:cNvPr id="1529" name="Google Shape;1529;p40"/>
          <p:cNvSpPr/>
          <p:nvPr/>
        </p:nvSpPr>
        <p:spPr>
          <a:xfrm>
            <a:off x="5273414" y="681540"/>
            <a:ext cx="3242051" cy="3533480"/>
          </a:xfrm>
          <a:custGeom>
            <a:rect b="b" l="l" r="r" t="t"/>
            <a:pathLst>
              <a:path extrusionOk="0" h="1851" w="1698">
                <a:moveTo>
                  <a:pt x="1163" y="208"/>
                </a:moveTo>
                <a:cubicBezTo>
                  <a:pt x="1319" y="258"/>
                  <a:pt x="1483" y="390"/>
                  <a:pt x="1557" y="531"/>
                </a:cubicBezTo>
                <a:cubicBezTo>
                  <a:pt x="1650" y="711"/>
                  <a:pt x="1698" y="993"/>
                  <a:pt x="1647" y="1190"/>
                </a:cubicBezTo>
                <a:cubicBezTo>
                  <a:pt x="1620" y="1292"/>
                  <a:pt x="1566" y="1382"/>
                  <a:pt x="1499" y="1463"/>
                </a:cubicBezTo>
                <a:cubicBezTo>
                  <a:pt x="1442" y="1532"/>
                  <a:pt x="1393" y="1599"/>
                  <a:pt x="1251" y="1705"/>
                </a:cubicBezTo>
                <a:cubicBezTo>
                  <a:pt x="1056" y="1851"/>
                  <a:pt x="651" y="1836"/>
                  <a:pt x="369" y="1651"/>
                </a:cubicBezTo>
                <a:cubicBezTo>
                  <a:pt x="54" y="1443"/>
                  <a:pt x="0" y="1064"/>
                  <a:pt x="76" y="778"/>
                </a:cubicBezTo>
                <a:cubicBezTo>
                  <a:pt x="152" y="492"/>
                  <a:pt x="518" y="0"/>
                  <a:pt x="1163" y="208"/>
                </a:cubicBezTo>
                <a:close/>
              </a:path>
            </a:pathLst>
          </a:custGeom>
          <a:solidFill>
            <a:srgbClr val="B1D4F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30" name="Google Shape;1530;p40"/>
          <p:cNvSpPr/>
          <p:nvPr/>
        </p:nvSpPr>
        <p:spPr>
          <a:xfrm>
            <a:off x="5836110" y="1450463"/>
            <a:ext cx="987074" cy="963771"/>
          </a:xfrm>
          <a:custGeom>
            <a:rect b="b" l="l" r="r" t="t"/>
            <a:pathLst>
              <a:path extrusionOk="0" h="505" w="517">
                <a:moveTo>
                  <a:pt x="403" y="0"/>
                </a:moveTo>
                <a:cubicBezTo>
                  <a:pt x="179" y="50"/>
                  <a:pt x="9" y="246"/>
                  <a:pt x="0" y="484"/>
                </a:cubicBezTo>
                <a:cubicBezTo>
                  <a:pt x="517" y="505"/>
                  <a:pt x="517" y="505"/>
                  <a:pt x="517" y="505"/>
                </a:cubicBezTo>
                <a:lnTo>
                  <a:pt x="403" y="0"/>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31" name="Google Shape;1531;p40"/>
          <p:cNvSpPr/>
          <p:nvPr/>
        </p:nvSpPr>
        <p:spPr>
          <a:xfrm>
            <a:off x="6748788" y="1554172"/>
            <a:ext cx="1176737" cy="988914"/>
          </a:xfrm>
          <a:custGeom>
            <a:rect b="b" l="l" r="r" t="t"/>
            <a:pathLst>
              <a:path extrusionOk="0" h="518" w="616">
                <a:moveTo>
                  <a:pt x="616" y="393"/>
                </a:moveTo>
                <a:cubicBezTo>
                  <a:pt x="560" y="168"/>
                  <a:pt x="356" y="0"/>
                  <a:pt x="113" y="0"/>
                </a:cubicBezTo>
                <a:cubicBezTo>
                  <a:pt x="74" y="0"/>
                  <a:pt x="36" y="5"/>
                  <a:pt x="0" y="13"/>
                </a:cubicBezTo>
                <a:cubicBezTo>
                  <a:pt x="113" y="518"/>
                  <a:pt x="113" y="518"/>
                  <a:pt x="113" y="518"/>
                </a:cubicBezTo>
                <a:lnTo>
                  <a:pt x="616" y="393"/>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32" name="Google Shape;1532;p40"/>
          <p:cNvSpPr/>
          <p:nvPr/>
        </p:nvSpPr>
        <p:spPr>
          <a:xfrm>
            <a:off x="6964645" y="2304238"/>
            <a:ext cx="989170" cy="555216"/>
          </a:xfrm>
          <a:custGeom>
            <a:rect b="b" l="l" r="r" t="t"/>
            <a:pathLst>
              <a:path extrusionOk="0" h="291" w="518">
                <a:moveTo>
                  <a:pt x="490" y="291"/>
                </a:moveTo>
                <a:cubicBezTo>
                  <a:pt x="508" y="239"/>
                  <a:pt x="518" y="183"/>
                  <a:pt x="518" y="125"/>
                </a:cubicBezTo>
                <a:cubicBezTo>
                  <a:pt x="518" y="82"/>
                  <a:pt x="512" y="40"/>
                  <a:pt x="503" y="0"/>
                </a:cubicBezTo>
                <a:cubicBezTo>
                  <a:pt x="0" y="125"/>
                  <a:pt x="0" y="125"/>
                  <a:pt x="0" y="125"/>
                </a:cubicBezTo>
                <a:lnTo>
                  <a:pt x="490" y="291"/>
                </a:lnTo>
                <a:close/>
              </a:path>
            </a:pathLst>
          </a:custGeom>
          <a:solidFill>
            <a:srgbClr val="0051B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33" name="Google Shape;1533;p40"/>
          <p:cNvSpPr/>
          <p:nvPr/>
        </p:nvSpPr>
        <p:spPr>
          <a:xfrm>
            <a:off x="5977570" y="2500135"/>
            <a:ext cx="987074" cy="863204"/>
          </a:xfrm>
          <a:custGeom>
            <a:rect b="b" l="l" r="r" t="t"/>
            <a:pathLst>
              <a:path extrusionOk="0" h="452" w="517">
                <a:moveTo>
                  <a:pt x="1" y="0"/>
                </a:moveTo>
                <a:cubicBezTo>
                  <a:pt x="0" y="7"/>
                  <a:pt x="0" y="14"/>
                  <a:pt x="0" y="22"/>
                </a:cubicBezTo>
                <a:cubicBezTo>
                  <a:pt x="0" y="201"/>
                  <a:pt x="92" y="360"/>
                  <a:pt x="231" y="452"/>
                </a:cubicBezTo>
                <a:cubicBezTo>
                  <a:pt x="517" y="22"/>
                  <a:pt x="517" y="22"/>
                  <a:pt x="517" y="22"/>
                </a:cubicBezTo>
                <a:lnTo>
                  <a:pt x="1" y="0"/>
                </a:lnTo>
                <a:close/>
              </a:path>
            </a:pathLst>
          </a:custGeom>
          <a:solidFill>
            <a:srgbClr val="1A8BF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34" name="Google Shape;1534;p40"/>
          <p:cNvSpPr/>
          <p:nvPr/>
        </p:nvSpPr>
        <p:spPr>
          <a:xfrm>
            <a:off x="6964645" y="2543085"/>
            <a:ext cx="935731" cy="973200"/>
          </a:xfrm>
          <a:custGeom>
            <a:rect b="b" l="l" r="r" t="t"/>
            <a:pathLst>
              <a:path extrusionOk="0" h="510" w="490">
                <a:moveTo>
                  <a:pt x="490" y="166"/>
                </a:moveTo>
                <a:cubicBezTo>
                  <a:pt x="0" y="0"/>
                  <a:pt x="0" y="0"/>
                  <a:pt x="0" y="0"/>
                </a:cubicBezTo>
                <a:cubicBezTo>
                  <a:pt x="87" y="510"/>
                  <a:pt x="87" y="510"/>
                  <a:pt x="87" y="510"/>
                </a:cubicBezTo>
                <a:cubicBezTo>
                  <a:pt x="276" y="478"/>
                  <a:pt x="430" y="344"/>
                  <a:pt x="490" y="166"/>
                </a:cubicBezTo>
                <a:close/>
              </a:path>
            </a:pathLst>
          </a:custGeom>
          <a:solidFill>
            <a:schemeClr val="accent4"/>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35" name="Google Shape;1535;p40"/>
          <p:cNvSpPr/>
          <p:nvPr/>
        </p:nvSpPr>
        <p:spPr>
          <a:xfrm>
            <a:off x="6418716" y="2543085"/>
            <a:ext cx="712537" cy="986819"/>
          </a:xfrm>
          <a:custGeom>
            <a:rect b="b" l="l" r="r" t="t"/>
            <a:pathLst>
              <a:path extrusionOk="0" h="517" w="373">
                <a:moveTo>
                  <a:pt x="0" y="430"/>
                </a:moveTo>
                <a:cubicBezTo>
                  <a:pt x="82" y="485"/>
                  <a:pt x="181" y="517"/>
                  <a:pt x="286" y="517"/>
                </a:cubicBezTo>
                <a:cubicBezTo>
                  <a:pt x="316" y="517"/>
                  <a:pt x="345" y="514"/>
                  <a:pt x="373" y="510"/>
                </a:cubicBezTo>
                <a:cubicBezTo>
                  <a:pt x="286" y="0"/>
                  <a:pt x="286" y="0"/>
                  <a:pt x="286" y="0"/>
                </a:cubicBezTo>
                <a:lnTo>
                  <a:pt x="0" y="430"/>
                </a:lnTo>
                <a:close/>
              </a:path>
            </a:pathLst>
          </a:custGeom>
          <a:solidFill>
            <a:schemeClr val="accent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nvGrpSpPr>
          <p:cNvPr id="1536" name="Google Shape;1536;p40"/>
          <p:cNvGrpSpPr/>
          <p:nvPr/>
        </p:nvGrpSpPr>
        <p:grpSpPr>
          <a:xfrm>
            <a:off x="7208057" y="2681472"/>
            <a:ext cx="927415" cy="1852265"/>
            <a:chOff x="9080605" y="4563697"/>
            <a:chExt cx="1465342" cy="2927557"/>
          </a:xfrm>
        </p:grpSpPr>
        <p:grpSp>
          <p:nvGrpSpPr>
            <p:cNvPr id="1537" name="Google Shape;1537;p40"/>
            <p:cNvGrpSpPr/>
            <p:nvPr/>
          </p:nvGrpSpPr>
          <p:grpSpPr>
            <a:xfrm>
              <a:off x="9406236" y="5172838"/>
              <a:ext cx="758128" cy="528586"/>
              <a:chOff x="9406236" y="5172838"/>
              <a:chExt cx="758128" cy="528586"/>
            </a:xfrm>
          </p:grpSpPr>
          <p:sp>
            <p:nvSpPr>
              <p:cNvPr id="1538" name="Google Shape;1538;p40"/>
              <p:cNvSpPr/>
              <p:nvPr/>
            </p:nvSpPr>
            <p:spPr>
              <a:xfrm>
                <a:off x="9406236" y="5172838"/>
                <a:ext cx="190792" cy="265857"/>
              </a:xfrm>
              <a:custGeom>
                <a:rect b="b" l="l" r="r" t="t"/>
                <a:pathLst>
                  <a:path extrusionOk="0" h="152" w="109">
                    <a:moveTo>
                      <a:pt x="109" y="124"/>
                    </a:moveTo>
                    <a:cubicBezTo>
                      <a:pt x="109" y="124"/>
                      <a:pt x="105" y="84"/>
                      <a:pt x="106" y="78"/>
                    </a:cubicBezTo>
                    <a:cubicBezTo>
                      <a:pt x="107" y="72"/>
                      <a:pt x="83" y="21"/>
                      <a:pt x="79" y="20"/>
                    </a:cubicBezTo>
                    <a:cubicBezTo>
                      <a:pt x="75" y="18"/>
                      <a:pt x="74" y="31"/>
                      <a:pt x="74" y="34"/>
                    </a:cubicBezTo>
                    <a:cubicBezTo>
                      <a:pt x="73" y="38"/>
                      <a:pt x="82" y="58"/>
                      <a:pt x="82" y="58"/>
                    </a:cubicBezTo>
                    <a:cubicBezTo>
                      <a:pt x="81" y="71"/>
                      <a:pt x="81" y="71"/>
                      <a:pt x="81" y="71"/>
                    </a:cubicBezTo>
                    <a:cubicBezTo>
                      <a:pt x="60" y="54"/>
                      <a:pt x="60" y="54"/>
                      <a:pt x="60" y="54"/>
                    </a:cubicBezTo>
                    <a:cubicBezTo>
                      <a:pt x="60" y="54"/>
                      <a:pt x="45" y="30"/>
                      <a:pt x="43" y="27"/>
                    </a:cubicBezTo>
                    <a:cubicBezTo>
                      <a:pt x="41" y="24"/>
                      <a:pt x="22" y="6"/>
                      <a:pt x="18" y="5"/>
                    </a:cubicBezTo>
                    <a:cubicBezTo>
                      <a:pt x="14" y="4"/>
                      <a:pt x="6" y="0"/>
                      <a:pt x="3" y="3"/>
                    </a:cubicBezTo>
                    <a:cubicBezTo>
                      <a:pt x="0" y="6"/>
                      <a:pt x="26" y="70"/>
                      <a:pt x="27" y="74"/>
                    </a:cubicBezTo>
                    <a:cubicBezTo>
                      <a:pt x="27" y="77"/>
                      <a:pt x="57" y="124"/>
                      <a:pt x="61" y="130"/>
                    </a:cubicBezTo>
                    <a:cubicBezTo>
                      <a:pt x="65" y="136"/>
                      <a:pt x="83" y="152"/>
                      <a:pt x="83" y="152"/>
                    </a:cubicBezTo>
                    <a:lnTo>
                      <a:pt x="109" y="124"/>
                    </a:lnTo>
                    <a:close/>
                  </a:path>
                </a:pathLst>
              </a:custGeom>
              <a:solidFill>
                <a:srgbClr val="F8CF9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39" name="Google Shape;1539;p40"/>
              <p:cNvSpPr/>
              <p:nvPr/>
            </p:nvSpPr>
            <p:spPr>
              <a:xfrm>
                <a:off x="9526307" y="5188477"/>
                <a:ext cx="638057" cy="512947"/>
              </a:xfrm>
              <a:custGeom>
                <a:rect b="b" l="l" r="r" t="t"/>
                <a:pathLst>
                  <a:path extrusionOk="0" h="293" w="364">
                    <a:moveTo>
                      <a:pt x="359" y="42"/>
                    </a:moveTo>
                    <a:cubicBezTo>
                      <a:pt x="311" y="0"/>
                      <a:pt x="311" y="0"/>
                      <a:pt x="311" y="0"/>
                    </a:cubicBezTo>
                    <a:cubicBezTo>
                      <a:pt x="255" y="60"/>
                      <a:pt x="191" y="208"/>
                      <a:pt x="178" y="193"/>
                    </a:cubicBezTo>
                    <a:cubicBezTo>
                      <a:pt x="46" y="109"/>
                      <a:pt x="46" y="109"/>
                      <a:pt x="46" y="109"/>
                    </a:cubicBezTo>
                    <a:cubicBezTo>
                      <a:pt x="0" y="144"/>
                      <a:pt x="0" y="144"/>
                      <a:pt x="0" y="144"/>
                    </a:cubicBezTo>
                    <a:cubicBezTo>
                      <a:pt x="0" y="144"/>
                      <a:pt x="149" y="287"/>
                      <a:pt x="192" y="290"/>
                    </a:cubicBezTo>
                    <a:cubicBezTo>
                      <a:pt x="236" y="293"/>
                      <a:pt x="364" y="119"/>
                      <a:pt x="364" y="119"/>
                    </a:cubicBezTo>
                    <a:lnTo>
                      <a:pt x="359" y="42"/>
                    </a:lnTo>
                    <a:close/>
                  </a:path>
                </a:pathLst>
              </a:custGeom>
              <a:solidFill>
                <a:srgbClr val="0051B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540" name="Google Shape;1540;p40"/>
            <p:cNvSpPr/>
            <p:nvPr/>
          </p:nvSpPr>
          <p:spPr>
            <a:xfrm>
              <a:off x="9160352" y="5042241"/>
              <a:ext cx="657616" cy="544882"/>
            </a:xfrm>
            <a:custGeom>
              <a:rect b="b" l="l" r="r" t="t"/>
              <a:pathLst>
                <a:path extrusionOk="0" h="544882" w="657616">
                  <a:moveTo>
                    <a:pt x="0" y="181627"/>
                  </a:moveTo>
                  <a:lnTo>
                    <a:pt x="269310" y="0"/>
                  </a:lnTo>
                  <a:lnTo>
                    <a:pt x="657616" y="313151"/>
                  </a:lnTo>
                  <a:lnTo>
                    <a:pt x="469726" y="544882"/>
                  </a:lnTo>
                  <a:lnTo>
                    <a:pt x="0" y="181627"/>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541" name="Google Shape;1541;p40"/>
            <p:cNvGrpSpPr/>
            <p:nvPr/>
          </p:nvGrpSpPr>
          <p:grpSpPr>
            <a:xfrm>
              <a:off x="9080605" y="4563697"/>
              <a:ext cx="1465342" cy="2927557"/>
              <a:chOff x="9080605" y="4563697"/>
              <a:chExt cx="1465342" cy="2927557"/>
            </a:xfrm>
          </p:grpSpPr>
          <p:sp>
            <p:nvSpPr>
              <p:cNvPr id="1542" name="Google Shape;1542;p40"/>
              <p:cNvSpPr/>
              <p:nvPr/>
            </p:nvSpPr>
            <p:spPr>
              <a:xfrm>
                <a:off x="9976700" y="5168913"/>
                <a:ext cx="195483" cy="139184"/>
              </a:xfrm>
              <a:custGeom>
                <a:rect b="b" l="l" r="r" t="t"/>
                <a:pathLst>
                  <a:path extrusionOk="0" h="89" w="125">
                    <a:moveTo>
                      <a:pt x="125" y="0"/>
                    </a:moveTo>
                    <a:lnTo>
                      <a:pt x="22" y="46"/>
                    </a:lnTo>
                    <a:lnTo>
                      <a:pt x="0" y="89"/>
                    </a:lnTo>
                    <a:lnTo>
                      <a:pt x="57" y="58"/>
                    </a:lnTo>
                    <a:lnTo>
                      <a:pt x="125" y="0"/>
                    </a:lnTo>
                    <a:close/>
                  </a:path>
                </a:pathLst>
              </a:custGeom>
              <a:solidFill>
                <a:srgbClr val="C49D5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43" name="Google Shape;1543;p40"/>
              <p:cNvSpPr/>
              <p:nvPr/>
            </p:nvSpPr>
            <p:spPr>
              <a:xfrm>
                <a:off x="10026743" y="7303590"/>
                <a:ext cx="96959" cy="145440"/>
              </a:xfrm>
              <a:custGeom>
                <a:rect b="b" l="l" r="r" t="t"/>
                <a:pathLst>
                  <a:path extrusionOk="0" h="93" w="62">
                    <a:moveTo>
                      <a:pt x="0" y="0"/>
                    </a:moveTo>
                    <a:lnTo>
                      <a:pt x="0" y="93"/>
                    </a:lnTo>
                    <a:lnTo>
                      <a:pt x="55" y="93"/>
                    </a:lnTo>
                    <a:lnTo>
                      <a:pt x="62" y="0"/>
                    </a:lnTo>
                    <a:lnTo>
                      <a:pt x="0" y="0"/>
                    </a:lnTo>
                    <a:close/>
                  </a:path>
                </a:pathLst>
              </a:custGeom>
              <a:solidFill>
                <a:srgbClr val="66666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44" name="Google Shape;1544;p40"/>
              <p:cNvSpPr/>
              <p:nvPr/>
            </p:nvSpPr>
            <p:spPr>
              <a:xfrm>
                <a:off x="10391125" y="7303590"/>
                <a:ext cx="114162" cy="145440"/>
              </a:xfrm>
              <a:custGeom>
                <a:rect b="b" l="l" r="r" t="t"/>
                <a:pathLst>
                  <a:path extrusionOk="0" h="93" w="73">
                    <a:moveTo>
                      <a:pt x="0" y="0"/>
                    </a:moveTo>
                    <a:lnTo>
                      <a:pt x="18" y="93"/>
                    </a:lnTo>
                    <a:lnTo>
                      <a:pt x="73" y="93"/>
                    </a:lnTo>
                    <a:lnTo>
                      <a:pt x="62" y="0"/>
                    </a:lnTo>
                    <a:lnTo>
                      <a:pt x="0" y="0"/>
                    </a:lnTo>
                    <a:close/>
                  </a:path>
                </a:pathLst>
              </a:custGeom>
              <a:solidFill>
                <a:srgbClr val="66666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45" name="Google Shape;1545;p40"/>
              <p:cNvSpPr/>
              <p:nvPr/>
            </p:nvSpPr>
            <p:spPr>
              <a:xfrm>
                <a:off x="9992338" y="5896110"/>
                <a:ext cx="467596" cy="1495055"/>
              </a:xfrm>
              <a:custGeom>
                <a:rect b="b" l="l" r="r" t="t"/>
                <a:pathLst>
                  <a:path extrusionOk="0" h="854" w="267">
                    <a:moveTo>
                      <a:pt x="267" y="61"/>
                    </a:moveTo>
                    <a:cubicBezTo>
                      <a:pt x="255" y="40"/>
                      <a:pt x="243" y="20"/>
                      <a:pt x="231" y="0"/>
                    </a:cubicBezTo>
                    <a:cubicBezTo>
                      <a:pt x="170" y="21"/>
                      <a:pt x="118" y="31"/>
                      <a:pt x="57" y="52"/>
                    </a:cubicBezTo>
                    <a:cubicBezTo>
                      <a:pt x="34" y="146"/>
                      <a:pt x="15" y="330"/>
                      <a:pt x="0" y="510"/>
                    </a:cubicBezTo>
                    <a:cubicBezTo>
                      <a:pt x="5" y="615"/>
                      <a:pt x="4" y="680"/>
                      <a:pt x="14" y="854"/>
                    </a:cubicBezTo>
                    <a:cubicBezTo>
                      <a:pt x="79" y="854"/>
                      <a:pt x="79" y="854"/>
                      <a:pt x="79" y="854"/>
                    </a:cubicBezTo>
                    <a:cubicBezTo>
                      <a:pt x="98" y="669"/>
                      <a:pt x="98" y="630"/>
                      <a:pt x="111" y="513"/>
                    </a:cubicBezTo>
                    <a:cubicBezTo>
                      <a:pt x="179" y="330"/>
                      <a:pt x="247" y="159"/>
                      <a:pt x="267" y="61"/>
                    </a:cubicBezTo>
                    <a:close/>
                  </a:path>
                </a:pathLst>
              </a:custGeom>
              <a:solidFill>
                <a:srgbClr val="26262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46" name="Google Shape;1546;p40"/>
              <p:cNvSpPr/>
              <p:nvPr/>
            </p:nvSpPr>
            <p:spPr>
              <a:xfrm>
                <a:off x="10134651" y="5836684"/>
                <a:ext cx="381583" cy="1554484"/>
              </a:xfrm>
              <a:custGeom>
                <a:rect b="b" l="l" r="r" t="t"/>
                <a:pathLst>
                  <a:path extrusionOk="0" h="888" w="218">
                    <a:moveTo>
                      <a:pt x="167" y="502"/>
                    </a:moveTo>
                    <a:cubicBezTo>
                      <a:pt x="179" y="372"/>
                      <a:pt x="197" y="189"/>
                      <a:pt x="199" y="140"/>
                    </a:cubicBezTo>
                    <a:cubicBezTo>
                      <a:pt x="201" y="69"/>
                      <a:pt x="162" y="0"/>
                      <a:pt x="162" y="0"/>
                    </a:cubicBezTo>
                    <a:cubicBezTo>
                      <a:pt x="162" y="0"/>
                      <a:pt x="2" y="49"/>
                      <a:pt x="1" y="96"/>
                    </a:cubicBezTo>
                    <a:cubicBezTo>
                      <a:pt x="0" y="143"/>
                      <a:pt x="35" y="438"/>
                      <a:pt x="53" y="530"/>
                    </a:cubicBezTo>
                    <a:cubicBezTo>
                      <a:pt x="152" y="888"/>
                      <a:pt x="152" y="888"/>
                      <a:pt x="152" y="888"/>
                    </a:cubicBezTo>
                    <a:cubicBezTo>
                      <a:pt x="218" y="888"/>
                      <a:pt x="218" y="888"/>
                      <a:pt x="218" y="888"/>
                    </a:cubicBezTo>
                    <a:lnTo>
                      <a:pt x="167" y="502"/>
                    </a:lnTo>
                    <a:close/>
                  </a:path>
                </a:pathLst>
              </a:custGeom>
              <a:solidFill>
                <a:srgbClr val="35353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47" name="Google Shape;1547;p40"/>
              <p:cNvSpPr/>
              <p:nvPr/>
            </p:nvSpPr>
            <p:spPr>
              <a:xfrm>
                <a:off x="9873484" y="7409933"/>
                <a:ext cx="261165" cy="81321"/>
              </a:xfrm>
              <a:custGeom>
                <a:rect b="b" l="l" r="r" t="t"/>
                <a:pathLst>
                  <a:path extrusionOk="0" h="46" w="149">
                    <a:moveTo>
                      <a:pt x="65" y="21"/>
                    </a:moveTo>
                    <a:cubicBezTo>
                      <a:pt x="54" y="28"/>
                      <a:pt x="14" y="35"/>
                      <a:pt x="7" y="36"/>
                    </a:cubicBezTo>
                    <a:cubicBezTo>
                      <a:pt x="0" y="37"/>
                      <a:pt x="2" y="45"/>
                      <a:pt x="2" y="45"/>
                    </a:cubicBezTo>
                    <a:cubicBezTo>
                      <a:pt x="2" y="45"/>
                      <a:pt x="75" y="46"/>
                      <a:pt x="83" y="45"/>
                    </a:cubicBezTo>
                    <a:cubicBezTo>
                      <a:pt x="90" y="45"/>
                      <a:pt x="106" y="41"/>
                      <a:pt x="106" y="41"/>
                    </a:cubicBezTo>
                    <a:cubicBezTo>
                      <a:pt x="111" y="45"/>
                      <a:pt x="111" y="45"/>
                      <a:pt x="111" y="45"/>
                    </a:cubicBezTo>
                    <a:cubicBezTo>
                      <a:pt x="149" y="45"/>
                      <a:pt x="149" y="45"/>
                      <a:pt x="149" y="45"/>
                    </a:cubicBezTo>
                    <a:cubicBezTo>
                      <a:pt x="147" y="0"/>
                      <a:pt x="147" y="0"/>
                      <a:pt x="147" y="0"/>
                    </a:cubicBezTo>
                    <a:cubicBezTo>
                      <a:pt x="82" y="0"/>
                      <a:pt x="82" y="0"/>
                      <a:pt x="82" y="0"/>
                    </a:cubicBezTo>
                    <a:cubicBezTo>
                      <a:pt x="80" y="4"/>
                      <a:pt x="73" y="15"/>
                      <a:pt x="65" y="21"/>
                    </a:cubicBezTo>
                    <a:close/>
                  </a:path>
                </a:pathLst>
              </a:custGeom>
              <a:solidFill>
                <a:srgbClr val="26262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48" name="Google Shape;1548;p40"/>
              <p:cNvSpPr/>
              <p:nvPr/>
            </p:nvSpPr>
            <p:spPr>
              <a:xfrm>
                <a:off x="10258195" y="7409933"/>
                <a:ext cx="261165" cy="79758"/>
              </a:xfrm>
              <a:custGeom>
                <a:rect b="b" l="l" r="r" t="t"/>
                <a:pathLst>
                  <a:path extrusionOk="0" h="45" w="149">
                    <a:moveTo>
                      <a:pt x="82" y="0"/>
                    </a:moveTo>
                    <a:cubicBezTo>
                      <a:pt x="80" y="5"/>
                      <a:pt x="74" y="15"/>
                      <a:pt x="65" y="20"/>
                    </a:cubicBezTo>
                    <a:cubicBezTo>
                      <a:pt x="55" y="27"/>
                      <a:pt x="14" y="34"/>
                      <a:pt x="7" y="35"/>
                    </a:cubicBezTo>
                    <a:cubicBezTo>
                      <a:pt x="0" y="36"/>
                      <a:pt x="3" y="44"/>
                      <a:pt x="3" y="44"/>
                    </a:cubicBezTo>
                    <a:cubicBezTo>
                      <a:pt x="3" y="44"/>
                      <a:pt x="76" y="45"/>
                      <a:pt x="83" y="45"/>
                    </a:cubicBezTo>
                    <a:cubicBezTo>
                      <a:pt x="91" y="44"/>
                      <a:pt x="106" y="40"/>
                      <a:pt x="106" y="40"/>
                    </a:cubicBezTo>
                    <a:cubicBezTo>
                      <a:pt x="111" y="45"/>
                      <a:pt x="111" y="45"/>
                      <a:pt x="111" y="45"/>
                    </a:cubicBezTo>
                    <a:cubicBezTo>
                      <a:pt x="149" y="45"/>
                      <a:pt x="149" y="45"/>
                      <a:pt x="149" y="45"/>
                    </a:cubicBezTo>
                    <a:cubicBezTo>
                      <a:pt x="147" y="0"/>
                      <a:pt x="147" y="0"/>
                      <a:pt x="147" y="0"/>
                    </a:cubicBezTo>
                    <a:lnTo>
                      <a:pt x="82" y="0"/>
                    </a:lnTo>
                    <a:close/>
                  </a:path>
                </a:pathLst>
              </a:custGeom>
              <a:solidFill>
                <a:srgbClr val="26262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49" name="Google Shape;1549;p40"/>
              <p:cNvSpPr/>
              <p:nvPr/>
            </p:nvSpPr>
            <p:spPr>
              <a:xfrm>
                <a:off x="10014233" y="4946845"/>
                <a:ext cx="267420" cy="334667"/>
              </a:xfrm>
              <a:custGeom>
                <a:rect b="b" l="l" r="r" t="t"/>
                <a:pathLst>
                  <a:path extrusionOk="0" h="191" w="152">
                    <a:moveTo>
                      <a:pt x="152" y="0"/>
                    </a:moveTo>
                    <a:cubicBezTo>
                      <a:pt x="134" y="50"/>
                      <a:pt x="109" y="75"/>
                      <a:pt x="130" y="148"/>
                    </a:cubicBezTo>
                    <a:cubicBezTo>
                      <a:pt x="74" y="152"/>
                      <a:pt x="56" y="187"/>
                      <a:pt x="0" y="191"/>
                    </a:cubicBezTo>
                    <a:cubicBezTo>
                      <a:pt x="0" y="191"/>
                      <a:pt x="26" y="163"/>
                      <a:pt x="37" y="120"/>
                    </a:cubicBezTo>
                    <a:cubicBezTo>
                      <a:pt x="37" y="66"/>
                      <a:pt x="24" y="45"/>
                      <a:pt x="24" y="45"/>
                    </a:cubicBezTo>
                    <a:cubicBezTo>
                      <a:pt x="53" y="28"/>
                      <a:pt x="122" y="17"/>
                      <a:pt x="152" y="0"/>
                    </a:cubicBezTo>
                    <a:close/>
                  </a:path>
                </a:pathLst>
              </a:custGeom>
              <a:solidFill>
                <a:srgbClr val="F7C47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0" name="Google Shape;1550;p40"/>
              <p:cNvSpPr/>
              <p:nvPr/>
            </p:nvSpPr>
            <p:spPr>
              <a:xfrm>
                <a:off x="9959498" y="5098539"/>
                <a:ext cx="586449" cy="1074376"/>
              </a:xfrm>
              <a:custGeom>
                <a:rect b="b" l="l" r="r" t="t"/>
                <a:pathLst>
                  <a:path extrusionOk="0" h="614" w="335">
                    <a:moveTo>
                      <a:pt x="219" y="80"/>
                    </a:moveTo>
                    <a:cubicBezTo>
                      <a:pt x="249" y="179"/>
                      <a:pt x="278" y="272"/>
                      <a:pt x="318" y="510"/>
                    </a:cubicBezTo>
                    <a:cubicBezTo>
                      <a:pt x="335" y="614"/>
                      <a:pt x="58" y="602"/>
                      <a:pt x="45" y="563"/>
                    </a:cubicBezTo>
                    <a:cubicBezTo>
                      <a:pt x="10" y="340"/>
                      <a:pt x="0" y="307"/>
                      <a:pt x="36" y="85"/>
                    </a:cubicBezTo>
                    <a:cubicBezTo>
                      <a:pt x="51" y="70"/>
                      <a:pt x="202" y="0"/>
                      <a:pt x="219" y="80"/>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1" name="Google Shape;1551;p40"/>
              <p:cNvSpPr/>
              <p:nvPr/>
            </p:nvSpPr>
            <p:spPr>
              <a:xfrm>
                <a:off x="9976700" y="5278384"/>
                <a:ext cx="115726" cy="628674"/>
              </a:xfrm>
              <a:custGeom>
                <a:rect b="b" l="l" r="r" t="t"/>
                <a:pathLst>
                  <a:path extrusionOk="0" h="359" w="66">
                    <a:moveTo>
                      <a:pt x="28" y="3"/>
                    </a:moveTo>
                    <a:cubicBezTo>
                      <a:pt x="12" y="34"/>
                      <a:pt x="0" y="93"/>
                      <a:pt x="19" y="311"/>
                    </a:cubicBezTo>
                    <a:cubicBezTo>
                      <a:pt x="48" y="359"/>
                      <a:pt x="48" y="359"/>
                      <a:pt x="48" y="359"/>
                    </a:cubicBezTo>
                    <a:cubicBezTo>
                      <a:pt x="66" y="298"/>
                      <a:pt x="66" y="298"/>
                      <a:pt x="66" y="298"/>
                    </a:cubicBezTo>
                    <a:cubicBezTo>
                      <a:pt x="39" y="123"/>
                      <a:pt x="22" y="99"/>
                      <a:pt x="53" y="0"/>
                    </a:cubicBezTo>
                    <a:lnTo>
                      <a:pt x="28" y="3"/>
                    </a:lnTo>
                    <a:close/>
                  </a:path>
                </a:pathLst>
              </a:custGeom>
              <a:solidFill>
                <a:srgbClr val="A5A5A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2" name="Google Shape;1552;p40"/>
              <p:cNvSpPr/>
              <p:nvPr/>
            </p:nvSpPr>
            <p:spPr>
              <a:xfrm>
                <a:off x="10020488" y="5234595"/>
                <a:ext cx="70373" cy="67247"/>
              </a:xfrm>
              <a:custGeom>
                <a:rect b="b" l="l" r="r" t="t"/>
                <a:pathLst>
                  <a:path extrusionOk="0" h="38" w="40">
                    <a:moveTo>
                      <a:pt x="40" y="17"/>
                    </a:moveTo>
                    <a:cubicBezTo>
                      <a:pt x="21" y="38"/>
                      <a:pt x="21" y="38"/>
                      <a:pt x="21" y="38"/>
                    </a:cubicBezTo>
                    <a:cubicBezTo>
                      <a:pt x="0" y="35"/>
                      <a:pt x="0" y="35"/>
                      <a:pt x="0" y="35"/>
                    </a:cubicBezTo>
                    <a:cubicBezTo>
                      <a:pt x="0" y="35"/>
                      <a:pt x="0" y="16"/>
                      <a:pt x="1" y="14"/>
                    </a:cubicBezTo>
                    <a:cubicBezTo>
                      <a:pt x="2" y="12"/>
                      <a:pt x="22" y="0"/>
                      <a:pt x="22" y="0"/>
                    </a:cubicBezTo>
                    <a:lnTo>
                      <a:pt x="40" y="17"/>
                    </a:lnTo>
                    <a:close/>
                  </a:path>
                </a:pathLst>
              </a:custGeom>
              <a:solidFill>
                <a:srgbClr val="1C1C1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3" name="Google Shape;1553;p40"/>
              <p:cNvSpPr/>
              <p:nvPr/>
            </p:nvSpPr>
            <p:spPr>
              <a:xfrm>
                <a:off x="10065840" y="5125751"/>
                <a:ext cx="215813" cy="147003"/>
              </a:xfrm>
              <a:custGeom>
                <a:rect b="b" l="l" r="r" t="t"/>
                <a:pathLst>
                  <a:path extrusionOk="0" h="94" w="138">
                    <a:moveTo>
                      <a:pt x="106" y="0"/>
                    </a:moveTo>
                    <a:lnTo>
                      <a:pt x="138" y="32"/>
                    </a:lnTo>
                    <a:lnTo>
                      <a:pt x="49" y="77"/>
                    </a:lnTo>
                    <a:lnTo>
                      <a:pt x="16" y="94"/>
                    </a:lnTo>
                    <a:lnTo>
                      <a:pt x="0" y="66"/>
                    </a:lnTo>
                    <a:lnTo>
                      <a:pt x="106" y="0"/>
                    </a:lnTo>
                    <a:close/>
                  </a:path>
                </a:pathLst>
              </a:custGeom>
              <a:solidFill>
                <a:srgbClr val="0051B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4" name="Google Shape;1554;p40"/>
              <p:cNvSpPr/>
              <p:nvPr/>
            </p:nvSpPr>
            <p:spPr>
              <a:xfrm>
                <a:off x="9901634" y="4598102"/>
                <a:ext cx="430063" cy="588014"/>
              </a:xfrm>
              <a:custGeom>
                <a:rect b="b" l="l" r="r" t="t"/>
                <a:pathLst>
                  <a:path extrusionOk="0" h="336" w="246">
                    <a:moveTo>
                      <a:pt x="16" y="169"/>
                    </a:moveTo>
                    <a:cubicBezTo>
                      <a:pt x="18" y="175"/>
                      <a:pt x="24" y="191"/>
                      <a:pt x="24" y="191"/>
                    </a:cubicBezTo>
                    <a:cubicBezTo>
                      <a:pt x="7" y="227"/>
                      <a:pt x="4" y="233"/>
                      <a:pt x="2" y="241"/>
                    </a:cubicBezTo>
                    <a:cubicBezTo>
                      <a:pt x="0" y="253"/>
                      <a:pt x="14" y="250"/>
                      <a:pt x="19" y="255"/>
                    </a:cubicBezTo>
                    <a:cubicBezTo>
                      <a:pt x="24" y="259"/>
                      <a:pt x="21" y="298"/>
                      <a:pt x="37" y="317"/>
                    </a:cubicBezTo>
                    <a:cubicBezTo>
                      <a:pt x="52" y="336"/>
                      <a:pt x="120" y="329"/>
                      <a:pt x="154" y="314"/>
                    </a:cubicBezTo>
                    <a:cubicBezTo>
                      <a:pt x="191" y="299"/>
                      <a:pt x="194" y="266"/>
                      <a:pt x="194" y="266"/>
                    </a:cubicBezTo>
                    <a:cubicBezTo>
                      <a:pt x="246" y="116"/>
                      <a:pt x="171" y="0"/>
                      <a:pt x="49" y="65"/>
                    </a:cubicBezTo>
                    <a:cubicBezTo>
                      <a:pt x="29" y="76"/>
                      <a:pt x="19" y="148"/>
                      <a:pt x="16" y="169"/>
                    </a:cubicBezTo>
                    <a:close/>
                  </a:path>
                </a:pathLst>
              </a:custGeom>
              <a:solidFill>
                <a:srgbClr val="F8CF9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5" name="Google Shape;1555;p40"/>
              <p:cNvSpPr/>
              <p:nvPr/>
            </p:nvSpPr>
            <p:spPr>
              <a:xfrm>
                <a:off x="9915709" y="4563697"/>
                <a:ext cx="419116" cy="559863"/>
              </a:xfrm>
              <a:custGeom>
                <a:rect b="b" l="l" r="r" t="t"/>
                <a:pathLst>
                  <a:path extrusionOk="0" h="320" w="240">
                    <a:moveTo>
                      <a:pt x="6" y="67"/>
                    </a:moveTo>
                    <a:cubicBezTo>
                      <a:pt x="6" y="67"/>
                      <a:pt x="0" y="129"/>
                      <a:pt x="21" y="133"/>
                    </a:cubicBezTo>
                    <a:cubicBezTo>
                      <a:pt x="21" y="133"/>
                      <a:pt x="62" y="113"/>
                      <a:pt x="73" y="122"/>
                    </a:cubicBezTo>
                    <a:cubicBezTo>
                      <a:pt x="84" y="132"/>
                      <a:pt x="69" y="147"/>
                      <a:pt x="110" y="176"/>
                    </a:cubicBezTo>
                    <a:cubicBezTo>
                      <a:pt x="110" y="176"/>
                      <a:pt x="111" y="221"/>
                      <a:pt x="114" y="225"/>
                    </a:cubicBezTo>
                    <a:cubicBezTo>
                      <a:pt x="126" y="225"/>
                      <a:pt x="126" y="225"/>
                      <a:pt x="126" y="225"/>
                    </a:cubicBezTo>
                    <a:cubicBezTo>
                      <a:pt x="126" y="225"/>
                      <a:pt x="115" y="177"/>
                      <a:pt x="144" y="175"/>
                    </a:cubicBezTo>
                    <a:cubicBezTo>
                      <a:pt x="177" y="174"/>
                      <a:pt x="166" y="215"/>
                      <a:pt x="163" y="227"/>
                    </a:cubicBezTo>
                    <a:cubicBezTo>
                      <a:pt x="162" y="232"/>
                      <a:pt x="156" y="315"/>
                      <a:pt x="179" y="320"/>
                    </a:cubicBezTo>
                    <a:cubicBezTo>
                      <a:pt x="179" y="320"/>
                      <a:pt x="231" y="210"/>
                      <a:pt x="235" y="153"/>
                    </a:cubicBezTo>
                    <a:cubicBezTo>
                      <a:pt x="240" y="95"/>
                      <a:pt x="202" y="64"/>
                      <a:pt x="180" y="64"/>
                    </a:cubicBezTo>
                    <a:cubicBezTo>
                      <a:pt x="180" y="64"/>
                      <a:pt x="121" y="0"/>
                      <a:pt x="6" y="67"/>
                    </a:cubicBezTo>
                    <a:close/>
                  </a:path>
                </a:pathLst>
              </a:custGeom>
              <a:solidFill>
                <a:srgbClr val="3F3F3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6" name="Google Shape;1556;p40"/>
              <p:cNvSpPr/>
              <p:nvPr/>
            </p:nvSpPr>
            <p:spPr>
              <a:xfrm>
                <a:off x="10140906" y="4881163"/>
                <a:ext cx="54735" cy="70374"/>
              </a:xfrm>
              <a:custGeom>
                <a:rect b="b" l="l" r="r" t="t"/>
                <a:pathLst>
                  <a:path extrusionOk="0" h="40" w="31">
                    <a:moveTo>
                      <a:pt x="2" y="28"/>
                    </a:moveTo>
                    <a:cubicBezTo>
                      <a:pt x="0" y="16"/>
                      <a:pt x="4" y="1"/>
                      <a:pt x="18" y="0"/>
                    </a:cubicBezTo>
                    <a:cubicBezTo>
                      <a:pt x="26" y="0"/>
                      <a:pt x="30" y="8"/>
                      <a:pt x="30" y="14"/>
                    </a:cubicBezTo>
                    <a:cubicBezTo>
                      <a:pt x="31" y="22"/>
                      <a:pt x="28" y="27"/>
                      <a:pt x="20" y="29"/>
                    </a:cubicBezTo>
                    <a:cubicBezTo>
                      <a:pt x="13" y="32"/>
                      <a:pt x="8" y="34"/>
                      <a:pt x="2" y="40"/>
                    </a:cubicBezTo>
                    <a:cubicBezTo>
                      <a:pt x="1" y="37"/>
                      <a:pt x="2" y="32"/>
                      <a:pt x="2" y="29"/>
                    </a:cubicBezTo>
                  </a:path>
                </a:pathLst>
              </a:custGeom>
              <a:solidFill>
                <a:srgbClr val="DEB374"/>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7" name="Google Shape;1557;p40"/>
              <p:cNvSpPr/>
              <p:nvPr/>
            </p:nvSpPr>
            <p:spPr>
              <a:xfrm>
                <a:off x="9080605" y="4804533"/>
                <a:ext cx="262729" cy="222069"/>
              </a:xfrm>
              <a:custGeom>
                <a:rect b="b" l="l" r="r" t="t"/>
                <a:pathLst>
                  <a:path extrusionOk="0" h="127" w="150">
                    <a:moveTo>
                      <a:pt x="150" y="98"/>
                    </a:moveTo>
                    <a:cubicBezTo>
                      <a:pt x="134" y="63"/>
                      <a:pt x="134" y="63"/>
                      <a:pt x="134" y="63"/>
                    </a:cubicBezTo>
                    <a:cubicBezTo>
                      <a:pt x="105" y="10"/>
                      <a:pt x="105" y="10"/>
                      <a:pt x="105" y="10"/>
                    </a:cubicBezTo>
                    <a:cubicBezTo>
                      <a:pt x="105" y="10"/>
                      <a:pt x="102" y="8"/>
                      <a:pt x="99" y="13"/>
                    </a:cubicBezTo>
                    <a:cubicBezTo>
                      <a:pt x="95" y="18"/>
                      <a:pt x="106" y="50"/>
                      <a:pt x="105" y="50"/>
                    </a:cubicBezTo>
                    <a:cubicBezTo>
                      <a:pt x="103" y="51"/>
                      <a:pt x="67" y="27"/>
                      <a:pt x="59" y="21"/>
                    </a:cubicBezTo>
                    <a:cubicBezTo>
                      <a:pt x="52" y="16"/>
                      <a:pt x="30" y="0"/>
                      <a:pt x="27" y="0"/>
                    </a:cubicBezTo>
                    <a:cubicBezTo>
                      <a:pt x="25" y="0"/>
                      <a:pt x="20" y="9"/>
                      <a:pt x="20" y="9"/>
                    </a:cubicBezTo>
                    <a:cubicBezTo>
                      <a:pt x="20" y="9"/>
                      <a:pt x="16" y="4"/>
                      <a:pt x="11" y="6"/>
                    </a:cubicBezTo>
                    <a:cubicBezTo>
                      <a:pt x="5" y="7"/>
                      <a:pt x="0" y="15"/>
                      <a:pt x="2" y="17"/>
                    </a:cubicBezTo>
                    <a:cubicBezTo>
                      <a:pt x="4" y="19"/>
                      <a:pt x="10" y="29"/>
                      <a:pt x="10" y="29"/>
                    </a:cubicBezTo>
                    <a:cubicBezTo>
                      <a:pt x="10" y="29"/>
                      <a:pt x="6" y="32"/>
                      <a:pt x="6" y="35"/>
                    </a:cubicBezTo>
                    <a:cubicBezTo>
                      <a:pt x="5" y="37"/>
                      <a:pt x="13" y="48"/>
                      <a:pt x="13" y="48"/>
                    </a:cubicBezTo>
                    <a:cubicBezTo>
                      <a:pt x="13" y="48"/>
                      <a:pt x="11" y="50"/>
                      <a:pt x="12" y="55"/>
                    </a:cubicBezTo>
                    <a:cubicBezTo>
                      <a:pt x="12" y="60"/>
                      <a:pt x="46" y="80"/>
                      <a:pt x="47" y="84"/>
                    </a:cubicBezTo>
                    <a:cubicBezTo>
                      <a:pt x="49" y="89"/>
                      <a:pt x="78" y="114"/>
                      <a:pt x="86" y="116"/>
                    </a:cubicBezTo>
                    <a:cubicBezTo>
                      <a:pt x="93" y="119"/>
                      <a:pt x="123" y="127"/>
                      <a:pt x="123" y="127"/>
                    </a:cubicBezTo>
                    <a:lnTo>
                      <a:pt x="150" y="98"/>
                    </a:lnTo>
                    <a:close/>
                  </a:path>
                </a:pathLst>
              </a:custGeom>
              <a:solidFill>
                <a:srgbClr val="F8CF9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58" name="Google Shape;1558;p40"/>
              <p:cNvSpPr/>
              <p:nvPr/>
            </p:nvSpPr>
            <p:spPr>
              <a:xfrm>
                <a:off x="9276088" y="4953100"/>
                <a:ext cx="1060302" cy="458213"/>
              </a:xfrm>
              <a:custGeom>
                <a:rect b="b" l="l" r="r" t="t"/>
                <a:pathLst>
                  <a:path extrusionOk="0" h="262" w="606">
                    <a:moveTo>
                      <a:pt x="598" y="219"/>
                    </a:moveTo>
                    <a:cubicBezTo>
                      <a:pt x="606" y="200"/>
                      <a:pt x="595" y="163"/>
                      <a:pt x="571" y="150"/>
                    </a:cubicBezTo>
                    <a:cubicBezTo>
                      <a:pt x="548" y="137"/>
                      <a:pt x="245" y="147"/>
                      <a:pt x="245" y="147"/>
                    </a:cubicBezTo>
                    <a:cubicBezTo>
                      <a:pt x="45" y="0"/>
                      <a:pt x="45" y="0"/>
                      <a:pt x="45" y="0"/>
                    </a:cubicBezTo>
                    <a:cubicBezTo>
                      <a:pt x="0" y="44"/>
                      <a:pt x="0" y="44"/>
                      <a:pt x="0" y="44"/>
                    </a:cubicBezTo>
                    <a:cubicBezTo>
                      <a:pt x="220" y="232"/>
                      <a:pt x="220" y="232"/>
                      <a:pt x="220" y="232"/>
                    </a:cubicBezTo>
                    <a:cubicBezTo>
                      <a:pt x="220" y="232"/>
                      <a:pt x="525" y="262"/>
                      <a:pt x="544" y="260"/>
                    </a:cubicBezTo>
                    <a:cubicBezTo>
                      <a:pt x="563" y="258"/>
                      <a:pt x="598" y="219"/>
                      <a:pt x="598" y="219"/>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
        <p:nvSpPr>
          <p:cNvPr id="1559" name="Google Shape;1559;p40"/>
          <p:cNvSpPr/>
          <p:nvPr/>
        </p:nvSpPr>
        <p:spPr>
          <a:xfrm>
            <a:off x="5962836" y="2321830"/>
            <a:ext cx="498891" cy="21801"/>
          </a:xfrm>
          <a:custGeom>
            <a:rect b="b" l="l" r="r" t="t"/>
            <a:pathLst>
              <a:path extrusionOk="0" h="7010" w="7693">
                <a:moveTo>
                  <a:pt x="0" y="0"/>
                </a:moveTo>
                <a:lnTo>
                  <a:pt x="7693" y="7010"/>
                </a:lnTo>
              </a:path>
            </a:pathLst>
          </a:custGeom>
          <a:noFill/>
          <a:ln cap="rnd" cmpd="sng" w="14300">
            <a:solidFill>
              <a:schemeClr val="lt1"/>
            </a:solidFill>
            <a:prstDash val="solid"/>
            <a:round/>
            <a:headEnd len="med" w="med" type="none"/>
            <a:tailEnd len="med" w="med"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60" name="Google Shape;1560;p40"/>
          <p:cNvSpPr/>
          <p:nvPr/>
        </p:nvSpPr>
        <p:spPr>
          <a:xfrm>
            <a:off x="6610607" y="1717054"/>
            <a:ext cx="144876" cy="641200"/>
          </a:xfrm>
          <a:custGeom>
            <a:rect b="b" l="l" r="r" t="t"/>
            <a:pathLst>
              <a:path extrusionOk="0" h="10000" w="4970">
                <a:moveTo>
                  <a:pt x="103" y="9917"/>
                </a:moveTo>
                <a:lnTo>
                  <a:pt x="4970" y="10000"/>
                </a:lnTo>
                <a:lnTo>
                  <a:pt x="0" y="0"/>
                </a:lnTo>
              </a:path>
            </a:pathLst>
          </a:custGeom>
          <a:noFill/>
          <a:ln cap="rnd" cmpd="sng" w="14300">
            <a:solidFill>
              <a:schemeClr val="lt1"/>
            </a:solidFill>
            <a:prstDash val="solid"/>
            <a:round/>
            <a:headEnd len="med" w="med" type="none"/>
            <a:tailEnd len="med" w="med"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61" name="Google Shape;1561;p40"/>
          <p:cNvSpPr/>
          <p:nvPr/>
        </p:nvSpPr>
        <p:spPr>
          <a:xfrm rot="-536685">
            <a:off x="6874572" y="1551042"/>
            <a:ext cx="900990" cy="703487"/>
          </a:xfrm>
          <a:custGeom>
            <a:rect b="b" l="l" r="r" t="t"/>
            <a:pathLst>
              <a:path extrusionOk="0" h="10000" w="8166">
                <a:moveTo>
                  <a:pt x="8166" y="10000"/>
                </a:moveTo>
                <a:cubicBezTo>
                  <a:pt x="7257" y="4274"/>
                  <a:pt x="3945" y="0"/>
                  <a:pt x="0" y="0"/>
                </a:cubicBezTo>
              </a:path>
            </a:pathLst>
          </a:custGeom>
          <a:noFill/>
          <a:ln cap="rnd" cmpd="sng" w="1430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62" name="Google Shape;1562;p40"/>
          <p:cNvSpPr/>
          <p:nvPr/>
        </p:nvSpPr>
        <p:spPr>
          <a:xfrm rot="9073021">
            <a:off x="6398724" y="2906207"/>
            <a:ext cx="900944" cy="703519"/>
          </a:xfrm>
          <a:custGeom>
            <a:rect b="b" l="l" r="r" t="t"/>
            <a:pathLst>
              <a:path extrusionOk="0" h="10000" w="8166">
                <a:moveTo>
                  <a:pt x="8166" y="10000"/>
                </a:moveTo>
                <a:cubicBezTo>
                  <a:pt x="7257" y="4274"/>
                  <a:pt x="3945" y="0"/>
                  <a:pt x="0" y="0"/>
                </a:cubicBezTo>
              </a:path>
            </a:pathLst>
          </a:custGeom>
          <a:noFill/>
          <a:ln cap="rnd" cmpd="sng" w="1430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nvGrpSpPr>
          <p:cNvPr id="1563" name="Google Shape;1563;p40"/>
          <p:cNvGrpSpPr/>
          <p:nvPr/>
        </p:nvGrpSpPr>
        <p:grpSpPr>
          <a:xfrm>
            <a:off x="5348868" y="1923315"/>
            <a:ext cx="1736075" cy="2612370"/>
            <a:chOff x="6554990" y="2515270"/>
            <a:chExt cx="2314149" cy="3483160"/>
          </a:xfrm>
        </p:grpSpPr>
        <p:grpSp>
          <p:nvGrpSpPr>
            <p:cNvPr id="1564" name="Google Shape;1564;p40"/>
            <p:cNvGrpSpPr/>
            <p:nvPr/>
          </p:nvGrpSpPr>
          <p:grpSpPr>
            <a:xfrm rot="2287560">
              <a:off x="6821802" y="3864324"/>
              <a:ext cx="887242" cy="708167"/>
              <a:chOff x="10888910" y="3832191"/>
              <a:chExt cx="852306" cy="680282"/>
            </a:xfrm>
          </p:grpSpPr>
          <p:sp>
            <p:nvSpPr>
              <p:cNvPr id="1565" name="Google Shape;1565;p40"/>
              <p:cNvSpPr/>
              <p:nvPr/>
            </p:nvSpPr>
            <p:spPr>
              <a:xfrm>
                <a:off x="11530094" y="3832191"/>
                <a:ext cx="211122" cy="264294"/>
              </a:xfrm>
              <a:custGeom>
                <a:rect b="b" l="l" r="r" t="t"/>
                <a:pathLst>
                  <a:path extrusionOk="0" h="151" w="121">
                    <a:moveTo>
                      <a:pt x="3" y="146"/>
                    </a:moveTo>
                    <a:cubicBezTo>
                      <a:pt x="3" y="146"/>
                      <a:pt x="0" y="63"/>
                      <a:pt x="14" y="71"/>
                    </a:cubicBezTo>
                    <a:cubicBezTo>
                      <a:pt x="27" y="79"/>
                      <a:pt x="76" y="35"/>
                      <a:pt x="76" y="35"/>
                    </a:cubicBezTo>
                    <a:cubicBezTo>
                      <a:pt x="76" y="35"/>
                      <a:pt x="121" y="0"/>
                      <a:pt x="113" y="38"/>
                    </a:cubicBezTo>
                    <a:cubicBezTo>
                      <a:pt x="111" y="47"/>
                      <a:pt x="34" y="151"/>
                      <a:pt x="34" y="151"/>
                    </a:cubicBezTo>
                    <a:lnTo>
                      <a:pt x="3" y="146"/>
                    </a:lnTo>
                    <a:close/>
                  </a:path>
                </a:pathLst>
              </a:custGeom>
              <a:solidFill>
                <a:srgbClr val="F8CF9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66" name="Google Shape;1566;p40"/>
              <p:cNvSpPr/>
              <p:nvPr/>
            </p:nvSpPr>
            <p:spPr>
              <a:xfrm>
                <a:off x="10888910" y="4051132"/>
                <a:ext cx="714687" cy="461341"/>
              </a:xfrm>
              <a:custGeom>
                <a:rect b="b" l="l" r="r" t="t"/>
                <a:pathLst>
                  <a:path extrusionOk="0" h="264" w="408">
                    <a:moveTo>
                      <a:pt x="61" y="87"/>
                    </a:moveTo>
                    <a:cubicBezTo>
                      <a:pt x="265" y="157"/>
                      <a:pt x="265" y="157"/>
                      <a:pt x="265" y="157"/>
                    </a:cubicBezTo>
                    <a:cubicBezTo>
                      <a:pt x="364" y="0"/>
                      <a:pt x="364" y="0"/>
                      <a:pt x="364" y="0"/>
                    </a:cubicBezTo>
                    <a:cubicBezTo>
                      <a:pt x="408" y="22"/>
                      <a:pt x="408" y="22"/>
                      <a:pt x="408" y="22"/>
                    </a:cubicBezTo>
                    <a:cubicBezTo>
                      <a:pt x="408" y="22"/>
                      <a:pt x="312" y="253"/>
                      <a:pt x="299" y="258"/>
                    </a:cubicBezTo>
                    <a:cubicBezTo>
                      <a:pt x="285" y="264"/>
                      <a:pt x="90" y="216"/>
                      <a:pt x="72" y="217"/>
                    </a:cubicBezTo>
                    <a:cubicBezTo>
                      <a:pt x="53" y="218"/>
                      <a:pt x="24" y="184"/>
                      <a:pt x="12" y="145"/>
                    </a:cubicBezTo>
                    <a:cubicBezTo>
                      <a:pt x="0" y="107"/>
                      <a:pt x="61" y="87"/>
                      <a:pt x="61" y="87"/>
                    </a:cubicBezTo>
                    <a:close/>
                  </a:path>
                </a:pathLst>
              </a:custGeom>
              <a:solidFill>
                <a:srgbClr val="013E79"/>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567" name="Google Shape;1567;p40"/>
            <p:cNvSpPr/>
            <p:nvPr/>
          </p:nvSpPr>
          <p:spPr>
            <a:xfrm>
              <a:off x="7390091" y="3762931"/>
              <a:ext cx="35620" cy="94988"/>
            </a:xfrm>
            <a:custGeom>
              <a:rect b="b" l="l" r="r" t="t"/>
              <a:pathLst>
                <a:path extrusionOk="0" h="65" w="24">
                  <a:moveTo>
                    <a:pt x="24" y="57"/>
                  </a:moveTo>
                  <a:cubicBezTo>
                    <a:pt x="24" y="57"/>
                    <a:pt x="24" y="0"/>
                    <a:pt x="8" y="9"/>
                  </a:cubicBezTo>
                  <a:cubicBezTo>
                    <a:pt x="1" y="14"/>
                    <a:pt x="0" y="65"/>
                    <a:pt x="0" y="65"/>
                  </a:cubicBezTo>
                  <a:lnTo>
                    <a:pt x="24" y="57"/>
                  </a:lnTo>
                  <a:close/>
                </a:path>
              </a:pathLst>
            </a:custGeom>
            <a:solidFill>
              <a:srgbClr val="F9D5A0"/>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68" name="Google Shape;1568;p40"/>
            <p:cNvSpPr/>
            <p:nvPr/>
          </p:nvSpPr>
          <p:spPr>
            <a:xfrm>
              <a:off x="7105127" y="5857266"/>
              <a:ext cx="81794" cy="92349"/>
            </a:xfrm>
            <a:custGeom>
              <a:rect b="b" l="l" r="r" t="t"/>
              <a:pathLst>
                <a:path extrusionOk="0" h="70" w="62">
                  <a:moveTo>
                    <a:pt x="5" y="2"/>
                  </a:moveTo>
                  <a:lnTo>
                    <a:pt x="0" y="70"/>
                  </a:lnTo>
                  <a:lnTo>
                    <a:pt x="57" y="69"/>
                  </a:lnTo>
                  <a:lnTo>
                    <a:pt x="62" y="0"/>
                  </a:lnTo>
                  <a:lnTo>
                    <a:pt x="5" y="2"/>
                  </a:lnTo>
                  <a:close/>
                </a:path>
              </a:pathLst>
            </a:custGeom>
            <a:solidFill>
              <a:srgbClr val="8E8E8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69" name="Google Shape;1569;p40"/>
            <p:cNvSpPr/>
            <p:nvPr/>
          </p:nvSpPr>
          <p:spPr>
            <a:xfrm>
              <a:off x="7093254" y="5920592"/>
              <a:ext cx="232192" cy="76519"/>
            </a:xfrm>
            <a:custGeom>
              <a:rect b="b" l="l" r="r" t="t"/>
              <a:pathLst>
                <a:path extrusionOk="0" h="52" w="157">
                  <a:moveTo>
                    <a:pt x="149" y="42"/>
                  </a:moveTo>
                  <a:cubicBezTo>
                    <a:pt x="142" y="41"/>
                    <a:pt x="100" y="34"/>
                    <a:pt x="88" y="26"/>
                  </a:cubicBezTo>
                  <a:cubicBezTo>
                    <a:pt x="77" y="19"/>
                    <a:pt x="65" y="2"/>
                    <a:pt x="65" y="2"/>
                  </a:cubicBezTo>
                  <a:cubicBezTo>
                    <a:pt x="66" y="2"/>
                    <a:pt x="66" y="2"/>
                    <a:pt x="66" y="2"/>
                  </a:cubicBezTo>
                  <a:cubicBezTo>
                    <a:pt x="66" y="2"/>
                    <a:pt x="66" y="1"/>
                    <a:pt x="66" y="0"/>
                  </a:cubicBezTo>
                  <a:cubicBezTo>
                    <a:pt x="6" y="0"/>
                    <a:pt x="6" y="0"/>
                    <a:pt x="6" y="0"/>
                  </a:cubicBezTo>
                  <a:cubicBezTo>
                    <a:pt x="0" y="52"/>
                    <a:pt x="0" y="52"/>
                    <a:pt x="0" y="52"/>
                  </a:cubicBezTo>
                  <a:cubicBezTo>
                    <a:pt x="40" y="52"/>
                    <a:pt x="40" y="52"/>
                    <a:pt x="40" y="52"/>
                  </a:cubicBezTo>
                  <a:cubicBezTo>
                    <a:pt x="45" y="47"/>
                    <a:pt x="45" y="47"/>
                    <a:pt x="45" y="47"/>
                  </a:cubicBezTo>
                  <a:cubicBezTo>
                    <a:pt x="45" y="47"/>
                    <a:pt x="62" y="52"/>
                    <a:pt x="69" y="52"/>
                  </a:cubicBezTo>
                  <a:cubicBezTo>
                    <a:pt x="77" y="52"/>
                    <a:pt x="154" y="52"/>
                    <a:pt x="154" y="52"/>
                  </a:cubicBezTo>
                  <a:cubicBezTo>
                    <a:pt x="154" y="52"/>
                    <a:pt x="157" y="43"/>
                    <a:pt x="149" y="42"/>
                  </a:cubicBezTo>
                  <a:close/>
                </a:path>
              </a:pathLst>
            </a:custGeom>
            <a:solidFill>
              <a:srgbClr val="26262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0" name="Google Shape;1570;p40"/>
            <p:cNvSpPr/>
            <p:nvPr/>
          </p:nvSpPr>
          <p:spPr>
            <a:xfrm>
              <a:off x="6820165" y="4651450"/>
              <a:ext cx="397101" cy="1254630"/>
            </a:xfrm>
            <a:custGeom>
              <a:rect b="b" l="l" r="r" t="t"/>
              <a:pathLst>
                <a:path extrusionOk="0" h="850" w="269">
                  <a:moveTo>
                    <a:pt x="268" y="476"/>
                  </a:moveTo>
                  <a:cubicBezTo>
                    <a:pt x="269" y="300"/>
                    <a:pt x="250" y="173"/>
                    <a:pt x="211" y="53"/>
                  </a:cubicBezTo>
                  <a:cubicBezTo>
                    <a:pt x="150" y="32"/>
                    <a:pt x="97" y="21"/>
                    <a:pt x="36" y="0"/>
                  </a:cubicBezTo>
                  <a:cubicBezTo>
                    <a:pt x="24" y="20"/>
                    <a:pt x="12" y="41"/>
                    <a:pt x="0" y="61"/>
                  </a:cubicBezTo>
                  <a:cubicBezTo>
                    <a:pt x="35" y="128"/>
                    <a:pt x="94" y="268"/>
                    <a:pt x="157" y="471"/>
                  </a:cubicBezTo>
                  <a:cubicBezTo>
                    <a:pt x="171" y="609"/>
                    <a:pt x="184" y="688"/>
                    <a:pt x="189" y="850"/>
                  </a:cubicBezTo>
                  <a:cubicBezTo>
                    <a:pt x="255" y="850"/>
                    <a:pt x="255" y="850"/>
                    <a:pt x="255" y="850"/>
                  </a:cubicBezTo>
                  <a:cubicBezTo>
                    <a:pt x="268" y="693"/>
                    <a:pt x="266" y="600"/>
                    <a:pt x="268" y="476"/>
                  </a:cubicBezTo>
                  <a:close/>
                </a:path>
              </a:pathLst>
            </a:custGeom>
            <a:solidFill>
              <a:srgbClr val="26262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1" name="Google Shape;1571;p40"/>
            <p:cNvSpPr/>
            <p:nvPr/>
          </p:nvSpPr>
          <p:spPr>
            <a:xfrm>
              <a:off x="6784545" y="5855948"/>
              <a:ext cx="85752" cy="93669"/>
            </a:xfrm>
            <a:custGeom>
              <a:rect b="b" l="l" r="r" t="t"/>
              <a:pathLst>
                <a:path extrusionOk="0" h="71" w="65">
                  <a:moveTo>
                    <a:pt x="8" y="0"/>
                  </a:moveTo>
                  <a:lnTo>
                    <a:pt x="0" y="71"/>
                  </a:lnTo>
                  <a:lnTo>
                    <a:pt x="53" y="70"/>
                  </a:lnTo>
                  <a:lnTo>
                    <a:pt x="65" y="1"/>
                  </a:lnTo>
                  <a:lnTo>
                    <a:pt x="8" y="0"/>
                  </a:lnTo>
                  <a:close/>
                </a:path>
              </a:pathLst>
            </a:custGeom>
            <a:solidFill>
              <a:srgbClr val="8E8E8E"/>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2" name="Google Shape;1572;p40"/>
            <p:cNvSpPr/>
            <p:nvPr/>
          </p:nvSpPr>
          <p:spPr>
            <a:xfrm>
              <a:off x="6768713" y="5920592"/>
              <a:ext cx="232192" cy="77838"/>
            </a:xfrm>
            <a:custGeom>
              <a:rect b="b" l="l" r="r" t="t"/>
              <a:pathLst>
                <a:path extrusionOk="0" h="53" w="157">
                  <a:moveTo>
                    <a:pt x="0" y="52"/>
                  </a:moveTo>
                  <a:cubicBezTo>
                    <a:pt x="40" y="52"/>
                    <a:pt x="40" y="52"/>
                    <a:pt x="40" y="52"/>
                  </a:cubicBezTo>
                  <a:cubicBezTo>
                    <a:pt x="45" y="47"/>
                    <a:pt x="45" y="47"/>
                    <a:pt x="45" y="47"/>
                  </a:cubicBezTo>
                  <a:cubicBezTo>
                    <a:pt x="45" y="47"/>
                    <a:pt x="62" y="52"/>
                    <a:pt x="70" y="52"/>
                  </a:cubicBezTo>
                  <a:cubicBezTo>
                    <a:pt x="77" y="53"/>
                    <a:pt x="154" y="52"/>
                    <a:pt x="154" y="52"/>
                  </a:cubicBezTo>
                  <a:cubicBezTo>
                    <a:pt x="154" y="52"/>
                    <a:pt x="157" y="43"/>
                    <a:pt x="150" y="42"/>
                  </a:cubicBezTo>
                  <a:cubicBezTo>
                    <a:pt x="142" y="41"/>
                    <a:pt x="100" y="34"/>
                    <a:pt x="88" y="26"/>
                  </a:cubicBezTo>
                  <a:cubicBezTo>
                    <a:pt x="77" y="19"/>
                    <a:pt x="65" y="3"/>
                    <a:pt x="65" y="3"/>
                  </a:cubicBezTo>
                  <a:cubicBezTo>
                    <a:pt x="66" y="0"/>
                    <a:pt x="66" y="0"/>
                    <a:pt x="66" y="0"/>
                  </a:cubicBezTo>
                  <a:cubicBezTo>
                    <a:pt x="7" y="0"/>
                    <a:pt x="7" y="0"/>
                    <a:pt x="7" y="0"/>
                  </a:cubicBezTo>
                  <a:lnTo>
                    <a:pt x="0" y="52"/>
                  </a:lnTo>
                  <a:close/>
                </a:path>
              </a:pathLst>
            </a:custGeom>
            <a:solidFill>
              <a:srgbClr val="26262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3" name="Google Shape;1573;p40"/>
            <p:cNvSpPr/>
            <p:nvPr/>
          </p:nvSpPr>
          <p:spPr>
            <a:xfrm>
              <a:off x="6775309" y="4651450"/>
              <a:ext cx="320583" cy="1254630"/>
            </a:xfrm>
            <a:custGeom>
              <a:rect b="b" l="l" r="r" t="t"/>
              <a:pathLst>
                <a:path extrusionOk="0" h="850" w="217">
                  <a:moveTo>
                    <a:pt x="216" y="63"/>
                  </a:moveTo>
                  <a:cubicBezTo>
                    <a:pt x="215" y="17"/>
                    <a:pt x="66" y="0"/>
                    <a:pt x="66" y="0"/>
                  </a:cubicBezTo>
                  <a:cubicBezTo>
                    <a:pt x="66" y="0"/>
                    <a:pt x="8" y="60"/>
                    <a:pt x="18" y="107"/>
                  </a:cubicBezTo>
                  <a:cubicBezTo>
                    <a:pt x="29" y="155"/>
                    <a:pt x="66" y="412"/>
                    <a:pt x="59" y="432"/>
                  </a:cubicBezTo>
                  <a:cubicBezTo>
                    <a:pt x="0" y="850"/>
                    <a:pt x="0" y="850"/>
                    <a:pt x="0" y="850"/>
                  </a:cubicBezTo>
                  <a:cubicBezTo>
                    <a:pt x="66" y="850"/>
                    <a:pt x="66" y="850"/>
                    <a:pt x="66" y="850"/>
                  </a:cubicBezTo>
                  <a:cubicBezTo>
                    <a:pt x="170" y="474"/>
                    <a:pt x="170" y="474"/>
                    <a:pt x="170" y="474"/>
                  </a:cubicBezTo>
                  <a:cubicBezTo>
                    <a:pt x="188" y="436"/>
                    <a:pt x="217" y="110"/>
                    <a:pt x="216" y="63"/>
                  </a:cubicBezTo>
                  <a:close/>
                </a:path>
              </a:pathLst>
            </a:custGeom>
            <a:solidFill>
              <a:srgbClr val="3F3F3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4" name="Google Shape;1574;p40"/>
            <p:cNvSpPr/>
            <p:nvPr/>
          </p:nvSpPr>
          <p:spPr>
            <a:xfrm>
              <a:off x="6698791" y="3855927"/>
              <a:ext cx="302114" cy="341692"/>
            </a:xfrm>
            <a:custGeom>
              <a:rect b="b" l="l" r="r" t="t"/>
              <a:pathLst>
                <a:path extrusionOk="0" h="232" w="204">
                  <a:moveTo>
                    <a:pt x="0" y="0"/>
                  </a:moveTo>
                  <a:cubicBezTo>
                    <a:pt x="30" y="43"/>
                    <a:pt x="56" y="82"/>
                    <a:pt x="66" y="178"/>
                  </a:cubicBezTo>
                  <a:cubicBezTo>
                    <a:pt x="121" y="167"/>
                    <a:pt x="149" y="232"/>
                    <a:pt x="204" y="221"/>
                  </a:cubicBezTo>
                  <a:cubicBezTo>
                    <a:pt x="204" y="221"/>
                    <a:pt x="177" y="132"/>
                    <a:pt x="155" y="93"/>
                  </a:cubicBezTo>
                  <a:cubicBezTo>
                    <a:pt x="133" y="55"/>
                    <a:pt x="134" y="9"/>
                    <a:pt x="134" y="9"/>
                  </a:cubicBezTo>
                  <a:cubicBezTo>
                    <a:pt x="101" y="1"/>
                    <a:pt x="33" y="8"/>
                    <a:pt x="0" y="0"/>
                  </a:cubicBezTo>
                  <a:close/>
                </a:path>
              </a:pathLst>
            </a:custGeom>
            <a:solidFill>
              <a:srgbClr val="F8CF9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5" name="Google Shape;1575;p40"/>
            <p:cNvSpPr/>
            <p:nvPr/>
          </p:nvSpPr>
          <p:spPr>
            <a:xfrm>
              <a:off x="6580056" y="3578880"/>
              <a:ext cx="424807" cy="405018"/>
            </a:xfrm>
            <a:custGeom>
              <a:rect b="b" l="l" r="r" t="t"/>
              <a:pathLst>
                <a:path extrusionOk="0" h="274" w="288">
                  <a:moveTo>
                    <a:pt x="223" y="71"/>
                  </a:moveTo>
                  <a:cubicBezTo>
                    <a:pt x="224" y="77"/>
                    <a:pt x="228" y="95"/>
                    <a:pt x="228" y="95"/>
                  </a:cubicBezTo>
                  <a:cubicBezTo>
                    <a:pt x="261" y="115"/>
                    <a:pt x="267" y="119"/>
                    <a:pt x="274" y="124"/>
                  </a:cubicBezTo>
                  <a:cubicBezTo>
                    <a:pt x="281" y="134"/>
                    <a:pt x="268" y="139"/>
                    <a:pt x="266" y="145"/>
                  </a:cubicBezTo>
                  <a:cubicBezTo>
                    <a:pt x="264" y="152"/>
                    <a:pt x="288" y="183"/>
                    <a:pt x="285" y="207"/>
                  </a:cubicBezTo>
                  <a:cubicBezTo>
                    <a:pt x="282" y="231"/>
                    <a:pt x="221" y="262"/>
                    <a:pt x="184" y="268"/>
                  </a:cubicBezTo>
                  <a:cubicBezTo>
                    <a:pt x="145" y="274"/>
                    <a:pt x="124" y="248"/>
                    <a:pt x="124" y="248"/>
                  </a:cubicBezTo>
                  <a:cubicBezTo>
                    <a:pt x="0" y="150"/>
                    <a:pt x="1" y="11"/>
                    <a:pt x="139" y="1"/>
                  </a:cubicBezTo>
                  <a:cubicBezTo>
                    <a:pt x="163" y="0"/>
                    <a:pt x="209" y="55"/>
                    <a:pt x="223" y="71"/>
                  </a:cubicBezTo>
                  <a:close/>
                </a:path>
              </a:pathLst>
            </a:custGeom>
            <a:solidFill>
              <a:srgbClr val="F8CF9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6" name="Google Shape;1576;p40"/>
            <p:cNvSpPr/>
            <p:nvPr/>
          </p:nvSpPr>
          <p:spPr>
            <a:xfrm>
              <a:off x="6697473" y="3993131"/>
              <a:ext cx="464385" cy="911620"/>
            </a:xfrm>
            <a:custGeom>
              <a:rect b="b" l="l" r="r" t="t"/>
              <a:pathLst>
                <a:path extrusionOk="0" h="618" w="314">
                  <a:moveTo>
                    <a:pt x="11" y="77"/>
                  </a:moveTo>
                  <a:cubicBezTo>
                    <a:pt x="0" y="138"/>
                    <a:pt x="0" y="309"/>
                    <a:pt x="53" y="553"/>
                  </a:cubicBezTo>
                  <a:cubicBezTo>
                    <a:pt x="68" y="618"/>
                    <a:pt x="311" y="552"/>
                    <a:pt x="314" y="517"/>
                  </a:cubicBezTo>
                  <a:cubicBezTo>
                    <a:pt x="295" y="309"/>
                    <a:pt x="291" y="236"/>
                    <a:pt x="187" y="37"/>
                  </a:cubicBezTo>
                  <a:cubicBezTo>
                    <a:pt x="171" y="12"/>
                    <a:pt x="15" y="0"/>
                    <a:pt x="11" y="77"/>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7" name="Google Shape;1577;p40"/>
            <p:cNvSpPr/>
            <p:nvPr/>
          </p:nvSpPr>
          <p:spPr>
            <a:xfrm>
              <a:off x="6958688" y="4117143"/>
              <a:ext cx="159632" cy="497367"/>
            </a:xfrm>
            <a:custGeom>
              <a:rect b="b" l="l" r="r" t="t"/>
              <a:pathLst>
                <a:path extrusionOk="0" h="337" w="108">
                  <a:moveTo>
                    <a:pt x="27" y="0"/>
                  </a:moveTo>
                  <a:cubicBezTo>
                    <a:pt x="45" y="40"/>
                    <a:pt x="60" y="78"/>
                    <a:pt x="72" y="119"/>
                  </a:cubicBezTo>
                  <a:cubicBezTo>
                    <a:pt x="90" y="175"/>
                    <a:pt x="99" y="205"/>
                    <a:pt x="108" y="288"/>
                  </a:cubicBezTo>
                  <a:cubicBezTo>
                    <a:pt x="89" y="337"/>
                    <a:pt x="89" y="337"/>
                    <a:pt x="89" y="337"/>
                  </a:cubicBezTo>
                  <a:cubicBezTo>
                    <a:pt x="56" y="292"/>
                    <a:pt x="56" y="292"/>
                    <a:pt x="56" y="292"/>
                  </a:cubicBezTo>
                  <a:cubicBezTo>
                    <a:pt x="41" y="196"/>
                    <a:pt x="51" y="158"/>
                    <a:pt x="0" y="0"/>
                  </a:cubicBezTo>
                  <a:lnTo>
                    <a:pt x="27" y="0"/>
                  </a:lnTo>
                  <a:close/>
                </a:path>
              </a:pathLst>
            </a:custGeom>
            <a:solidFill>
              <a:srgbClr val="00295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8" name="Google Shape;1578;p40"/>
            <p:cNvSpPr/>
            <p:nvPr/>
          </p:nvSpPr>
          <p:spPr>
            <a:xfrm>
              <a:off x="6554990" y="3534024"/>
              <a:ext cx="290240" cy="424807"/>
            </a:xfrm>
            <a:custGeom>
              <a:rect b="b" l="l" r="r" t="t"/>
              <a:pathLst>
                <a:path extrusionOk="0" h="288" w="197">
                  <a:moveTo>
                    <a:pt x="9" y="157"/>
                  </a:moveTo>
                  <a:cubicBezTo>
                    <a:pt x="2" y="115"/>
                    <a:pt x="0" y="86"/>
                    <a:pt x="30" y="57"/>
                  </a:cubicBezTo>
                  <a:cubicBezTo>
                    <a:pt x="57" y="32"/>
                    <a:pt x="65" y="30"/>
                    <a:pt x="80" y="19"/>
                  </a:cubicBezTo>
                  <a:cubicBezTo>
                    <a:pt x="104" y="3"/>
                    <a:pt x="144" y="0"/>
                    <a:pt x="144" y="0"/>
                  </a:cubicBezTo>
                  <a:cubicBezTo>
                    <a:pt x="144" y="0"/>
                    <a:pt x="197" y="13"/>
                    <a:pt x="187" y="49"/>
                  </a:cubicBezTo>
                  <a:cubicBezTo>
                    <a:pt x="178" y="85"/>
                    <a:pt x="116" y="113"/>
                    <a:pt x="110" y="119"/>
                  </a:cubicBezTo>
                  <a:cubicBezTo>
                    <a:pt x="105" y="125"/>
                    <a:pt x="135" y="172"/>
                    <a:pt x="146" y="180"/>
                  </a:cubicBezTo>
                  <a:cubicBezTo>
                    <a:pt x="162" y="191"/>
                    <a:pt x="156" y="206"/>
                    <a:pt x="144" y="203"/>
                  </a:cubicBezTo>
                  <a:cubicBezTo>
                    <a:pt x="132" y="199"/>
                    <a:pt x="122" y="176"/>
                    <a:pt x="107" y="182"/>
                  </a:cubicBezTo>
                  <a:cubicBezTo>
                    <a:pt x="50" y="206"/>
                    <a:pt x="162" y="283"/>
                    <a:pt x="139" y="288"/>
                  </a:cubicBezTo>
                  <a:cubicBezTo>
                    <a:pt x="88" y="279"/>
                    <a:pt x="38" y="229"/>
                    <a:pt x="17" y="182"/>
                  </a:cubicBezTo>
                  <a:cubicBezTo>
                    <a:pt x="13" y="174"/>
                    <a:pt x="11" y="166"/>
                    <a:pt x="9" y="157"/>
                  </a:cubicBezTo>
                  <a:close/>
                </a:path>
              </a:pathLst>
            </a:custGeom>
            <a:solidFill>
              <a:srgbClr val="3F3F3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79" name="Google Shape;1579;p40"/>
            <p:cNvSpPr/>
            <p:nvPr/>
          </p:nvSpPr>
          <p:spPr>
            <a:xfrm>
              <a:off x="6697473" y="3804476"/>
              <a:ext cx="64644" cy="81794"/>
            </a:xfrm>
            <a:custGeom>
              <a:rect b="b" l="l" r="r" t="t"/>
              <a:pathLst>
                <a:path extrusionOk="0" h="56" w="44">
                  <a:moveTo>
                    <a:pt x="44" y="46"/>
                  </a:moveTo>
                  <a:cubicBezTo>
                    <a:pt x="44" y="46"/>
                    <a:pt x="44" y="53"/>
                    <a:pt x="35" y="54"/>
                  </a:cubicBezTo>
                  <a:cubicBezTo>
                    <a:pt x="23" y="56"/>
                    <a:pt x="0" y="41"/>
                    <a:pt x="0" y="22"/>
                  </a:cubicBezTo>
                  <a:cubicBezTo>
                    <a:pt x="0" y="0"/>
                    <a:pt x="21" y="3"/>
                    <a:pt x="34" y="19"/>
                  </a:cubicBezTo>
                  <a:cubicBezTo>
                    <a:pt x="37" y="23"/>
                    <a:pt x="12" y="28"/>
                    <a:pt x="44" y="46"/>
                  </a:cubicBezTo>
                  <a:close/>
                </a:path>
              </a:pathLst>
            </a:custGeom>
            <a:solidFill>
              <a:srgbClr val="DEB374"/>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nvGrpSpPr>
            <p:cNvPr id="1580" name="Google Shape;1580;p40"/>
            <p:cNvGrpSpPr/>
            <p:nvPr/>
          </p:nvGrpSpPr>
          <p:grpSpPr>
            <a:xfrm flipH="1" rot="5400000">
              <a:off x="6984195" y="2895890"/>
              <a:ext cx="2265565" cy="1504324"/>
              <a:chOff x="6415721" y="2703425"/>
              <a:chExt cx="2685592" cy="1783220"/>
            </a:xfrm>
          </p:grpSpPr>
          <p:sp>
            <p:nvSpPr>
              <p:cNvPr id="1581" name="Google Shape;1581;p40"/>
              <p:cNvSpPr/>
              <p:nvPr/>
            </p:nvSpPr>
            <p:spPr>
              <a:xfrm>
                <a:off x="7472076" y="2703425"/>
                <a:ext cx="1629237" cy="1629237"/>
              </a:xfrm>
              <a:custGeom>
                <a:rect b="b" l="l" r="r" t="t"/>
                <a:pathLst>
                  <a:path extrusionOk="0" h="540" w="540">
                    <a:moveTo>
                      <a:pt x="270" y="0"/>
                    </a:moveTo>
                    <a:cubicBezTo>
                      <a:pt x="121" y="0"/>
                      <a:pt x="0" y="121"/>
                      <a:pt x="0" y="270"/>
                    </a:cubicBezTo>
                    <a:cubicBezTo>
                      <a:pt x="0" y="419"/>
                      <a:pt x="121" y="540"/>
                      <a:pt x="270" y="540"/>
                    </a:cubicBezTo>
                    <a:cubicBezTo>
                      <a:pt x="419" y="540"/>
                      <a:pt x="540" y="419"/>
                      <a:pt x="540" y="270"/>
                    </a:cubicBezTo>
                    <a:cubicBezTo>
                      <a:pt x="540" y="121"/>
                      <a:pt x="419" y="0"/>
                      <a:pt x="270" y="0"/>
                    </a:cubicBezTo>
                    <a:close/>
                    <a:moveTo>
                      <a:pt x="270" y="478"/>
                    </a:moveTo>
                    <a:cubicBezTo>
                      <a:pt x="155" y="478"/>
                      <a:pt x="62" y="385"/>
                      <a:pt x="62" y="270"/>
                    </a:cubicBezTo>
                    <a:cubicBezTo>
                      <a:pt x="62" y="155"/>
                      <a:pt x="155" y="62"/>
                      <a:pt x="270" y="62"/>
                    </a:cubicBezTo>
                    <a:cubicBezTo>
                      <a:pt x="385" y="62"/>
                      <a:pt x="478" y="155"/>
                      <a:pt x="478" y="270"/>
                    </a:cubicBezTo>
                    <a:cubicBezTo>
                      <a:pt x="478" y="385"/>
                      <a:pt x="385" y="478"/>
                      <a:pt x="270" y="478"/>
                    </a:cubicBezTo>
                    <a:close/>
                  </a:path>
                </a:pathLst>
              </a:custGeom>
              <a:solidFill>
                <a:schemeClr val="accent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82" name="Google Shape;1582;p40"/>
              <p:cNvSpPr/>
              <p:nvPr/>
            </p:nvSpPr>
            <p:spPr>
              <a:xfrm>
                <a:off x="6415721" y="3777993"/>
                <a:ext cx="1319615" cy="708652"/>
              </a:xfrm>
              <a:custGeom>
                <a:rect b="b" l="l" r="r" t="t"/>
                <a:pathLst>
                  <a:path extrusionOk="0" h="235" w="437">
                    <a:moveTo>
                      <a:pt x="57" y="227"/>
                    </a:moveTo>
                    <a:cubicBezTo>
                      <a:pt x="38" y="235"/>
                      <a:pt x="16" y="227"/>
                      <a:pt x="8" y="208"/>
                    </a:cubicBezTo>
                    <a:cubicBezTo>
                      <a:pt x="8" y="208"/>
                      <a:pt x="8" y="208"/>
                      <a:pt x="8" y="208"/>
                    </a:cubicBezTo>
                    <a:cubicBezTo>
                      <a:pt x="0" y="189"/>
                      <a:pt x="8" y="167"/>
                      <a:pt x="27" y="159"/>
                    </a:cubicBezTo>
                    <a:cubicBezTo>
                      <a:pt x="376" y="15"/>
                      <a:pt x="376" y="15"/>
                      <a:pt x="376" y="15"/>
                    </a:cubicBezTo>
                    <a:cubicBezTo>
                      <a:pt x="389" y="8"/>
                      <a:pt x="420" y="0"/>
                      <a:pt x="428" y="19"/>
                    </a:cubicBezTo>
                    <a:cubicBezTo>
                      <a:pt x="428" y="19"/>
                      <a:pt x="428" y="19"/>
                      <a:pt x="428" y="19"/>
                    </a:cubicBezTo>
                    <a:cubicBezTo>
                      <a:pt x="437" y="38"/>
                      <a:pt x="402" y="54"/>
                      <a:pt x="397" y="56"/>
                    </a:cubicBezTo>
                    <a:lnTo>
                      <a:pt x="57" y="227"/>
                    </a:lnTo>
                    <a:close/>
                  </a:path>
                </a:pathLst>
              </a:custGeom>
              <a:solidFill>
                <a:schemeClr val="accent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nvGrpSpPr>
            <p:cNvPr id="1583" name="Google Shape;1583;p40"/>
            <p:cNvGrpSpPr/>
            <p:nvPr/>
          </p:nvGrpSpPr>
          <p:grpSpPr>
            <a:xfrm rot="5575776">
              <a:off x="6993192" y="3887423"/>
              <a:ext cx="568033" cy="894461"/>
              <a:chOff x="10757546" y="3362234"/>
              <a:chExt cx="691228" cy="1088451"/>
            </a:xfrm>
          </p:grpSpPr>
          <p:sp>
            <p:nvSpPr>
              <p:cNvPr id="1584" name="Google Shape;1584;p40"/>
              <p:cNvSpPr/>
              <p:nvPr/>
            </p:nvSpPr>
            <p:spPr>
              <a:xfrm>
                <a:off x="11171970" y="3362234"/>
                <a:ext cx="184536" cy="218941"/>
              </a:xfrm>
              <a:custGeom>
                <a:rect b="b" l="l" r="r" t="t"/>
                <a:pathLst>
                  <a:path extrusionOk="0" h="125" w="105">
                    <a:moveTo>
                      <a:pt x="100" y="125"/>
                    </a:moveTo>
                    <a:cubicBezTo>
                      <a:pt x="100" y="125"/>
                      <a:pt x="105" y="71"/>
                      <a:pt x="96" y="59"/>
                    </a:cubicBezTo>
                    <a:cubicBezTo>
                      <a:pt x="86" y="47"/>
                      <a:pt x="40" y="22"/>
                      <a:pt x="40" y="22"/>
                    </a:cubicBezTo>
                    <a:cubicBezTo>
                      <a:pt x="40" y="22"/>
                      <a:pt x="9" y="0"/>
                      <a:pt x="4" y="8"/>
                    </a:cubicBezTo>
                    <a:cubicBezTo>
                      <a:pt x="0" y="16"/>
                      <a:pt x="69" y="124"/>
                      <a:pt x="69" y="124"/>
                    </a:cubicBezTo>
                    <a:lnTo>
                      <a:pt x="100" y="125"/>
                    </a:lnTo>
                    <a:close/>
                  </a:path>
                </a:pathLst>
              </a:custGeom>
              <a:solidFill>
                <a:srgbClr val="F8CF9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585" name="Google Shape;1585;p40"/>
              <p:cNvSpPr/>
              <p:nvPr/>
            </p:nvSpPr>
            <p:spPr>
              <a:xfrm>
                <a:off x="10757546" y="3565537"/>
                <a:ext cx="691228" cy="885148"/>
              </a:xfrm>
              <a:custGeom>
                <a:rect b="b" l="l" r="r" t="t"/>
                <a:pathLst>
                  <a:path extrusionOk="0" h="506" w="395">
                    <a:moveTo>
                      <a:pt x="295" y="0"/>
                    </a:moveTo>
                    <a:cubicBezTo>
                      <a:pt x="340" y="4"/>
                      <a:pt x="340" y="4"/>
                      <a:pt x="340" y="4"/>
                    </a:cubicBezTo>
                    <a:cubicBezTo>
                      <a:pt x="343" y="19"/>
                      <a:pt x="395" y="263"/>
                      <a:pt x="359" y="316"/>
                    </a:cubicBezTo>
                    <a:cubicBezTo>
                      <a:pt x="306" y="394"/>
                      <a:pt x="97" y="497"/>
                      <a:pt x="76" y="499"/>
                    </a:cubicBezTo>
                    <a:cubicBezTo>
                      <a:pt x="16" y="506"/>
                      <a:pt x="0" y="423"/>
                      <a:pt x="26" y="399"/>
                    </a:cubicBezTo>
                    <a:cubicBezTo>
                      <a:pt x="116" y="339"/>
                      <a:pt x="280" y="288"/>
                      <a:pt x="289" y="262"/>
                    </a:cubicBezTo>
                    <a:cubicBezTo>
                      <a:pt x="296" y="245"/>
                      <a:pt x="279" y="113"/>
                      <a:pt x="295" y="0"/>
                    </a:cubicBezTo>
                    <a:close/>
                  </a:path>
                </a:pathLst>
              </a:cu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1586" name="Google Shape;1586;p40"/>
          <p:cNvGrpSpPr/>
          <p:nvPr/>
        </p:nvGrpSpPr>
        <p:grpSpPr>
          <a:xfrm>
            <a:off x="4490202" y="1130635"/>
            <a:ext cx="2284503" cy="890795"/>
            <a:chOff x="4785290" y="1758687"/>
            <a:chExt cx="4454960" cy="1737458"/>
          </a:xfrm>
        </p:grpSpPr>
        <p:cxnSp>
          <p:nvCxnSpPr>
            <p:cNvPr id="1587" name="Google Shape;1587;p40"/>
            <p:cNvCxnSpPr/>
            <p:nvPr/>
          </p:nvCxnSpPr>
          <p:spPr>
            <a:xfrm>
              <a:off x="4870276" y="2492896"/>
              <a:ext cx="914400" cy="914400"/>
            </a:xfrm>
            <a:prstGeom prst="straightConnector1">
              <a:avLst/>
            </a:prstGeom>
            <a:noFill/>
            <a:ln cap="rnd" cmpd="sng" w="28575">
              <a:solidFill>
                <a:schemeClr val="accent5"/>
              </a:solidFill>
              <a:prstDash val="solid"/>
              <a:round/>
              <a:headEnd len="sm" w="sm" type="none"/>
              <a:tailEnd len="sm" w="sm" type="none"/>
            </a:ln>
          </p:spPr>
        </p:cxnSp>
        <p:cxnSp>
          <p:nvCxnSpPr>
            <p:cNvPr id="1588" name="Google Shape;1588;p40"/>
            <p:cNvCxnSpPr/>
            <p:nvPr/>
          </p:nvCxnSpPr>
          <p:spPr>
            <a:xfrm flipH="1" rot="10800000">
              <a:off x="5806380" y="2864100"/>
              <a:ext cx="792000" cy="564900"/>
            </a:xfrm>
            <a:prstGeom prst="straightConnector1">
              <a:avLst/>
            </a:prstGeom>
            <a:noFill/>
            <a:ln cap="rnd" cmpd="sng" w="28575">
              <a:solidFill>
                <a:schemeClr val="accent5"/>
              </a:solidFill>
              <a:prstDash val="solid"/>
              <a:round/>
              <a:headEnd len="sm" w="sm" type="none"/>
              <a:tailEnd len="sm" w="sm" type="none"/>
            </a:ln>
          </p:spPr>
        </p:cxnSp>
        <p:cxnSp>
          <p:nvCxnSpPr>
            <p:cNvPr id="1589" name="Google Shape;1589;p40"/>
            <p:cNvCxnSpPr/>
            <p:nvPr/>
          </p:nvCxnSpPr>
          <p:spPr>
            <a:xfrm>
              <a:off x="6670476" y="2864119"/>
              <a:ext cx="795600" cy="208200"/>
            </a:xfrm>
            <a:prstGeom prst="straightConnector1">
              <a:avLst/>
            </a:prstGeom>
            <a:noFill/>
            <a:ln cap="rnd" cmpd="sng" w="28575">
              <a:solidFill>
                <a:schemeClr val="accent5"/>
              </a:solidFill>
              <a:prstDash val="solid"/>
              <a:round/>
              <a:headEnd len="sm" w="sm" type="none"/>
              <a:tailEnd len="sm" w="sm" type="none"/>
            </a:ln>
          </p:spPr>
        </p:cxnSp>
        <p:cxnSp>
          <p:nvCxnSpPr>
            <p:cNvPr id="1590" name="Google Shape;1590;p40"/>
            <p:cNvCxnSpPr/>
            <p:nvPr/>
          </p:nvCxnSpPr>
          <p:spPr>
            <a:xfrm flipH="1" rot="10800000">
              <a:off x="7483676" y="2204837"/>
              <a:ext cx="598200" cy="888900"/>
            </a:xfrm>
            <a:prstGeom prst="straightConnector1">
              <a:avLst/>
            </a:prstGeom>
            <a:noFill/>
            <a:ln cap="rnd" cmpd="sng" w="28575">
              <a:solidFill>
                <a:schemeClr val="accent5"/>
              </a:solidFill>
              <a:prstDash val="solid"/>
              <a:round/>
              <a:headEnd len="sm" w="sm" type="none"/>
              <a:tailEnd len="sm" w="sm" type="none"/>
            </a:ln>
          </p:spPr>
        </p:cxnSp>
        <p:cxnSp>
          <p:nvCxnSpPr>
            <p:cNvPr id="1591" name="Google Shape;1591;p40"/>
            <p:cNvCxnSpPr/>
            <p:nvPr/>
          </p:nvCxnSpPr>
          <p:spPr>
            <a:xfrm flipH="1" rot="10800000">
              <a:off x="8081953" y="1844864"/>
              <a:ext cx="1066200" cy="360000"/>
            </a:xfrm>
            <a:prstGeom prst="straightConnector1">
              <a:avLst/>
            </a:prstGeom>
            <a:noFill/>
            <a:ln cap="rnd" cmpd="sng" w="28575">
              <a:solidFill>
                <a:schemeClr val="accent5"/>
              </a:solidFill>
              <a:prstDash val="solid"/>
              <a:round/>
              <a:headEnd len="sm" w="sm" type="none"/>
              <a:tailEnd len="sm" w="sm" type="none"/>
            </a:ln>
          </p:spPr>
        </p:cxnSp>
        <p:sp>
          <p:nvSpPr>
            <p:cNvPr id="1592" name="Google Shape;1592;p40"/>
            <p:cNvSpPr/>
            <p:nvPr/>
          </p:nvSpPr>
          <p:spPr>
            <a:xfrm>
              <a:off x="5718217" y="3318545"/>
              <a:ext cx="177600" cy="177600"/>
            </a:xfrm>
            <a:prstGeom prst="ellipse">
              <a:avLst/>
            </a:prstGeom>
            <a:solidFill>
              <a:schemeClr val="accent2"/>
            </a:solidFill>
            <a:ln cap="rnd" cmpd="sng" w="47625">
              <a:solidFill>
                <a:srgbClr val="013E7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593" name="Google Shape;1593;p40"/>
            <p:cNvSpPr/>
            <p:nvPr/>
          </p:nvSpPr>
          <p:spPr>
            <a:xfrm>
              <a:off x="6542970" y="2773491"/>
              <a:ext cx="177600" cy="177600"/>
            </a:xfrm>
            <a:prstGeom prst="ellipse">
              <a:avLst/>
            </a:prstGeom>
            <a:solidFill>
              <a:schemeClr val="accent2"/>
            </a:solidFill>
            <a:ln cap="rnd" cmpd="sng" w="47625">
              <a:solidFill>
                <a:srgbClr val="013E7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594" name="Google Shape;1594;p40"/>
            <p:cNvSpPr/>
            <p:nvPr/>
          </p:nvSpPr>
          <p:spPr>
            <a:xfrm>
              <a:off x="7389238" y="2999402"/>
              <a:ext cx="177600" cy="177600"/>
            </a:xfrm>
            <a:prstGeom prst="ellipse">
              <a:avLst/>
            </a:prstGeom>
            <a:solidFill>
              <a:schemeClr val="accent2"/>
            </a:solidFill>
            <a:ln cap="rnd" cmpd="sng" w="47625">
              <a:solidFill>
                <a:srgbClr val="013E7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595" name="Google Shape;1595;p40"/>
            <p:cNvSpPr/>
            <p:nvPr/>
          </p:nvSpPr>
          <p:spPr>
            <a:xfrm>
              <a:off x="8006010" y="2124447"/>
              <a:ext cx="177600" cy="177600"/>
            </a:xfrm>
            <a:prstGeom prst="ellipse">
              <a:avLst/>
            </a:prstGeom>
            <a:solidFill>
              <a:schemeClr val="accent2"/>
            </a:solidFill>
            <a:ln cap="rnd" cmpd="sng" w="47625">
              <a:solidFill>
                <a:srgbClr val="013E7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596" name="Google Shape;1596;p40"/>
            <p:cNvSpPr/>
            <p:nvPr/>
          </p:nvSpPr>
          <p:spPr>
            <a:xfrm>
              <a:off x="4785290" y="2398767"/>
              <a:ext cx="177600" cy="177600"/>
            </a:xfrm>
            <a:prstGeom prst="ellipse">
              <a:avLst/>
            </a:prstGeom>
            <a:solidFill>
              <a:schemeClr val="accent2"/>
            </a:solidFill>
            <a:ln cap="rnd" cmpd="sng" w="47625">
              <a:solidFill>
                <a:srgbClr val="013E7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597" name="Google Shape;1597;p40"/>
            <p:cNvSpPr/>
            <p:nvPr/>
          </p:nvSpPr>
          <p:spPr>
            <a:xfrm>
              <a:off x="9062650" y="1758687"/>
              <a:ext cx="177600" cy="177600"/>
            </a:xfrm>
            <a:prstGeom prst="ellipse">
              <a:avLst/>
            </a:prstGeom>
            <a:solidFill>
              <a:schemeClr val="accent2"/>
            </a:solidFill>
            <a:ln cap="rnd" cmpd="sng" w="47625">
              <a:solidFill>
                <a:srgbClr val="013E7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02" name="Shape 1602"/>
        <p:cNvGrpSpPr/>
        <p:nvPr/>
      </p:nvGrpSpPr>
      <p:grpSpPr>
        <a:xfrm>
          <a:off x="0" y="0"/>
          <a:ext cx="0" cy="0"/>
          <a:chOff x="0" y="0"/>
          <a:chExt cx="0" cy="0"/>
        </a:xfrm>
      </p:grpSpPr>
      <p:sp>
        <p:nvSpPr>
          <p:cNvPr id="1603" name="Google Shape;1603;p41"/>
          <p:cNvSpPr/>
          <p:nvPr/>
        </p:nvSpPr>
        <p:spPr>
          <a:xfrm>
            <a:off x="450353" y="2142873"/>
            <a:ext cx="3586800" cy="2538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04" name="Google Shape;1604;p41"/>
          <p:cNvSpPr/>
          <p:nvPr/>
        </p:nvSpPr>
        <p:spPr>
          <a:xfrm>
            <a:off x="5621503" y="1987926"/>
            <a:ext cx="1704900" cy="1704600"/>
          </a:xfrm>
          <a:prstGeom prst="ellipse">
            <a:avLst/>
          </a:prstGeom>
          <a:solidFill>
            <a:srgbClr val="A5A5A5"/>
          </a:solidFill>
          <a:ln>
            <a:noFill/>
          </a:ln>
          <a:effectLst>
            <a:outerShdw blurRad="428699" rotWithShape="0" algn="tr" dir="8100000" dist="219113">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605" name="Google Shape;1605;p41"/>
          <p:cNvGrpSpPr/>
          <p:nvPr/>
        </p:nvGrpSpPr>
        <p:grpSpPr>
          <a:xfrm>
            <a:off x="5112229" y="1479947"/>
            <a:ext cx="2723686" cy="2720577"/>
            <a:chOff x="6229351" y="1973263"/>
            <a:chExt cx="3630614" cy="3627436"/>
          </a:xfrm>
        </p:grpSpPr>
        <p:sp>
          <p:nvSpPr>
            <p:cNvPr id="1606" name="Google Shape;1606;p41"/>
            <p:cNvSpPr/>
            <p:nvPr/>
          </p:nvSpPr>
          <p:spPr>
            <a:xfrm>
              <a:off x="8963026" y="2606675"/>
              <a:ext cx="896939" cy="2239962"/>
            </a:xfrm>
            <a:custGeom>
              <a:rect b="b" l="l" r="r" t="t"/>
              <a:pathLst>
                <a:path extrusionOk="0" h="1770" w="708">
                  <a:moveTo>
                    <a:pt x="0" y="200"/>
                  </a:moveTo>
                  <a:cubicBezTo>
                    <a:pt x="1" y="201"/>
                    <a:pt x="2" y="202"/>
                    <a:pt x="3" y="203"/>
                  </a:cubicBezTo>
                  <a:cubicBezTo>
                    <a:pt x="377" y="576"/>
                    <a:pt x="404" y="1164"/>
                    <a:pt x="87" y="1569"/>
                  </a:cubicBezTo>
                  <a:cubicBezTo>
                    <a:pt x="87" y="1770"/>
                    <a:pt x="87" y="1770"/>
                    <a:pt x="87" y="1770"/>
                  </a:cubicBezTo>
                  <a:cubicBezTo>
                    <a:pt x="279" y="1770"/>
                    <a:pt x="279" y="1770"/>
                    <a:pt x="279" y="1770"/>
                  </a:cubicBezTo>
                  <a:cubicBezTo>
                    <a:pt x="708" y="1256"/>
                    <a:pt x="681" y="490"/>
                    <a:pt x="199" y="8"/>
                  </a:cubicBezTo>
                  <a:cubicBezTo>
                    <a:pt x="196" y="5"/>
                    <a:pt x="193" y="3"/>
                    <a:pt x="190" y="0"/>
                  </a:cubicBezTo>
                  <a:cubicBezTo>
                    <a:pt x="190" y="200"/>
                    <a:pt x="190" y="200"/>
                    <a:pt x="190" y="200"/>
                  </a:cubicBezTo>
                  <a:lnTo>
                    <a:pt x="0" y="2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07" name="Google Shape;1607;p41"/>
            <p:cNvSpPr/>
            <p:nvPr/>
          </p:nvSpPr>
          <p:spPr>
            <a:xfrm>
              <a:off x="6861176" y="1973263"/>
              <a:ext cx="2241550" cy="885826"/>
            </a:xfrm>
            <a:custGeom>
              <a:rect b="b" l="l" r="r" t="t"/>
              <a:pathLst>
                <a:path extrusionOk="0" h="700" w="1771">
                  <a:moveTo>
                    <a:pt x="209" y="700"/>
                  </a:moveTo>
                  <a:cubicBezTo>
                    <a:pt x="582" y="331"/>
                    <a:pt x="1167" y="305"/>
                    <a:pt x="1570" y="621"/>
                  </a:cubicBezTo>
                  <a:cubicBezTo>
                    <a:pt x="1771" y="621"/>
                    <a:pt x="1771" y="621"/>
                    <a:pt x="1771" y="621"/>
                  </a:cubicBezTo>
                  <a:cubicBezTo>
                    <a:pt x="1771" y="429"/>
                    <a:pt x="1771" y="429"/>
                    <a:pt x="1771" y="429"/>
                  </a:cubicBezTo>
                  <a:cubicBezTo>
                    <a:pt x="1258" y="0"/>
                    <a:pt x="492" y="27"/>
                    <a:pt x="10" y="509"/>
                  </a:cubicBezTo>
                  <a:cubicBezTo>
                    <a:pt x="6" y="513"/>
                    <a:pt x="3" y="516"/>
                    <a:pt x="0" y="520"/>
                  </a:cubicBezTo>
                  <a:cubicBezTo>
                    <a:pt x="209" y="520"/>
                    <a:pt x="209" y="520"/>
                    <a:pt x="209" y="520"/>
                  </a:cubicBezTo>
                  <a:lnTo>
                    <a:pt x="209" y="7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08" name="Google Shape;1608;p41"/>
            <p:cNvSpPr/>
            <p:nvPr/>
          </p:nvSpPr>
          <p:spPr>
            <a:xfrm>
              <a:off x="6229351" y="2732088"/>
              <a:ext cx="885825" cy="2238373"/>
            </a:xfrm>
            <a:custGeom>
              <a:rect b="b" l="l" r="r" t="t"/>
              <a:pathLst>
                <a:path extrusionOk="0" h="1769" w="700">
                  <a:moveTo>
                    <a:pt x="700" y="1559"/>
                  </a:moveTo>
                  <a:cubicBezTo>
                    <a:pt x="328" y="1183"/>
                    <a:pt x="304" y="593"/>
                    <a:pt x="628" y="189"/>
                  </a:cubicBezTo>
                  <a:cubicBezTo>
                    <a:pt x="628" y="0"/>
                    <a:pt x="628" y="0"/>
                    <a:pt x="628" y="0"/>
                  </a:cubicBezTo>
                  <a:cubicBezTo>
                    <a:pt x="427" y="0"/>
                    <a:pt x="427" y="0"/>
                    <a:pt x="427" y="0"/>
                  </a:cubicBezTo>
                  <a:cubicBezTo>
                    <a:pt x="0" y="514"/>
                    <a:pt x="27" y="1277"/>
                    <a:pt x="509" y="1759"/>
                  </a:cubicBezTo>
                  <a:cubicBezTo>
                    <a:pt x="512" y="1762"/>
                    <a:pt x="516" y="1766"/>
                    <a:pt x="519" y="1769"/>
                  </a:cubicBezTo>
                  <a:cubicBezTo>
                    <a:pt x="519" y="1559"/>
                    <a:pt x="519" y="1559"/>
                    <a:pt x="519" y="1559"/>
                  </a:cubicBezTo>
                  <a:lnTo>
                    <a:pt x="700" y="1559"/>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09" name="Google Shape;1609;p41"/>
            <p:cNvSpPr/>
            <p:nvPr/>
          </p:nvSpPr>
          <p:spPr>
            <a:xfrm>
              <a:off x="6986588" y="4705350"/>
              <a:ext cx="2238376" cy="895349"/>
            </a:xfrm>
            <a:custGeom>
              <a:rect b="b" l="l" r="r" t="t"/>
              <a:pathLst>
                <a:path extrusionOk="0" h="708" w="1768">
                  <a:moveTo>
                    <a:pt x="1568" y="191"/>
                  </a:moveTo>
                  <a:cubicBezTo>
                    <a:pt x="1568" y="0"/>
                    <a:pt x="1568" y="0"/>
                    <a:pt x="1568" y="0"/>
                  </a:cubicBezTo>
                  <a:cubicBezTo>
                    <a:pt x="1567" y="2"/>
                    <a:pt x="1566" y="3"/>
                    <a:pt x="1564" y="4"/>
                  </a:cubicBezTo>
                  <a:cubicBezTo>
                    <a:pt x="1189" y="380"/>
                    <a:pt x="595" y="405"/>
                    <a:pt x="190" y="79"/>
                  </a:cubicBezTo>
                  <a:cubicBezTo>
                    <a:pt x="0" y="79"/>
                    <a:pt x="0" y="79"/>
                    <a:pt x="0" y="79"/>
                  </a:cubicBezTo>
                  <a:cubicBezTo>
                    <a:pt x="0" y="281"/>
                    <a:pt x="0" y="281"/>
                    <a:pt x="0" y="281"/>
                  </a:cubicBezTo>
                  <a:cubicBezTo>
                    <a:pt x="514" y="708"/>
                    <a:pt x="1278" y="680"/>
                    <a:pt x="1760" y="199"/>
                  </a:cubicBezTo>
                  <a:cubicBezTo>
                    <a:pt x="1762" y="196"/>
                    <a:pt x="1765" y="193"/>
                    <a:pt x="1768" y="191"/>
                  </a:cubicBezTo>
                  <a:lnTo>
                    <a:pt x="1568" y="191"/>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610" name="Google Shape;1610;p41"/>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i="0" lang="en-GB">
                <a:solidFill>
                  <a:schemeClr val="dk1"/>
                </a:solidFill>
                <a:latin typeface="Arial Black"/>
                <a:ea typeface="Arial Black"/>
                <a:cs typeface="Arial Black"/>
                <a:sym typeface="Arial Black"/>
              </a:rPr>
              <a:t>Industry </a:t>
            </a:r>
            <a:r>
              <a:rPr i="0" lang="en-GB">
                <a:solidFill>
                  <a:schemeClr val="accent3"/>
                </a:solidFill>
                <a:latin typeface="Arial Black"/>
                <a:ea typeface="Arial Black"/>
                <a:cs typeface="Arial Black"/>
                <a:sym typeface="Arial Black"/>
              </a:rPr>
              <a:t>Analysis</a:t>
            </a:r>
            <a:endParaRPr>
              <a:solidFill>
                <a:schemeClr val="accent3"/>
              </a:solidFill>
              <a:latin typeface="Arial Black"/>
              <a:ea typeface="Arial Black"/>
              <a:cs typeface="Arial Black"/>
              <a:sym typeface="Arial Black"/>
            </a:endParaRPr>
          </a:p>
        </p:txBody>
      </p:sp>
      <p:sp>
        <p:nvSpPr>
          <p:cNvPr id="1611" name="Google Shape;1611;p41"/>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Environmental Forces</a:t>
            </a:r>
            <a:endParaRPr/>
          </a:p>
        </p:txBody>
      </p:sp>
      <p:sp>
        <p:nvSpPr>
          <p:cNvPr id="1612" name="Google Shape;1612;p41"/>
          <p:cNvSpPr txBox="1"/>
          <p:nvPr/>
        </p:nvSpPr>
        <p:spPr>
          <a:xfrm>
            <a:off x="5798745" y="2493987"/>
            <a:ext cx="1350600" cy="692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400">
                <a:solidFill>
                  <a:schemeClr val="lt1"/>
                </a:solidFill>
                <a:latin typeface="Quattrocento Sans"/>
                <a:ea typeface="Quattrocento Sans"/>
                <a:cs typeface="Quattrocento Sans"/>
                <a:sym typeface="Quattrocento Sans"/>
              </a:rPr>
              <a:t>Rivalry Among Existing Competitors</a:t>
            </a:r>
            <a:endParaRPr sz="1100"/>
          </a:p>
        </p:txBody>
      </p:sp>
      <p:grpSp>
        <p:nvGrpSpPr>
          <p:cNvPr id="1613" name="Google Shape;1613;p41"/>
          <p:cNvGrpSpPr/>
          <p:nvPr/>
        </p:nvGrpSpPr>
        <p:grpSpPr>
          <a:xfrm>
            <a:off x="6374553" y="1940116"/>
            <a:ext cx="190701" cy="1800240"/>
            <a:chOff x="7912001" y="2586821"/>
            <a:chExt cx="254200" cy="2400320"/>
          </a:xfrm>
        </p:grpSpPr>
        <p:sp>
          <p:nvSpPr>
            <p:cNvPr id="1614" name="Google Shape;1614;p41"/>
            <p:cNvSpPr/>
            <p:nvPr/>
          </p:nvSpPr>
          <p:spPr>
            <a:xfrm>
              <a:off x="7912101" y="258682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15" name="Google Shape;1615;p41"/>
            <p:cNvSpPr/>
            <p:nvPr/>
          </p:nvSpPr>
          <p:spPr>
            <a:xfrm rot="10800000">
              <a:off x="7912001" y="463104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sp>
        <p:nvSpPr>
          <p:cNvPr id="1616" name="Google Shape;1616;p41"/>
          <p:cNvSpPr/>
          <p:nvPr/>
        </p:nvSpPr>
        <p:spPr>
          <a:xfrm rot="5400000">
            <a:off x="7138282" y="2706736"/>
            <a:ext cx="190500" cy="2670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17" name="Google Shape;1617;p41"/>
          <p:cNvSpPr/>
          <p:nvPr/>
        </p:nvSpPr>
        <p:spPr>
          <a:xfrm rot="-5400000">
            <a:off x="5604574" y="2706736"/>
            <a:ext cx="190500" cy="267000"/>
          </a:xfrm>
          <a:prstGeom prst="downArrow">
            <a:avLst>
              <a:gd fmla="val 50000" name="adj1"/>
              <a:gd fmla="val 50000" name="adj2"/>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18" name="Google Shape;1618;p41"/>
          <p:cNvSpPr/>
          <p:nvPr/>
        </p:nvSpPr>
        <p:spPr>
          <a:xfrm>
            <a:off x="4628442" y="2314456"/>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19" name="Google Shape;1619;p41"/>
          <p:cNvSpPr/>
          <p:nvPr/>
        </p:nvSpPr>
        <p:spPr>
          <a:xfrm>
            <a:off x="7267793" y="2314456"/>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20" name="Google Shape;1620;p41"/>
          <p:cNvSpPr/>
          <p:nvPr/>
        </p:nvSpPr>
        <p:spPr>
          <a:xfrm>
            <a:off x="5948117" y="1004397"/>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21" name="Google Shape;1621;p41"/>
          <p:cNvSpPr/>
          <p:nvPr/>
        </p:nvSpPr>
        <p:spPr>
          <a:xfrm>
            <a:off x="5948117" y="3629764"/>
            <a:ext cx="1051800" cy="1051500"/>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22" name="Google Shape;1622;p41"/>
          <p:cNvSpPr txBox="1"/>
          <p:nvPr/>
        </p:nvSpPr>
        <p:spPr>
          <a:xfrm>
            <a:off x="6095503" y="128053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new entrants</a:t>
            </a:r>
            <a:endParaRPr sz="1100"/>
          </a:p>
        </p:txBody>
      </p:sp>
      <p:sp>
        <p:nvSpPr>
          <p:cNvPr id="1623" name="Google Shape;1623;p41"/>
          <p:cNvSpPr txBox="1"/>
          <p:nvPr/>
        </p:nvSpPr>
        <p:spPr>
          <a:xfrm>
            <a:off x="6095503" y="3832379"/>
            <a:ext cx="757200" cy="646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substitute products or services</a:t>
            </a:r>
            <a:endParaRPr sz="1100"/>
          </a:p>
        </p:txBody>
      </p:sp>
      <p:sp>
        <p:nvSpPr>
          <p:cNvPr id="1624" name="Google Shape;1624;p41"/>
          <p:cNvSpPr txBox="1"/>
          <p:nvPr/>
        </p:nvSpPr>
        <p:spPr>
          <a:xfrm>
            <a:off x="7415179"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buyers</a:t>
            </a:r>
            <a:endParaRPr sz="1100"/>
          </a:p>
        </p:txBody>
      </p:sp>
      <p:sp>
        <p:nvSpPr>
          <p:cNvPr id="1625" name="Google Shape;1625;p41"/>
          <p:cNvSpPr txBox="1"/>
          <p:nvPr/>
        </p:nvSpPr>
        <p:spPr>
          <a:xfrm>
            <a:off x="4775828"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suppliers</a:t>
            </a:r>
            <a:endParaRPr b="1" sz="1100">
              <a:solidFill>
                <a:schemeClr val="lt1"/>
              </a:solidFill>
              <a:latin typeface="Quattrocento Sans"/>
              <a:ea typeface="Quattrocento Sans"/>
              <a:cs typeface="Quattrocento Sans"/>
              <a:sym typeface="Quattrocento Sans"/>
            </a:endParaRPr>
          </a:p>
        </p:txBody>
      </p:sp>
      <p:sp>
        <p:nvSpPr>
          <p:cNvPr id="1626" name="Google Shape;1626;p41"/>
          <p:cNvSpPr txBox="1"/>
          <p:nvPr/>
        </p:nvSpPr>
        <p:spPr>
          <a:xfrm>
            <a:off x="450354" y="1093355"/>
            <a:ext cx="5326500" cy="46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500">
                <a:solidFill>
                  <a:srgbClr val="3F3F3F"/>
                </a:solidFill>
                <a:latin typeface="Quattrocento Sans"/>
                <a:ea typeface="Quattrocento Sans"/>
                <a:cs typeface="Quattrocento Sans"/>
                <a:sym typeface="Quattrocento Sans"/>
              </a:rPr>
              <a:t>Evaluate the industry according to Porter's Five forces:</a:t>
            </a:r>
            <a:endParaRPr sz="1500">
              <a:solidFill>
                <a:srgbClr val="3F3F3F"/>
              </a:solidFill>
              <a:latin typeface="Quattrocento Sans"/>
              <a:ea typeface="Quattrocento Sans"/>
              <a:cs typeface="Quattrocento Sans"/>
              <a:sym typeface="Quattrocento Sans"/>
            </a:endParaRPr>
          </a:p>
        </p:txBody>
      </p:sp>
      <p:sp>
        <p:nvSpPr>
          <p:cNvPr id="1627" name="Google Shape;1627;p41"/>
          <p:cNvSpPr txBox="1"/>
          <p:nvPr/>
        </p:nvSpPr>
        <p:spPr>
          <a:xfrm>
            <a:off x="599865" y="2349526"/>
            <a:ext cx="3245700" cy="2129100"/>
          </a:xfrm>
          <a:prstGeom prst="rect">
            <a:avLst/>
          </a:prstGeom>
          <a:noFill/>
          <a:ln>
            <a:noFill/>
          </a:ln>
        </p:spPr>
        <p:txBody>
          <a:bodyPr anchorCtr="0" anchor="t" bIns="0" lIns="0" spcFirstLastPara="1" rIns="0" wrap="square" tIns="0">
            <a:noAutofit/>
          </a:bodyPr>
          <a:lstStyle/>
          <a:p>
            <a:pPr indent="-215900" lvl="0" marL="215900" marR="0" rtl="0" algn="l">
              <a:lnSpc>
                <a:spcPct val="90000"/>
              </a:lnSpc>
              <a:spcBef>
                <a:spcPts val="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Substitute performance – High - Market Price for Power (Up to $5,000 MW), Market Price for NG (Up to $10 Mcf)</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Cost of Change – High</a:t>
            </a:r>
            <a:endParaRPr sz="1100"/>
          </a:p>
          <a:p>
            <a:pPr indent="-215900" lvl="1" marL="673100" marR="0" rtl="0" algn="l">
              <a:lnSpc>
                <a:spcPct val="90000"/>
              </a:lnSpc>
              <a:spcBef>
                <a:spcPts val="500"/>
              </a:spcBef>
              <a:spcAft>
                <a:spcPts val="0"/>
              </a:spcAft>
              <a:buClr>
                <a:schemeClr val="dk1"/>
              </a:buClr>
              <a:buSzPts val="1400"/>
              <a:buFont typeface="Noto Sans Symbols"/>
              <a:buChar char="✔"/>
            </a:pPr>
            <a:r>
              <a:rPr b="0" i="0" lang="en-GB" sz="900" u="none" cap="none" strike="noStrike">
                <a:solidFill>
                  <a:schemeClr val="dk1"/>
                </a:solidFill>
                <a:latin typeface="Arial"/>
                <a:ea typeface="Arial"/>
                <a:cs typeface="Arial"/>
                <a:sym typeface="Arial"/>
              </a:rPr>
              <a:t>Off-grid to on-grid – High - ($100k for an FEA study, land acquisition costs, Long-term leases, NG pipeline (~$2M a mile). </a:t>
            </a:r>
            <a:endParaRPr sz="1100"/>
          </a:p>
          <a:p>
            <a:pPr indent="-215900" lvl="1" marL="673100" marR="0" rtl="0" algn="l">
              <a:lnSpc>
                <a:spcPct val="90000"/>
              </a:lnSpc>
              <a:spcBef>
                <a:spcPts val="500"/>
              </a:spcBef>
              <a:spcAft>
                <a:spcPts val="0"/>
              </a:spcAft>
              <a:buClr>
                <a:schemeClr val="dk1"/>
              </a:buClr>
              <a:buSzPts val="1400"/>
              <a:buFont typeface="Noto Sans Symbols"/>
              <a:buChar char="✔"/>
            </a:pPr>
            <a:r>
              <a:rPr b="0" i="0" lang="en-GB" sz="900" u="none" cap="none" strike="noStrike">
                <a:solidFill>
                  <a:schemeClr val="dk1"/>
                </a:solidFill>
                <a:latin typeface="Arial"/>
                <a:ea typeface="Arial"/>
                <a:cs typeface="Arial"/>
                <a:sym typeface="Arial"/>
              </a:rPr>
              <a:t>BTC 🡪 AI – High - $6-7M per MW in infrastructure costs + GPUs</a:t>
            </a:r>
            <a:endParaRPr sz="1100"/>
          </a:p>
          <a:p>
            <a:pPr indent="-215900" lvl="1" marL="673100" marR="0" rtl="0" algn="l">
              <a:lnSpc>
                <a:spcPct val="90000"/>
              </a:lnSpc>
              <a:spcBef>
                <a:spcPts val="500"/>
              </a:spcBef>
              <a:spcAft>
                <a:spcPts val="0"/>
              </a:spcAft>
              <a:buClr>
                <a:schemeClr val="dk1"/>
              </a:buClr>
              <a:buSzPts val="1400"/>
              <a:buFont typeface="Noto Sans Symbols"/>
              <a:buChar char="✔"/>
            </a:pPr>
            <a:r>
              <a:rPr b="0" i="0" lang="en-GB" sz="900" u="none" cap="none" strike="noStrike">
                <a:solidFill>
                  <a:schemeClr val="dk1"/>
                </a:solidFill>
                <a:latin typeface="Arial"/>
                <a:ea typeface="Arial"/>
                <a:cs typeface="Arial"/>
                <a:sym typeface="Arial"/>
              </a:rPr>
              <a:t>Tokens - High - CAPEX for ASICS is 50+% of a project – unlikely to mine other tokens or switch service. Sunk Cost is high.</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Rentals – Medium – Customers rent power generation instead of signed GPA.</a:t>
            </a:r>
            <a:endParaRPr sz="900">
              <a:solidFill>
                <a:schemeClr val="dk1"/>
              </a:solidFill>
              <a:latin typeface="Arial"/>
              <a:ea typeface="Arial"/>
              <a:cs typeface="Arial"/>
              <a:sym typeface="Arial"/>
            </a:endParaRPr>
          </a:p>
        </p:txBody>
      </p:sp>
      <p:grpSp>
        <p:nvGrpSpPr>
          <p:cNvPr id="1628" name="Google Shape;1628;p41"/>
          <p:cNvGrpSpPr/>
          <p:nvPr/>
        </p:nvGrpSpPr>
        <p:grpSpPr>
          <a:xfrm>
            <a:off x="457806" y="1574849"/>
            <a:ext cx="3572771" cy="520449"/>
            <a:chOff x="610245" y="3599016"/>
            <a:chExt cx="4762425" cy="693932"/>
          </a:xfrm>
        </p:grpSpPr>
        <p:sp>
          <p:nvSpPr>
            <p:cNvPr id="1629" name="Google Shape;1629;p41"/>
            <p:cNvSpPr/>
            <p:nvPr/>
          </p:nvSpPr>
          <p:spPr>
            <a:xfrm>
              <a:off x="610245" y="3602348"/>
              <a:ext cx="665400" cy="690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630" name="Google Shape;1630;p41"/>
            <p:cNvGrpSpPr/>
            <p:nvPr/>
          </p:nvGrpSpPr>
          <p:grpSpPr>
            <a:xfrm>
              <a:off x="690291" y="3693818"/>
              <a:ext cx="507600" cy="507600"/>
              <a:chOff x="686774" y="3711740"/>
              <a:chExt cx="507600" cy="507600"/>
            </a:xfrm>
          </p:grpSpPr>
          <p:sp>
            <p:nvSpPr>
              <p:cNvPr id="1631" name="Google Shape;1631;p41"/>
              <p:cNvSpPr/>
              <p:nvPr/>
            </p:nvSpPr>
            <p:spPr>
              <a:xfrm>
                <a:off x="686774" y="3711740"/>
                <a:ext cx="507600" cy="5076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Continuous Improvement outline" id="1632" name="Google Shape;1632;p41"/>
              <p:cNvGrpSpPr/>
              <p:nvPr/>
            </p:nvGrpSpPr>
            <p:grpSpPr>
              <a:xfrm>
                <a:off x="752558" y="3776213"/>
                <a:ext cx="421737" cy="409039"/>
                <a:chOff x="662183" y="3696848"/>
                <a:chExt cx="617477" cy="598886"/>
              </a:xfrm>
            </p:grpSpPr>
            <p:sp>
              <p:nvSpPr>
                <p:cNvPr id="1633" name="Google Shape;1633;p41"/>
                <p:cNvSpPr/>
                <p:nvPr/>
              </p:nvSpPr>
              <p:spPr>
                <a:xfrm>
                  <a:off x="662183" y="3862143"/>
                  <a:ext cx="250850" cy="433591"/>
                </a:xfrm>
                <a:custGeom>
                  <a:rect b="b" l="l" r="r" t="t"/>
                  <a:pathLst>
                    <a:path extrusionOk="0" h="433591" w="250850">
                      <a:moveTo>
                        <a:pt x="201303" y="285804"/>
                      </a:moveTo>
                      <a:cubicBezTo>
                        <a:pt x="198715" y="281222"/>
                        <a:pt x="192901" y="279606"/>
                        <a:pt x="188320" y="282194"/>
                      </a:cubicBezTo>
                      <a:cubicBezTo>
                        <a:pt x="183738" y="284782"/>
                        <a:pt x="182122" y="290595"/>
                        <a:pt x="184710" y="295176"/>
                      </a:cubicBezTo>
                      <a:lnTo>
                        <a:pt x="222696" y="362337"/>
                      </a:lnTo>
                      <a:cubicBezTo>
                        <a:pt x="222753" y="362442"/>
                        <a:pt x="222696" y="362499"/>
                        <a:pt x="222581" y="362480"/>
                      </a:cubicBezTo>
                      <a:cubicBezTo>
                        <a:pt x="83604" y="332715"/>
                        <a:pt x="-4930" y="195924"/>
                        <a:pt x="24835" y="56947"/>
                      </a:cubicBezTo>
                      <a:cubicBezTo>
                        <a:pt x="28041" y="41977"/>
                        <a:pt x="32576" y="27324"/>
                        <a:pt x="38387" y="13160"/>
                      </a:cubicBezTo>
                      <a:cubicBezTo>
                        <a:pt x="40391" y="8294"/>
                        <a:pt x="38072" y="2725"/>
                        <a:pt x="33205" y="721"/>
                      </a:cubicBezTo>
                      <a:cubicBezTo>
                        <a:pt x="28339" y="-1283"/>
                        <a:pt x="22770" y="1036"/>
                        <a:pt x="20766" y="5902"/>
                      </a:cubicBezTo>
                      <a:cubicBezTo>
                        <a:pt x="-37194" y="147160"/>
                        <a:pt x="30333" y="308658"/>
                        <a:pt x="171590" y="366618"/>
                      </a:cubicBezTo>
                      <a:cubicBezTo>
                        <a:pt x="185358" y="372267"/>
                        <a:pt x="199559" y="376795"/>
                        <a:pt x="214057" y="380158"/>
                      </a:cubicBezTo>
                      <a:cubicBezTo>
                        <a:pt x="214190" y="380158"/>
                        <a:pt x="214199" y="380263"/>
                        <a:pt x="214057" y="380320"/>
                      </a:cubicBezTo>
                      <a:lnTo>
                        <a:pt x="151420" y="415763"/>
                      </a:lnTo>
                      <a:cubicBezTo>
                        <a:pt x="146839" y="418354"/>
                        <a:pt x="145224" y="424169"/>
                        <a:pt x="147815" y="428750"/>
                      </a:cubicBezTo>
                      <a:cubicBezTo>
                        <a:pt x="150406" y="433332"/>
                        <a:pt x="156221" y="434946"/>
                        <a:pt x="160802" y="432356"/>
                      </a:cubicBezTo>
                      <a:lnTo>
                        <a:pt x="246013" y="384159"/>
                      </a:lnTo>
                      <a:cubicBezTo>
                        <a:pt x="250592" y="381569"/>
                        <a:pt x="252204" y="375758"/>
                        <a:pt x="249615" y="371179"/>
                      </a:cubicBezTo>
                      <a:cubicBezTo>
                        <a:pt x="249614" y="371178"/>
                        <a:pt x="249614" y="371177"/>
                        <a:pt x="249613" y="37117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34" name="Google Shape;1634;p41"/>
                <p:cNvSpPr/>
                <p:nvPr/>
              </p:nvSpPr>
              <p:spPr>
                <a:xfrm>
                  <a:off x="964419" y="3861563"/>
                  <a:ext cx="315241" cy="385415"/>
                </a:xfrm>
                <a:custGeom>
                  <a:rect b="b" l="l" r="r" t="t"/>
                  <a:pathLst>
                    <a:path extrusionOk="0" h="385415" w="315241">
                      <a:moveTo>
                        <a:pt x="310194" y="50840"/>
                      </a:moveTo>
                      <a:lnTo>
                        <a:pt x="225764" y="1310"/>
                      </a:lnTo>
                      <a:cubicBezTo>
                        <a:pt x="221230" y="-1349"/>
                        <a:pt x="215397" y="169"/>
                        <a:pt x="212734" y="4701"/>
                      </a:cubicBezTo>
                      <a:lnTo>
                        <a:pt x="163119" y="89273"/>
                      </a:lnTo>
                      <a:cubicBezTo>
                        <a:pt x="160459" y="93808"/>
                        <a:pt x="161977" y="99640"/>
                        <a:pt x="166509" y="102303"/>
                      </a:cubicBezTo>
                      <a:cubicBezTo>
                        <a:pt x="167966" y="103166"/>
                        <a:pt x="169627" y="103620"/>
                        <a:pt x="171320" y="103618"/>
                      </a:cubicBezTo>
                      <a:cubicBezTo>
                        <a:pt x="174701" y="103620"/>
                        <a:pt x="177829" y="101829"/>
                        <a:pt x="179540" y="98913"/>
                      </a:cubicBezTo>
                      <a:lnTo>
                        <a:pt x="218545" y="32476"/>
                      </a:lnTo>
                      <a:cubicBezTo>
                        <a:pt x="218602" y="32371"/>
                        <a:pt x="218687" y="32380"/>
                        <a:pt x="218726" y="32476"/>
                      </a:cubicBezTo>
                      <a:cubicBezTo>
                        <a:pt x="255581" y="147859"/>
                        <a:pt x="207265" y="273351"/>
                        <a:pt x="102549" y="334228"/>
                      </a:cubicBezTo>
                      <a:cubicBezTo>
                        <a:pt x="73536" y="351053"/>
                        <a:pt x="41494" y="362002"/>
                        <a:pt x="8252" y="366451"/>
                      </a:cubicBezTo>
                      <a:cubicBezTo>
                        <a:pt x="3039" y="367155"/>
                        <a:pt x="-617" y="371951"/>
                        <a:pt x="87" y="377165"/>
                      </a:cubicBezTo>
                      <a:cubicBezTo>
                        <a:pt x="724" y="381879"/>
                        <a:pt x="4742" y="385402"/>
                        <a:pt x="9499" y="385415"/>
                      </a:cubicBezTo>
                      <a:cubicBezTo>
                        <a:pt x="9929" y="385413"/>
                        <a:pt x="10359" y="385388"/>
                        <a:pt x="10785" y="385339"/>
                      </a:cubicBezTo>
                      <a:cubicBezTo>
                        <a:pt x="162090" y="364885"/>
                        <a:pt x="268165" y="225647"/>
                        <a:pt x="247711" y="74341"/>
                      </a:cubicBezTo>
                      <a:cubicBezTo>
                        <a:pt x="245719" y="59612"/>
                        <a:pt x="242544" y="45066"/>
                        <a:pt x="238214" y="30847"/>
                      </a:cubicBezTo>
                      <a:cubicBezTo>
                        <a:pt x="238214" y="30723"/>
                        <a:pt x="238214" y="30676"/>
                        <a:pt x="238347" y="30742"/>
                      </a:cubicBezTo>
                      <a:lnTo>
                        <a:pt x="300583" y="67271"/>
                      </a:lnTo>
                      <a:cubicBezTo>
                        <a:pt x="305015" y="70104"/>
                        <a:pt x="310906" y="68810"/>
                        <a:pt x="313739" y="64378"/>
                      </a:cubicBezTo>
                      <a:cubicBezTo>
                        <a:pt x="316574" y="59946"/>
                        <a:pt x="315279" y="54056"/>
                        <a:pt x="310847" y="51222"/>
                      </a:cubicBezTo>
                      <a:cubicBezTo>
                        <a:pt x="310634" y="51086"/>
                        <a:pt x="310416" y="50958"/>
                        <a:pt x="310194" y="5084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35" name="Google Shape;1635;p41"/>
                <p:cNvSpPr/>
                <p:nvPr/>
              </p:nvSpPr>
              <p:spPr>
                <a:xfrm>
                  <a:off x="716943" y="3696848"/>
                  <a:ext cx="442275" cy="123219"/>
                </a:xfrm>
                <a:custGeom>
                  <a:rect b="b" l="l" r="r" t="t"/>
                  <a:pathLst>
                    <a:path extrusionOk="0" h="123219" w="442275">
                      <a:moveTo>
                        <a:pt x="9477" y="122724"/>
                      </a:moveTo>
                      <a:lnTo>
                        <a:pt x="107585" y="123219"/>
                      </a:lnTo>
                      <a:lnTo>
                        <a:pt x="107585" y="123219"/>
                      </a:lnTo>
                      <a:cubicBezTo>
                        <a:pt x="112846" y="123233"/>
                        <a:pt x="117120" y="118979"/>
                        <a:pt x="117134" y="113718"/>
                      </a:cubicBezTo>
                      <a:cubicBezTo>
                        <a:pt x="117147" y="108458"/>
                        <a:pt x="112893" y="104183"/>
                        <a:pt x="107632" y="104169"/>
                      </a:cubicBezTo>
                      <a:lnTo>
                        <a:pt x="31052" y="103779"/>
                      </a:lnTo>
                      <a:cubicBezTo>
                        <a:pt x="30928" y="103779"/>
                        <a:pt x="30899" y="103712"/>
                        <a:pt x="30975" y="103617"/>
                      </a:cubicBezTo>
                      <a:cubicBezTo>
                        <a:pt x="126374" y="-1668"/>
                        <a:pt x="289059" y="-9681"/>
                        <a:pt x="394343" y="85717"/>
                      </a:cubicBezTo>
                      <a:cubicBezTo>
                        <a:pt x="405584" y="95903"/>
                        <a:pt x="415902" y="107062"/>
                        <a:pt x="425177" y="119066"/>
                      </a:cubicBezTo>
                      <a:cubicBezTo>
                        <a:pt x="428368" y="123249"/>
                        <a:pt x="434345" y="124054"/>
                        <a:pt x="438527" y="120863"/>
                      </a:cubicBezTo>
                      <a:cubicBezTo>
                        <a:pt x="442710" y="117673"/>
                        <a:pt x="443514" y="111696"/>
                        <a:pt x="440324" y="107513"/>
                      </a:cubicBezTo>
                      <a:cubicBezTo>
                        <a:pt x="440304" y="107487"/>
                        <a:pt x="440285" y="107462"/>
                        <a:pt x="440265" y="107436"/>
                      </a:cubicBezTo>
                      <a:cubicBezTo>
                        <a:pt x="346917" y="-13378"/>
                        <a:pt x="173304" y="-35644"/>
                        <a:pt x="52489" y="57704"/>
                      </a:cubicBezTo>
                      <a:cubicBezTo>
                        <a:pt x="40638" y="66861"/>
                        <a:pt x="29550" y="76966"/>
                        <a:pt x="19336" y="87920"/>
                      </a:cubicBezTo>
                      <a:cubicBezTo>
                        <a:pt x="19250" y="88015"/>
                        <a:pt x="19174" y="87986"/>
                        <a:pt x="19174" y="87863"/>
                      </a:cubicBezTo>
                      <a:lnTo>
                        <a:pt x="19536" y="15358"/>
                      </a:lnTo>
                      <a:cubicBezTo>
                        <a:pt x="19536" y="10098"/>
                        <a:pt x="15271" y="5833"/>
                        <a:pt x="10011" y="5833"/>
                      </a:cubicBezTo>
                      <a:lnTo>
                        <a:pt x="10011" y="5833"/>
                      </a:lnTo>
                      <a:cubicBezTo>
                        <a:pt x="4769" y="5833"/>
                        <a:pt x="512" y="10069"/>
                        <a:pt x="486" y="15311"/>
                      </a:cubicBezTo>
                      <a:lnTo>
                        <a:pt x="0" y="113199"/>
                      </a:lnTo>
                      <a:cubicBezTo>
                        <a:pt x="0" y="118441"/>
                        <a:pt x="4236" y="122697"/>
                        <a:pt x="9477" y="12272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36" name="Google Shape;1636;p41"/>
                <p:cNvSpPr/>
                <p:nvPr/>
              </p:nvSpPr>
              <p:spPr>
                <a:xfrm>
                  <a:off x="985386" y="3981574"/>
                  <a:ext cx="28936" cy="45472"/>
                </a:xfrm>
                <a:custGeom>
                  <a:rect b="b" l="l" r="r" t="t"/>
                  <a:pathLst>
                    <a:path extrusionOk="0" h="45472" w="28936">
                      <a:moveTo>
                        <a:pt x="0" y="45472"/>
                      </a:moveTo>
                      <a:lnTo>
                        <a:pt x="28937" y="28937"/>
                      </a:lnTo>
                      <a:lnTo>
                        <a:pt x="28937" y="0"/>
                      </a:lnTo>
                      <a:lnTo>
                        <a:pt x="0" y="16535"/>
                      </a:lnTo>
                      <a:lnTo>
                        <a:pt x="0" y="4547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37" name="Google Shape;1637;p41"/>
                <p:cNvSpPr/>
                <p:nvPr/>
              </p:nvSpPr>
              <p:spPr>
                <a:xfrm>
                  <a:off x="803649" y="3801494"/>
                  <a:ext cx="292103" cy="343280"/>
                </a:xfrm>
                <a:custGeom>
                  <a:rect b="b" l="l" r="r" t="t"/>
                  <a:pathLst>
                    <a:path extrusionOk="0" h="343280" w="292103">
                      <a:moveTo>
                        <a:pt x="292103" y="88659"/>
                      </a:moveTo>
                      <a:lnTo>
                        <a:pt x="146056" y="0"/>
                      </a:lnTo>
                      <a:lnTo>
                        <a:pt x="0" y="88659"/>
                      </a:lnTo>
                      <a:lnTo>
                        <a:pt x="0" y="254641"/>
                      </a:lnTo>
                      <a:lnTo>
                        <a:pt x="146056" y="343281"/>
                      </a:lnTo>
                      <a:lnTo>
                        <a:pt x="292103" y="254641"/>
                      </a:lnTo>
                      <a:close/>
                      <a:moveTo>
                        <a:pt x="264271" y="94021"/>
                      </a:moveTo>
                      <a:lnTo>
                        <a:pt x="220180" y="120767"/>
                      </a:lnTo>
                      <a:lnTo>
                        <a:pt x="101327" y="49444"/>
                      </a:lnTo>
                      <a:lnTo>
                        <a:pt x="146094" y="22289"/>
                      </a:lnTo>
                      <a:close/>
                      <a:moveTo>
                        <a:pt x="146104" y="165745"/>
                      </a:moveTo>
                      <a:lnTo>
                        <a:pt x="27937" y="94021"/>
                      </a:lnTo>
                      <a:lnTo>
                        <a:pt x="82972" y="60617"/>
                      </a:lnTo>
                      <a:lnTo>
                        <a:pt x="201825" y="131921"/>
                      </a:lnTo>
                      <a:close/>
                      <a:moveTo>
                        <a:pt x="19050" y="110938"/>
                      </a:moveTo>
                      <a:lnTo>
                        <a:pt x="136531" y="182251"/>
                      </a:lnTo>
                      <a:lnTo>
                        <a:pt x="136531" y="315220"/>
                      </a:lnTo>
                      <a:lnTo>
                        <a:pt x="19050" y="243916"/>
                      </a:lnTo>
                      <a:close/>
                      <a:moveTo>
                        <a:pt x="155581" y="315220"/>
                      </a:moveTo>
                      <a:lnTo>
                        <a:pt x="155581" y="182251"/>
                      </a:lnTo>
                      <a:lnTo>
                        <a:pt x="273053" y="110938"/>
                      </a:lnTo>
                      <a:lnTo>
                        <a:pt x="273053" y="24391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
          <p:nvSpPr>
            <p:cNvPr id="1638" name="Google Shape;1638;p41"/>
            <p:cNvSpPr/>
            <p:nvPr/>
          </p:nvSpPr>
          <p:spPr>
            <a:xfrm>
              <a:off x="1377270" y="3599016"/>
              <a:ext cx="3995400" cy="690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39" name="Google Shape;1639;p41"/>
            <p:cNvSpPr txBox="1"/>
            <p:nvPr/>
          </p:nvSpPr>
          <p:spPr>
            <a:xfrm>
              <a:off x="1439795" y="3705705"/>
              <a:ext cx="3507600" cy="48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Threat of Substitute Products/Services</a:t>
              </a:r>
              <a:endParaRPr sz="11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43" name="Shape 1643"/>
        <p:cNvGrpSpPr/>
        <p:nvPr/>
      </p:nvGrpSpPr>
      <p:grpSpPr>
        <a:xfrm>
          <a:off x="0" y="0"/>
          <a:ext cx="0" cy="0"/>
          <a:chOff x="0" y="0"/>
          <a:chExt cx="0" cy="0"/>
        </a:xfrm>
      </p:grpSpPr>
      <p:sp>
        <p:nvSpPr>
          <p:cNvPr id="1644" name="Google Shape;1644;p42"/>
          <p:cNvSpPr/>
          <p:nvPr/>
        </p:nvSpPr>
        <p:spPr>
          <a:xfrm>
            <a:off x="457803" y="2701761"/>
            <a:ext cx="4992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45" name="Google Shape;1645;p42"/>
          <p:cNvSpPr/>
          <p:nvPr/>
        </p:nvSpPr>
        <p:spPr>
          <a:xfrm>
            <a:off x="5621503" y="1987926"/>
            <a:ext cx="1704900" cy="1704600"/>
          </a:xfrm>
          <a:prstGeom prst="ellipse">
            <a:avLst/>
          </a:prstGeom>
          <a:solidFill>
            <a:schemeClr val="accent1"/>
          </a:solidFill>
          <a:ln>
            <a:noFill/>
          </a:ln>
          <a:effectLst>
            <a:outerShdw blurRad="428699" rotWithShape="0" algn="tr" dir="8100000" dist="219113">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646" name="Google Shape;1646;p42"/>
          <p:cNvGrpSpPr/>
          <p:nvPr/>
        </p:nvGrpSpPr>
        <p:grpSpPr>
          <a:xfrm>
            <a:off x="5112229" y="1479947"/>
            <a:ext cx="2723686" cy="2720577"/>
            <a:chOff x="6229351" y="1973263"/>
            <a:chExt cx="3630614" cy="3627436"/>
          </a:xfrm>
        </p:grpSpPr>
        <p:sp>
          <p:nvSpPr>
            <p:cNvPr id="1647" name="Google Shape;1647;p42"/>
            <p:cNvSpPr/>
            <p:nvPr/>
          </p:nvSpPr>
          <p:spPr>
            <a:xfrm>
              <a:off x="8963026" y="2606675"/>
              <a:ext cx="896939" cy="2239962"/>
            </a:xfrm>
            <a:custGeom>
              <a:rect b="b" l="l" r="r" t="t"/>
              <a:pathLst>
                <a:path extrusionOk="0" h="1770" w="708">
                  <a:moveTo>
                    <a:pt x="0" y="200"/>
                  </a:moveTo>
                  <a:cubicBezTo>
                    <a:pt x="1" y="201"/>
                    <a:pt x="2" y="202"/>
                    <a:pt x="3" y="203"/>
                  </a:cubicBezTo>
                  <a:cubicBezTo>
                    <a:pt x="377" y="576"/>
                    <a:pt x="404" y="1164"/>
                    <a:pt x="87" y="1569"/>
                  </a:cubicBezTo>
                  <a:cubicBezTo>
                    <a:pt x="87" y="1770"/>
                    <a:pt x="87" y="1770"/>
                    <a:pt x="87" y="1770"/>
                  </a:cubicBezTo>
                  <a:cubicBezTo>
                    <a:pt x="279" y="1770"/>
                    <a:pt x="279" y="1770"/>
                    <a:pt x="279" y="1770"/>
                  </a:cubicBezTo>
                  <a:cubicBezTo>
                    <a:pt x="708" y="1256"/>
                    <a:pt x="681" y="490"/>
                    <a:pt x="199" y="8"/>
                  </a:cubicBezTo>
                  <a:cubicBezTo>
                    <a:pt x="196" y="5"/>
                    <a:pt x="193" y="3"/>
                    <a:pt x="190" y="0"/>
                  </a:cubicBezTo>
                  <a:cubicBezTo>
                    <a:pt x="190" y="200"/>
                    <a:pt x="190" y="200"/>
                    <a:pt x="190" y="200"/>
                  </a:cubicBezTo>
                  <a:lnTo>
                    <a:pt x="0" y="2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48" name="Google Shape;1648;p42"/>
            <p:cNvSpPr/>
            <p:nvPr/>
          </p:nvSpPr>
          <p:spPr>
            <a:xfrm>
              <a:off x="6861176" y="1973263"/>
              <a:ext cx="2241550" cy="885826"/>
            </a:xfrm>
            <a:custGeom>
              <a:rect b="b" l="l" r="r" t="t"/>
              <a:pathLst>
                <a:path extrusionOk="0" h="700" w="1771">
                  <a:moveTo>
                    <a:pt x="209" y="700"/>
                  </a:moveTo>
                  <a:cubicBezTo>
                    <a:pt x="582" y="331"/>
                    <a:pt x="1167" y="305"/>
                    <a:pt x="1570" y="621"/>
                  </a:cubicBezTo>
                  <a:cubicBezTo>
                    <a:pt x="1771" y="621"/>
                    <a:pt x="1771" y="621"/>
                    <a:pt x="1771" y="621"/>
                  </a:cubicBezTo>
                  <a:cubicBezTo>
                    <a:pt x="1771" y="429"/>
                    <a:pt x="1771" y="429"/>
                    <a:pt x="1771" y="429"/>
                  </a:cubicBezTo>
                  <a:cubicBezTo>
                    <a:pt x="1258" y="0"/>
                    <a:pt x="492" y="27"/>
                    <a:pt x="10" y="509"/>
                  </a:cubicBezTo>
                  <a:cubicBezTo>
                    <a:pt x="6" y="513"/>
                    <a:pt x="3" y="516"/>
                    <a:pt x="0" y="520"/>
                  </a:cubicBezTo>
                  <a:cubicBezTo>
                    <a:pt x="209" y="520"/>
                    <a:pt x="209" y="520"/>
                    <a:pt x="209" y="520"/>
                  </a:cubicBezTo>
                  <a:lnTo>
                    <a:pt x="209" y="7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49" name="Google Shape;1649;p42"/>
            <p:cNvSpPr/>
            <p:nvPr/>
          </p:nvSpPr>
          <p:spPr>
            <a:xfrm>
              <a:off x="6229351" y="2732088"/>
              <a:ext cx="885825" cy="2238373"/>
            </a:xfrm>
            <a:custGeom>
              <a:rect b="b" l="l" r="r" t="t"/>
              <a:pathLst>
                <a:path extrusionOk="0" h="1769" w="700">
                  <a:moveTo>
                    <a:pt x="700" y="1559"/>
                  </a:moveTo>
                  <a:cubicBezTo>
                    <a:pt x="328" y="1183"/>
                    <a:pt x="304" y="593"/>
                    <a:pt x="628" y="189"/>
                  </a:cubicBezTo>
                  <a:cubicBezTo>
                    <a:pt x="628" y="0"/>
                    <a:pt x="628" y="0"/>
                    <a:pt x="628" y="0"/>
                  </a:cubicBezTo>
                  <a:cubicBezTo>
                    <a:pt x="427" y="0"/>
                    <a:pt x="427" y="0"/>
                    <a:pt x="427" y="0"/>
                  </a:cubicBezTo>
                  <a:cubicBezTo>
                    <a:pt x="0" y="514"/>
                    <a:pt x="27" y="1277"/>
                    <a:pt x="509" y="1759"/>
                  </a:cubicBezTo>
                  <a:cubicBezTo>
                    <a:pt x="512" y="1762"/>
                    <a:pt x="516" y="1766"/>
                    <a:pt x="519" y="1769"/>
                  </a:cubicBezTo>
                  <a:cubicBezTo>
                    <a:pt x="519" y="1559"/>
                    <a:pt x="519" y="1559"/>
                    <a:pt x="519" y="1559"/>
                  </a:cubicBezTo>
                  <a:lnTo>
                    <a:pt x="700" y="1559"/>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50" name="Google Shape;1650;p42"/>
            <p:cNvSpPr/>
            <p:nvPr/>
          </p:nvSpPr>
          <p:spPr>
            <a:xfrm>
              <a:off x="6986588" y="4705350"/>
              <a:ext cx="2238376" cy="895349"/>
            </a:xfrm>
            <a:custGeom>
              <a:rect b="b" l="l" r="r" t="t"/>
              <a:pathLst>
                <a:path extrusionOk="0" h="708" w="1768">
                  <a:moveTo>
                    <a:pt x="1568" y="191"/>
                  </a:moveTo>
                  <a:cubicBezTo>
                    <a:pt x="1568" y="0"/>
                    <a:pt x="1568" y="0"/>
                    <a:pt x="1568" y="0"/>
                  </a:cubicBezTo>
                  <a:cubicBezTo>
                    <a:pt x="1567" y="2"/>
                    <a:pt x="1566" y="3"/>
                    <a:pt x="1564" y="4"/>
                  </a:cubicBezTo>
                  <a:cubicBezTo>
                    <a:pt x="1189" y="380"/>
                    <a:pt x="595" y="405"/>
                    <a:pt x="190" y="79"/>
                  </a:cubicBezTo>
                  <a:cubicBezTo>
                    <a:pt x="0" y="79"/>
                    <a:pt x="0" y="79"/>
                    <a:pt x="0" y="79"/>
                  </a:cubicBezTo>
                  <a:cubicBezTo>
                    <a:pt x="0" y="281"/>
                    <a:pt x="0" y="281"/>
                    <a:pt x="0" y="281"/>
                  </a:cubicBezTo>
                  <a:cubicBezTo>
                    <a:pt x="514" y="708"/>
                    <a:pt x="1278" y="680"/>
                    <a:pt x="1760" y="199"/>
                  </a:cubicBezTo>
                  <a:cubicBezTo>
                    <a:pt x="1762" y="196"/>
                    <a:pt x="1765" y="193"/>
                    <a:pt x="1768" y="191"/>
                  </a:cubicBezTo>
                  <a:lnTo>
                    <a:pt x="1568" y="191"/>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651" name="Google Shape;1651;p42"/>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i="0" lang="en-GB">
                <a:solidFill>
                  <a:schemeClr val="dk1"/>
                </a:solidFill>
                <a:latin typeface="Arial Black"/>
                <a:ea typeface="Arial Black"/>
                <a:cs typeface="Arial Black"/>
                <a:sym typeface="Arial Black"/>
              </a:rPr>
              <a:t>Industry </a:t>
            </a:r>
            <a:r>
              <a:rPr i="0" lang="en-GB">
                <a:solidFill>
                  <a:schemeClr val="accent3"/>
                </a:solidFill>
                <a:latin typeface="Arial Black"/>
                <a:ea typeface="Arial Black"/>
                <a:cs typeface="Arial Black"/>
                <a:sym typeface="Arial Black"/>
              </a:rPr>
              <a:t>Analysis</a:t>
            </a:r>
            <a:endParaRPr>
              <a:solidFill>
                <a:schemeClr val="accent3"/>
              </a:solidFill>
              <a:latin typeface="Arial Black"/>
              <a:ea typeface="Arial Black"/>
              <a:cs typeface="Arial Black"/>
              <a:sym typeface="Arial Black"/>
            </a:endParaRPr>
          </a:p>
        </p:txBody>
      </p:sp>
      <p:sp>
        <p:nvSpPr>
          <p:cNvPr id="1652" name="Google Shape;1652;p42"/>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Environmental Forces</a:t>
            </a:r>
            <a:endParaRPr/>
          </a:p>
        </p:txBody>
      </p:sp>
      <p:sp>
        <p:nvSpPr>
          <p:cNvPr id="1653" name="Google Shape;1653;p42"/>
          <p:cNvSpPr txBox="1"/>
          <p:nvPr/>
        </p:nvSpPr>
        <p:spPr>
          <a:xfrm>
            <a:off x="5798745" y="2493987"/>
            <a:ext cx="1350600" cy="692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400">
                <a:solidFill>
                  <a:schemeClr val="lt1"/>
                </a:solidFill>
                <a:latin typeface="Quattrocento Sans"/>
                <a:ea typeface="Quattrocento Sans"/>
                <a:cs typeface="Quattrocento Sans"/>
                <a:sym typeface="Quattrocento Sans"/>
              </a:rPr>
              <a:t>Rivalry Among Existing Competitors</a:t>
            </a:r>
            <a:endParaRPr sz="1100"/>
          </a:p>
        </p:txBody>
      </p:sp>
      <p:grpSp>
        <p:nvGrpSpPr>
          <p:cNvPr id="1654" name="Google Shape;1654;p42"/>
          <p:cNvGrpSpPr/>
          <p:nvPr/>
        </p:nvGrpSpPr>
        <p:grpSpPr>
          <a:xfrm>
            <a:off x="6374553" y="1940116"/>
            <a:ext cx="190701" cy="1800240"/>
            <a:chOff x="7912001" y="2586821"/>
            <a:chExt cx="254200" cy="2400320"/>
          </a:xfrm>
        </p:grpSpPr>
        <p:sp>
          <p:nvSpPr>
            <p:cNvPr id="1655" name="Google Shape;1655;p42"/>
            <p:cNvSpPr/>
            <p:nvPr/>
          </p:nvSpPr>
          <p:spPr>
            <a:xfrm>
              <a:off x="7912101" y="258682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56" name="Google Shape;1656;p42"/>
            <p:cNvSpPr/>
            <p:nvPr/>
          </p:nvSpPr>
          <p:spPr>
            <a:xfrm rot="10800000">
              <a:off x="7912001" y="463104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sp>
        <p:nvSpPr>
          <p:cNvPr id="1657" name="Google Shape;1657;p42"/>
          <p:cNvSpPr/>
          <p:nvPr/>
        </p:nvSpPr>
        <p:spPr>
          <a:xfrm rot="5400000">
            <a:off x="7138282" y="2706736"/>
            <a:ext cx="190500" cy="2670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58" name="Google Shape;1658;p42"/>
          <p:cNvSpPr/>
          <p:nvPr/>
        </p:nvSpPr>
        <p:spPr>
          <a:xfrm rot="-5400000">
            <a:off x="5604574" y="2706736"/>
            <a:ext cx="190500" cy="267000"/>
          </a:xfrm>
          <a:prstGeom prst="downArrow">
            <a:avLst>
              <a:gd fmla="val 50000" name="adj1"/>
              <a:gd fmla="val 50000" name="adj2"/>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59" name="Google Shape;1659;p42"/>
          <p:cNvSpPr/>
          <p:nvPr/>
        </p:nvSpPr>
        <p:spPr>
          <a:xfrm>
            <a:off x="4628442" y="2314456"/>
            <a:ext cx="1051800" cy="1051500"/>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60" name="Google Shape;1660;p42"/>
          <p:cNvSpPr/>
          <p:nvPr/>
        </p:nvSpPr>
        <p:spPr>
          <a:xfrm>
            <a:off x="7267793" y="2314456"/>
            <a:ext cx="1051800" cy="10515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61" name="Google Shape;1661;p42"/>
          <p:cNvSpPr/>
          <p:nvPr/>
        </p:nvSpPr>
        <p:spPr>
          <a:xfrm>
            <a:off x="5948117" y="1004397"/>
            <a:ext cx="1051800" cy="1051500"/>
          </a:xfrm>
          <a:prstGeom prst="ellipse">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62" name="Google Shape;1662;p42"/>
          <p:cNvSpPr/>
          <p:nvPr/>
        </p:nvSpPr>
        <p:spPr>
          <a:xfrm>
            <a:off x="5948117" y="3629764"/>
            <a:ext cx="1051800" cy="1051500"/>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63" name="Google Shape;1663;p42"/>
          <p:cNvSpPr txBox="1"/>
          <p:nvPr/>
        </p:nvSpPr>
        <p:spPr>
          <a:xfrm>
            <a:off x="6095503" y="128053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new entrants</a:t>
            </a:r>
            <a:endParaRPr sz="1100"/>
          </a:p>
        </p:txBody>
      </p:sp>
      <p:sp>
        <p:nvSpPr>
          <p:cNvPr id="1664" name="Google Shape;1664;p42"/>
          <p:cNvSpPr txBox="1"/>
          <p:nvPr/>
        </p:nvSpPr>
        <p:spPr>
          <a:xfrm>
            <a:off x="6095503" y="3832379"/>
            <a:ext cx="757200" cy="646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substitute products or services</a:t>
            </a:r>
            <a:endParaRPr sz="1100"/>
          </a:p>
        </p:txBody>
      </p:sp>
      <p:sp>
        <p:nvSpPr>
          <p:cNvPr id="1665" name="Google Shape;1665;p42"/>
          <p:cNvSpPr txBox="1"/>
          <p:nvPr/>
        </p:nvSpPr>
        <p:spPr>
          <a:xfrm>
            <a:off x="7415179"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buyers</a:t>
            </a:r>
            <a:endParaRPr sz="1100"/>
          </a:p>
        </p:txBody>
      </p:sp>
      <p:sp>
        <p:nvSpPr>
          <p:cNvPr id="1666" name="Google Shape;1666;p42"/>
          <p:cNvSpPr txBox="1"/>
          <p:nvPr/>
        </p:nvSpPr>
        <p:spPr>
          <a:xfrm>
            <a:off x="4775828"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suppliers</a:t>
            </a:r>
            <a:endParaRPr b="1" sz="1100">
              <a:solidFill>
                <a:schemeClr val="lt1"/>
              </a:solidFill>
              <a:latin typeface="Quattrocento Sans"/>
              <a:ea typeface="Quattrocento Sans"/>
              <a:cs typeface="Quattrocento Sans"/>
              <a:sym typeface="Quattrocento Sans"/>
            </a:endParaRPr>
          </a:p>
        </p:txBody>
      </p:sp>
      <p:sp>
        <p:nvSpPr>
          <p:cNvPr id="1667" name="Google Shape;1667;p42"/>
          <p:cNvSpPr txBox="1"/>
          <p:nvPr/>
        </p:nvSpPr>
        <p:spPr>
          <a:xfrm>
            <a:off x="450354" y="1093355"/>
            <a:ext cx="5326500" cy="46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500">
                <a:solidFill>
                  <a:srgbClr val="3F3F3F"/>
                </a:solidFill>
                <a:latin typeface="Quattrocento Sans"/>
                <a:ea typeface="Quattrocento Sans"/>
                <a:cs typeface="Quattrocento Sans"/>
                <a:sym typeface="Quattrocento Sans"/>
              </a:rPr>
              <a:t>Evaluate the industry according to Porter's Five forces:</a:t>
            </a:r>
            <a:endParaRPr sz="1500">
              <a:solidFill>
                <a:srgbClr val="3F3F3F"/>
              </a:solidFill>
              <a:latin typeface="Quattrocento Sans"/>
              <a:ea typeface="Quattrocento Sans"/>
              <a:cs typeface="Quattrocento Sans"/>
              <a:sym typeface="Quattrocento Sans"/>
            </a:endParaRPr>
          </a:p>
        </p:txBody>
      </p:sp>
      <p:grpSp>
        <p:nvGrpSpPr>
          <p:cNvPr id="1668" name="Google Shape;1668;p42"/>
          <p:cNvGrpSpPr/>
          <p:nvPr/>
        </p:nvGrpSpPr>
        <p:grpSpPr>
          <a:xfrm>
            <a:off x="517856" y="2770364"/>
            <a:ext cx="380802" cy="380700"/>
            <a:chOff x="686774" y="3711740"/>
            <a:chExt cx="507600" cy="507600"/>
          </a:xfrm>
        </p:grpSpPr>
        <p:sp>
          <p:nvSpPr>
            <p:cNvPr id="1669" name="Google Shape;1669;p42"/>
            <p:cNvSpPr/>
            <p:nvPr/>
          </p:nvSpPr>
          <p:spPr>
            <a:xfrm>
              <a:off x="686774" y="3711740"/>
              <a:ext cx="507600" cy="5076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Continuous Improvement outline" id="1670" name="Google Shape;1670;p42"/>
            <p:cNvGrpSpPr/>
            <p:nvPr/>
          </p:nvGrpSpPr>
          <p:grpSpPr>
            <a:xfrm>
              <a:off x="752558" y="3776213"/>
              <a:ext cx="421737" cy="409039"/>
              <a:chOff x="662183" y="3696848"/>
              <a:chExt cx="617477" cy="598886"/>
            </a:xfrm>
          </p:grpSpPr>
          <p:sp>
            <p:nvSpPr>
              <p:cNvPr id="1671" name="Google Shape;1671;p42"/>
              <p:cNvSpPr/>
              <p:nvPr/>
            </p:nvSpPr>
            <p:spPr>
              <a:xfrm>
                <a:off x="662183" y="3862143"/>
                <a:ext cx="250850" cy="433591"/>
              </a:xfrm>
              <a:custGeom>
                <a:rect b="b" l="l" r="r" t="t"/>
                <a:pathLst>
                  <a:path extrusionOk="0" h="433591" w="250850">
                    <a:moveTo>
                      <a:pt x="201303" y="285804"/>
                    </a:moveTo>
                    <a:cubicBezTo>
                      <a:pt x="198715" y="281222"/>
                      <a:pt x="192901" y="279606"/>
                      <a:pt x="188320" y="282194"/>
                    </a:cubicBezTo>
                    <a:cubicBezTo>
                      <a:pt x="183738" y="284782"/>
                      <a:pt x="182122" y="290595"/>
                      <a:pt x="184710" y="295176"/>
                    </a:cubicBezTo>
                    <a:lnTo>
                      <a:pt x="222696" y="362337"/>
                    </a:lnTo>
                    <a:cubicBezTo>
                      <a:pt x="222753" y="362442"/>
                      <a:pt x="222696" y="362499"/>
                      <a:pt x="222581" y="362480"/>
                    </a:cubicBezTo>
                    <a:cubicBezTo>
                      <a:pt x="83604" y="332715"/>
                      <a:pt x="-4930" y="195924"/>
                      <a:pt x="24835" y="56947"/>
                    </a:cubicBezTo>
                    <a:cubicBezTo>
                      <a:pt x="28041" y="41977"/>
                      <a:pt x="32576" y="27324"/>
                      <a:pt x="38387" y="13160"/>
                    </a:cubicBezTo>
                    <a:cubicBezTo>
                      <a:pt x="40391" y="8294"/>
                      <a:pt x="38072" y="2725"/>
                      <a:pt x="33205" y="721"/>
                    </a:cubicBezTo>
                    <a:cubicBezTo>
                      <a:pt x="28339" y="-1283"/>
                      <a:pt x="22770" y="1036"/>
                      <a:pt x="20766" y="5902"/>
                    </a:cubicBezTo>
                    <a:cubicBezTo>
                      <a:pt x="-37194" y="147160"/>
                      <a:pt x="30333" y="308658"/>
                      <a:pt x="171590" y="366618"/>
                    </a:cubicBezTo>
                    <a:cubicBezTo>
                      <a:pt x="185358" y="372267"/>
                      <a:pt x="199559" y="376795"/>
                      <a:pt x="214057" y="380158"/>
                    </a:cubicBezTo>
                    <a:cubicBezTo>
                      <a:pt x="214190" y="380158"/>
                      <a:pt x="214199" y="380263"/>
                      <a:pt x="214057" y="380320"/>
                    </a:cubicBezTo>
                    <a:lnTo>
                      <a:pt x="151420" y="415763"/>
                    </a:lnTo>
                    <a:cubicBezTo>
                      <a:pt x="146839" y="418354"/>
                      <a:pt x="145224" y="424169"/>
                      <a:pt x="147815" y="428750"/>
                    </a:cubicBezTo>
                    <a:cubicBezTo>
                      <a:pt x="150406" y="433332"/>
                      <a:pt x="156221" y="434946"/>
                      <a:pt x="160802" y="432356"/>
                    </a:cubicBezTo>
                    <a:lnTo>
                      <a:pt x="246013" y="384159"/>
                    </a:lnTo>
                    <a:cubicBezTo>
                      <a:pt x="250592" y="381569"/>
                      <a:pt x="252204" y="375758"/>
                      <a:pt x="249615" y="371179"/>
                    </a:cubicBezTo>
                    <a:cubicBezTo>
                      <a:pt x="249614" y="371178"/>
                      <a:pt x="249614" y="371177"/>
                      <a:pt x="249613" y="37117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72" name="Google Shape;1672;p42"/>
              <p:cNvSpPr/>
              <p:nvPr/>
            </p:nvSpPr>
            <p:spPr>
              <a:xfrm>
                <a:off x="964419" y="3861563"/>
                <a:ext cx="315241" cy="385415"/>
              </a:xfrm>
              <a:custGeom>
                <a:rect b="b" l="l" r="r" t="t"/>
                <a:pathLst>
                  <a:path extrusionOk="0" h="385415" w="315241">
                    <a:moveTo>
                      <a:pt x="310194" y="50840"/>
                    </a:moveTo>
                    <a:lnTo>
                      <a:pt x="225764" y="1310"/>
                    </a:lnTo>
                    <a:cubicBezTo>
                      <a:pt x="221230" y="-1349"/>
                      <a:pt x="215397" y="169"/>
                      <a:pt x="212734" y="4701"/>
                    </a:cubicBezTo>
                    <a:lnTo>
                      <a:pt x="163119" y="89273"/>
                    </a:lnTo>
                    <a:cubicBezTo>
                      <a:pt x="160459" y="93808"/>
                      <a:pt x="161977" y="99640"/>
                      <a:pt x="166509" y="102303"/>
                    </a:cubicBezTo>
                    <a:cubicBezTo>
                      <a:pt x="167966" y="103166"/>
                      <a:pt x="169627" y="103620"/>
                      <a:pt x="171320" y="103618"/>
                    </a:cubicBezTo>
                    <a:cubicBezTo>
                      <a:pt x="174701" y="103620"/>
                      <a:pt x="177829" y="101829"/>
                      <a:pt x="179540" y="98913"/>
                    </a:cubicBezTo>
                    <a:lnTo>
                      <a:pt x="218545" y="32476"/>
                    </a:lnTo>
                    <a:cubicBezTo>
                      <a:pt x="218602" y="32371"/>
                      <a:pt x="218687" y="32380"/>
                      <a:pt x="218726" y="32476"/>
                    </a:cubicBezTo>
                    <a:cubicBezTo>
                      <a:pt x="255581" y="147859"/>
                      <a:pt x="207265" y="273351"/>
                      <a:pt x="102549" y="334228"/>
                    </a:cubicBezTo>
                    <a:cubicBezTo>
                      <a:pt x="73536" y="351053"/>
                      <a:pt x="41494" y="362002"/>
                      <a:pt x="8252" y="366451"/>
                    </a:cubicBezTo>
                    <a:cubicBezTo>
                      <a:pt x="3039" y="367155"/>
                      <a:pt x="-617" y="371951"/>
                      <a:pt x="87" y="377165"/>
                    </a:cubicBezTo>
                    <a:cubicBezTo>
                      <a:pt x="724" y="381879"/>
                      <a:pt x="4742" y="385402"/>
                      <a:pt x="9499" y="385415"/>
                    </a:cubicBezTo>
                    <a:cubicBezTo>
                      <a:pt x="9929" y="385413"/>
                      <a:pt x="10359" y="385388"/>
                      <a:pt x="10785" y="385339"/>
                    </a:cubicBezTo>
                    <a:cubicBezTo>
                      <a:pt x="162090" y="364885"/>
                      <a:pt x="268165" y="225647"/>
                      <a:pt x="247711" y="74341"/>
                    </a:cubicBezTo>
                    <a:cubicBezTo>
                      <a:pt x="245719" y="59612"/>
                      <a:pt x="242544" y="45066"/>
                      <a:pt x="238214" y="30847"/>
                    </a:cubicBezTo>
                    <a:cubicBezTo>
                      <a:pt x="238214" y="30723"/>
                      <a:pt x="238214" y="30676"/>
                      <a:pt x="238347" y="30742"/>
                    </a:cubicBezTo>
                    <a:lnTo>
                      <a:pt x="300583" y="67271"/>
                    </a:lnTo>
                    <a:cubicBezTo>
                      <a:pt x="305015" y="70104"/>
                      <a:pt x="310906" y="68810"/>
                      <a:pt x="313739" y="64378"/>
                    </a:cubicBezTo>
                    <a:cubicBezTo>
                      <a:pt x="316574" y="59946"/>
                      <a:pt x="315279" y="54056"/>
                      <a:pt x="310847" y="51222"/>
                    </a:cubicBezTo>
                    <a:cubicBezTo>
                      <a:pt x="310634" y="51086"/>
                      <a:pt x="310416" y="50958"/>
                      <a:pt x="310194" y="5084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73" name="Google Shape;1673;p42"/>
              <p:cNvSpPr/>
              <p:nvPr/>
            </p:nvSpPr>
            <p:spPr>
              <a:xfrm>
                <a:off x="716943" y="3696848"/>
                <a:ext cx="442275" cy="123219"/>
              </a:xfrm>
              <a:custGeom>
                <a:rect b="b" l="l" r="r" t="t"/>
                <a:pathLst>
                  <a:path extrusionOk="0" h="123219" w="442275">
                    <a:moveTo>
                      <a:pt x="9477" y="122724"/>
                    </a:moveTo>
                    <a:lnTo>
                      <a:pt x="107585" y="123219"/>
                    </a:lnTo>
                    <a:lnTo>
                      <a:pt x="107585" y="123219"/>
                    </a:lnTo>
                    <a:cubicBezTo>
                      <a:pt x="112846" y="123233"/>
                      <a:pt x="117120" y="118979"/>
                      <a:pt x="117134" y="113718"/>
                    </a:cubicBezTo>
                    <a:cubicBezTo>
                      <a:pt x="117147" y="108458"/>
                      <a:pt x="112893" y="104183"/>
                      <a:pt x="107632" y="104169"/>
                    </a:cubicBezTo>
                    <a:lnTo>
                      <a:pt x="31052" y="103779"/>
                    </a:lnTo>
                    <a:cubicBezTo>
                      <a:pt x="30928" y="103779"/>
                      <a:pt x="30899" y="103712"/>
                      <a:pt x="30975" y="103617"/>
                    </a:cubicBezTo>
                    <a:cubicBezTo>
                      <a:pt x="126374" y="-1668"/>
                      <a:pt x="289059" y="-9681"/>
                      <a:pt x="394343" y="85717"/>
                    </a:cubicBezTo>
                    <a:cubicBezTo>
                      <a:pt x="405584" y="95903"/>
                      <a:pt x="415902" y="107062"/>
                      <a:pt x="425177" y="119066"/>
                    </a:cubicBezTo>
                    <a:cubicBezTo>
                      <a:pt x="428368" y="123249"/>
                      <a:pt x="434345" y="124054"/>
                      <a:pt x="438527" y="120863"/>
                    </a:cubicBezTo>
                    <a:cubicBezTo>
                      <a:pt x="442710" y="117673"/>
                      <a:pt x="443514" y="111696"/>
                      <a:pt x="440324" y="107513"/>
                    </a:cubicBezTo>
                    <a:cubicBezTo>
                      <a:pt x="440304" y="107487"/>
                      <a:pt x="440285" y="107462"/>
                      <a:pt x="440265" y="107436"/>
                    </a:cubicBezTo>
                    <a:cubicBezTo>
                      <a:pt x="346917" y="-13378"/>
                      <a:pt x="173304" y="-35644"/>
                      <a:pt x="52489" y="57704"/>
                    </a:cubicBezTo>
                    <a:cubicBezTo>
                      <a:pt x="40638" y="66861"/>
                      <a:pt x="29550" y="76966"/>
                      <a:pt x="19336" y="87920"/>
                    </a:cubicBezTo>
                    <a:cubicBezTo>
                      <a:pt x="19250" y="88015"/>
                      <a:pt x="19174" y="87986"/>
                      <a:pt x="19174" y="87863"/>
                    </a:cubicBezTo>
                    <a:lnTo>
                      <a:pt x="19536" y="15358"/>
                    </a:lnTo>
                    <a:cubicBezTo>
                      <a:pt x="19536" y="10098"/>
                      <a:pt x="15271" y="5833"/>
                      <a:pt x="10011" y="5833"/>
                    </a:cubicBezTo>
                    <a:lnTo>
                      <a:pt x="10011" y="5833"/>
                    </a:lnTo>
                    <a:cubicBezTo>
                      <a:pt x="4769" y="5833"/>
                      <a:pt x="512" y="10069"/>
                      <a:pt x="486" y="15311"/>
                    </a:cubicBezTo>
                    <a:lnTo>
                      <a:pt x="0" y="113199"/>
                    </a:lnTo>
                    <a:cubicBezTo>
                      <a:pt x="0" y="118441"/>
                      <a:pt x="4236" y="122697"/>
                      <a:pt x="9477" y="12272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74" name="Google Shape;1674;p42"/>
              <p:cNvSpPr/>
              <p:nvPr/>
            </p:nvSpPr>
            <p:spPr>
              <a:xfrm>
                <a:off x="985386" y="3981574"/>
                <a:ext cx="28936" cy="45472"/>
              </a:xfrm>
              <a:custGeom>
                <a:rect b="b" l="l" r="r" t="t"/>
                <a:pathLst>
                  <a:path extrusionOk="0" h="45472" w="28936">
                    <a:moveTo>
                      <a:pt x="0" y="45472"/>
                    </a:moveTo>
                    <a:lnTo>
                      <a:pt x="28937" y="28937"/>
                    </a:lnTo>
                    <a:lnTo>
                      <a:pt x="28937" y="0"/>
                    </a:lnTo>
                    <a:lnTo>
                      <a:pt x="0" y="16535"/>
                    </a:lnTo>
                    <a:lnTo>
                      <a:pt x="0" y="4547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75" name="Google Shape;1675;p42"/>
              <p:cNvSpPr/>
              <p:nvPr/>
            </p:nvSpPr>
            <p:spPr>
              <a:xfrm>
                <a:off x="803649" y="3801494"/>
                <a:ext cx="292103" cy="343280"/>
              </a:xfrm>
              <a:custGeom>
                <a:rect b="b" l="l" r="r" t="t"/>
                <a:pathLst>
                  <a:path extrusionOk="0" h="343280" w="292103">
                    <a:moveTo>
                      <a:pt x="292103" y="88659"/>
                    </a:moveTo>
                    <a:lnTo>
                      <a:pt x="146056" y="0"/>
                    </a:lnTo>
                    <a:lnTo>
                      <a:pt x="0" y="88659"/>
                    </a:lnTo>
                    <a:lnTo>
                      <a:pt x="0" y="254641"/>
                    </a:lnTo>
                    <a:lnTo>
                      <a:pt x="146056" y="343281"/>
                    </a:lnTo>
                    <a:lnTo>
                      <a:pt x="292103" y="254641"/>
                    </a:lnTo>
                    <a:close/>
                    <a:moveTo>
                      <a:pt x="264271" y="94021"/>
                    </a:moveTo>
                    <a:lnTo>
                      <a:pt x="220180" y="120767"/>
                    </a:lnTo>
                    <a:lnTo>
                      <a:pt x="101327" y="49444"/>
                    </a:lnTo>
                    <a:lnTo>
                      <a:pt x="146094" y="22289"/>
                    </a:lnTo>
                    <a:close/>
                    <a:moveTo>
                      <a:pt x="146104" y="165745"/>
                    </a:moveTo>
                    <a:lnTo>
                      <a:pt x="27937" y="94021"/>
                    </a:lnTo>
                    <a:lnTo>
                      <a:pt x="82972" y="60617"/>
                    </a:lnTo>
                    <a:lnTo>
                      <a:pt x="201825" y="131921"/>
                    </a:lnTo>
                    <a:close/>
                    <a:moveTo>
                      <a:pt x="19050" y="110938"/>
                    </a:moveTo>
                    <a:lnTo>
                      <a:pt x="136531" y="182251"/>
                    </a:lnTo>
                    <a:lnTo>
                      <a:pt x="136531" y="315220"/>
                    </a:lnTo>
                    <a:lnTo>
                      <a:pt x="19050" y="243916"/>
                    </a:lnTo>
                    <a:close/>
                    <a:moveTo>
                      <a:pt x="155581" y="315220"/>
                    </a:moveTo>
                    <a:lnTo>
                      <a:pt x="155581" y="182251"/>
                    </a:lnTo>
                    <a:lnTo>
                      <a:pt x="273053" y="110938"/>
                    </a:lnTo>
                    <a:lnTo>
                      <a:pt x="273053" y="24391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
        <p:nvSpPr>
          <p:cNvPr id="1676" name="Google Shape;1676;p42"/>
          <p:cNvSpPr/>
          <p:nvPr/>
        </p:nvSpPr>
        <p:spPr>
          <a:xfrm>
            <a:off x="458617" y="1574849"/>
            <a:ext cx="4992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77" name="Google Shape;1677;p42"/>
          <p:cNvSpPr/>
          <p:nvPr/>
        </p:nvSpPr>
        <p:spPr>
          <a:xfrm>
            <a:off x="1039816" y="1574849"/>
            <a:ext cx="29973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678" name="Google Shape;1678;p42"/>
          <p:cNvGrpSpPr/>
          <p:nvPr/>
        </p:nvGrpSpPr>
        <p:grpSpPr>
          <a:xfrm>
            <a:off x="517773" y="1643504"/>
            <a:ext cx="380768" cy="380701"/>
            <a:chOff x="2419191" y="3573016"/>
            <a:chExt cx="675600" cy="675600"/>
          </a:xfrm>
        </p:grpSpPr>
        <p:sp>
          <p:nvSpPr>
            <p:cNvPr id="1679" name="Google Shape;1679;p42"/>
            <p:cNvSpPr/>
            <p:nvPr/>
          </p:nvSpPr>
          <p:spPr>
            <a:xfrm>
              <a:off x="2419191" y="3573016"/>
              <a:ext cx="675600" cy="6756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New outline" id="1680" name="Google Shape;1680;p42"/>
            <p:cNvGrpSpPr/>
            <p:nvPr/>
          </p:nvGrpSpPr>
          <p:grpSpPr>
            <a:xfrm>
              <a:off x="2590706" y="3710376"/>
              <a:ext cx="332361" cy="400788"/>
              <a:chOff x="5503380" y="2418528"/>
              <a:chExt cx="535289" cy="645496"/>
            </a:xfrm>
          </p:grpSpPr>
          <p:sp>
            <p:nvSpPr>
              <p:cNvPr id="1681" name="Google Shape;1681;p42"/>
              <p:cNvSpPr/>
              <p:nvPr/>
            </p:nvSpPr>
            <p:spPr>
              <a:xfrm>
                <a:off x="5564072" y="2418528"/>
                <a:ext cx="354235" cy="419430"/>
              </a:xfrm>
              <a:custGeom>
                <a:rect b="b" l="l" r="r" t="t"/>
                <a:pathLst>
                  <a:path extrusionOk="0" h="419430" w="354235">
                    <a:moveTo>
                      <a:pt x="177118" y="419431"/>
                    </a:moveTo>
                    <a:cubicBezTo>
                      <a:pt x="207543" y="322284"/>
                      <a:pt x="272218" y="245737"/>
                      <a:pt x="354236" y="209715"/>
                    </a:cubicBezTo>
                    <a:cubicBezTo>
                      <a:pt x="272218" y="173694"/>
                      <a:pt x="207543" y="97116"/>
                      <a:pt x="177118" y="0"/>
                    </a:cubicBezTo>
                    <a:cubicBezTo>
                      <a:pt x="146685" y="97116"/>
                      <a:pt x="82017" y="173694"/>
                      <a:pt x="0" y="209715"/>
                    </a:cubicBezTo>
                    <a:cubicBezTo>
                      <a:pt x="82017" y="245737"/>
                      <a:pt x="146685" y="322315"/>
                      <a:pt x="177118" y="419431"/>
                    </a:cubicBezTo>
                    <a:close/>
                    <a:moveTo>
                      <a:pt x="177118" y="45106"/>
                    </a:moveTo>
                    <a:cubicBezTo>
                      <a:pt x="205670" y="113817"/>
                      <a:pt x="255558" y="171526"/>
                      <a:pt x="319418" y="209715"/>
                    </a:cubicBezTo>
                    <a:cubicBezTo>
                      <a:pt x="255557" y="247901"/>
                      <a:pt x="205667" y="305612"/>
                      <a:pt x="177118" y="374325"/>
                    </a:cubicBezTo>
                    <a:cubicBezTo>
                      <a:pt x="148563" y="305616"/>
                      <a:pt x="98675" y="247907"/>
                      <a:pt x="34817" y="209715"/>
                    </a:cubicBezTo>
                    <a:cubicBezTo>
                      <a:pt x="98675" y="171524"/>
                      <a:pt x="148563" y="113815"/>
                      <a:pt x="177118" y="45106"/>
                    </a:cubicBezTo>
                    <a:close/>
                  </a:path>
                </a:pathLst>
              </a:custGeom>
              <a:solidFill>
                <a:schemeClr val="lt1"/>
              </a:solidFill>
              <a:ln cap="flat" cmpd="sng" w="7150">
                <a:solidFill>
                  <a:schemeClr val="lt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82" name="Google Shape;1682;p42"/>
              <p:cNvSpPr/>
              <p:nvPr/>
            </p:nvSpPr>
            <p:spPr>
              <a:xfrm>
                <a:off x="5796451" y="2777219"/>
                <a:ext cx="242218" cy="286805"/>
              </a:xfrm>
              <a:custGeom>
                <a:rect b="b" l="l" r="r" t="t"/>
                <a:pathLst>
                  <a:path extrusionOk="0" h="286805" w="242218">
                    <a:moveTo>
                      <a:pt x="0" y="143402"/>
                    </a:moveTo>
                    <a:cubicBezTo>
                      <a:pt x="56079" y="168034"/>
                      <a:pt x="100304" y="220398"/>
                      <a:pt x="121109" y="286805"/>
                    </a:cubicBezTo>
                    <a:cubicBezTo>
                      <a:pt x="141915" y="220398"/>
                      <a:pt x="186139" y="168034"/>
                      <a:pt x="242219" y="143402"/>
                    </a:cubicBezTo>
                    <a:cubicBezTo>
                      <a:pt x="186139" y="118763"/>
                      <a:pt x="141915" y="66392"/>
                      <a:pt x="121109" y="0"/>
                    </a:cubicBezTo>
                    <a:cubicBezTo>
                      <a:pt x="100304" y="66392"/>
                      <a:pt x="56079" y="118763"/>
                      <a:pt x="0" y="143402"/>
                    </a:cubicBezTo>
                    <a:close/>
                    <a:moveTo>
                      <a:pt x="208771" y="143402"/>
                    </a:moveTo>
                    <a:cubicBezTo>
                      <a:pt x="170693" y="168048"/>
                      <a:pt x="140316" y="202907"/>
                      <a:pt x="121109" y="243998"/>
                    </a:cubicBezTo>
                    <a:cubicBezTo>
                      <a:pt x="101903" y="202907"/>
                      <a:pt x="71526" y="168048"/>
                      <a:pt x="33448" y="143402"/>
                    </a:cubicBezTo>
                    <a:cubicBezTo>
                      <a:pt x="71526" y="118744"/>
                      <a:pt x="101902" y="83874"/>
                      <a:pt x="121109" y="42776"/>
                    </a:cubicBezTo>
                    <a:cubicBezTo>
                      <a:pt x="140316" y="83874"/>
                      <a:pt x="170693" y="118744"/>
                      <a:pt x="208771" y="143402"/>
                    </a:cubicBezTo>
                    <a:close/>
                  </a:path>
                </a:pathLst>
              </a:custGeom>
              <a:solidFill>
                <a:schemeClr val="lt1"/>
              </a:solidFill>
              <a:ln cap="flat" cmpd="sng" w="7150">
                <a:solidFill>
                  <a:schemeClr val="lt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683" name="Google Shape;1683;p42"/>
              <p:cNvSpPr/>
              <p:nvPr/>
            </p:nvSpPr>
            <p:spPr>
              <a:xfrm>
                <a:off x="5503380" y="2781470"/>
                <a:ext cx="155493" cy="184155"/>
              </a:xfrm>
              <a:custGeom>
                <a:rect b="b" l="l" r="r" t="t"/>
                <a:pathLst>
                  <a:path extrusionOk="0" h="184155" w="155493">
                    <a:moveTo>
                      <a:pt x="77743" y="184155"/>
                    </a:moveTo>
                    <a:cubicBezTo>
                      <a:pt x="89222" y="143721"/>
                      <a:pt x="117549" y="110182"/>
                      <a:pt x="155494" y="92101"/>
                    </a:cubicBezTo>
                    <a:cubicBezTo>
                      <a:pt x="117538" y="74011"/>
                      <a:pt x="89209" y="40453"/>
                      <a:pt x="77743" y="0"/>
                    </a:cubicBezTo>
                    <a:cubicBezTo>
                      <a:pt x="77743" y="0"/>
                      <a:pt x="77263" y="1653"/>
                      <a:pt x="77011" y="2480"/>
                    </a:cubicBezTo>
                    <a:cubicBezTo>
                      <a:pt x="76544" y="4007"/>
                      <a:pt x="76058" y="5526"/>
                      <a:pt x="75555" y="7037"/>
                    </a:cubicBezTo>
                    <a:lnTo>
                      <a:pt x="75555" y="7037"/>
                    </a:lnTo>
                    <a:cubicBezTo>
                      <a:pt x="62880" y="44414"/>
                      <a:pt x="35630" y="75078"/>
                      <a:pt x="0" y="92054"/>
                    </a:cubicBezTo>
                    <a:cubicBezTo>
                      <a:pt x="37954" y="110145"/>
                      <a:pt x="66281" y="143702"/>
                      <a:pt x="77743" y="184155"/>
                    </a:cubicBezTo>
                    <a:close/>
                    <a:moveTo>
                      <a:pt x="77743" y="40367"/>
                    </a:moveTo>
                    <a:cubicBezTo>
                      <a:pt x="89401" y="60807"/>
                      <a:pt x="105374" y="78462"/>
                      <a:pt x="124549" y="92101"/>
                    </a:cubicBezTo>
                    <a:cubicBezTo>
                      <a:pt x="105387" y="105728"/>
                      <a:pt x="89420" y="123362"/>
                      <a:pt x="77759" y="143780"/>
                    </a:cubicBezTo>
                    <a:cubicBezTo>
                      <a:pt x="66098" y="123344"/>
                      <a:pt x="50126" y="105693"/>
                      <a:pt x="30952" y="92054"/>
                    </a:cubicBezTo>
                    <a:cubicBezTo>
                      <a:pt x="50113" y="78425"/>
                      <a:pt x="66077" y="60788"/>
                      <a:pt x="77735" y="40367"/>
                    </a:cubicBezTo>
                    <a:close/>
                  </a:path>
                </a:pathLst>
              </a:custGeom>
              <a:solidFill>
                <a:schemeClr val="lt1"/>
              </a:solidFill>
              <a:ln cap="flat" cmpd="sng" w="7150">
                <a:solidFill>
                  <a:schemeClr val="lt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
        <p:nvSpPr>
          <p:cNvPr id="1684" name="Google Shape;1684;p42"/>
          <p:cNvSpPr txBox="1"/>
          <p:nvPr/>
        </p:nvSpPr>
        <p:spPr>
          <a:xfrm>
            <a:off x="1080128" y="1668260"/>
            <a:ext cx="2631300" cy="33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Threat of new entrants</a:t>
            </a:r>
            <a:endParaRPr sz="1100"/>
          </a:p>
        </p:txBody>
      </p:sp>
      <p:sp>
        <p:nvSpPr>
          <p:cNvPr id="1685" name="Google Shape;1685;p42"/>
          <p:cNvSpPr/>
          <p:nvPr/>
        </p:nvSpPr>
        <p:spPr>
          <a:xfrm>
            <a:off x="458617" y="2137055"/>
            <a:ext cx="4992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86" name="Google Shape;1686;p42"/>
          <p:cNvSpPr/>
          <p:nvPr/>
        </p:nvSpPr>
        <p:spPr>
          <a:xfrm>
            <a:off x="1039816" y="2137055"/>
            <a:ext cx="29973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687" name="Google Shape;1687;p42"/>
          <p:cNvGrpSpPr/>
          <p:nvPr/>
        </p:nvGrpSpPr>
        <p:grpSpPr>
          <a:xfrm>
            <a:off x="517764" y="2205722"/>
            <a:ext cx="380768" cy="380701"/>
            <a:chOff x="2684716" y="4367535"/>
            <a:chExt cx="675600" cy="675600"/>
          </a:xfrm>
        </p:grpSpPr>
        <p:sp>
          <p:nvSpPr>
            <p:cNvPr id="1688" name="Google Shape;1688;p42"/>
            <p:cNvSpPr/>
            <p:nvPr/>
          </p:nvSpPr>
          <p:spPr>
            <a:xfrm>
              <a:off x="2684716" y="4367535"/>
              <a:ext cx="675600" cy="6756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pic>
          <p:nvPicPr>
            <p:cNvPr descr="Muscular arm outline" id="1689" name="Google Shape;1689;p42"/>
            <p:cNvPicPr preferRelativeResize="0"/>
            <p:nvPr/>
          </p:nvPicPr>
          <p:blipFill rotWithShape="1">
            <a:blip r:embed="rId3">
              <a:alphaModFix/>
            </a:blip>
            <a:srcRect b="0" l="0" r="0" t="0"/>
            <a:stretch/>
          </p:blipFill>
          <p:spPr>
            <a:xfrm>
              <a:off x="2787915" y="4470734"/>
              <a:ext cx="469233" cy="469233"/>
            </a:xfrm>
            <a:prstGeom prst="rect">
              <a:avLst/>
            </a:prstGeom>
            <a:noFill/>
            <a:ln>
              <a:noFill/>
            </a:ln>
          </p:spPr>
        </p:pic>
      </p:grpSp>
      <p:sp>
        <p:nvSpPr>
          <p:cNvPr id="1690" name="Google Shape;1690;p42"/>
          <p:cNvSpPr txBox="1"/>
          <p:nvPr/>
        </p:nvSpPr>
        <p:spPr>
          <a:xfrm>
            <a:off x="1080128" y="2213912"/>
            <a:ext cx="2631300" cy="36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Bargaining Power of Buyers</a:t>
            </a:r>
            <a:endParaRPr sz="1100"/>
          </a:p>
        </p:txBody>
      </p:sp>
      <p:sp>
        <p:nvSpPr>
          <p:cNvPr id="1691" name="Google Shape;1691;p42"/>
          <p:cNvSpPr/>
          <p:nvPr/>
        </p:nvSpPr>
        <p:spPr>
          <a:xfrm>
            <a:off x="1033222" y="2699262"/>
            <a:ext cx="29973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92" name="Google Shape;1692;p42"/>
          <p:cNvSpPr/>
          <p:nvPr/>
        </p:nvSpPr>
        <p:spPr>
          <a:xfrm>
            <a:off x="1033222" y="3257995"/>
            <a:ext cx="29973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93" name="Google Shape;1693;p42"/>
          <p:cNvSpPr/>
          <p:nvPr/>
        </p:nvSpPr>
        <p:spPr>
          <a:xfrm>
            <a:off x="1039816" y="3860613"/>
            <a:ext cx="29973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94" name="Google Shape;1694;p42"/>
          <p:cNvSpPr txBox="1"/>
          <p:nvPr/>
        </p:nvSpPr>
        <p:spPr>
          <a:xfrm>
            <a:off x="1080128" y="2779279"/>
            <a:ext cx="2631300" cy="36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Threat of Substitute Products/Services</a:t>
            </a:r>
            <a:endParaRPr sz="1100"/>
          </a:p>
        </p:txBody>
      </p:sp>
      <p:sp>
        <p:nvSpPr>
          <p:cNvPr id="1695" name="Google Shape;1695;p42"/>
          <p:cNvSpPr txBox="1"/>
          <p:nvPr/>
        </p:nvSpPr>
        <p:spPr>
          <a:xfrm>
            <a:off x="1080128" y="3334852"/>
            <a:ext cx="2631300" cy="36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Bargaining Power of Suppliers</a:t>
            </a:r>
            <a:endParaRPr sz="1100"/>
          </a:p>
        </p:txBody>
      </p:sp>
      <p:sp>
        <p:nvSpPr>
          <p:cNvPr id="1696" name="Google Shape;1696;p42"/>
          <p:cNvSpPr txBox="1"/>
          <p:nvPr/>
        </p:nvSpPr>
        <p:spPr>
          <a:xfrm>
            <a:off x="1080128" y="3900533"/>
            <a:ext cx="2631300" cy="36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Rivalry among existing Competitors</a:t>
            </a:r>
            <a:endParaRPr sz="1100"/>
          </a:p>
        </p:txBody>
      </p:sp>
      <p:sp>
        <p:nvSpPr>
          <p:cNvPr id="1697" name="Google Shape;1697;p42"/>
          <p:cNvSpPr/>
          <p:nvPr/>
        </p:nvSpPr>
        <p:spPr>
          <a:xfrm>
            <a:off x="450354" y="3257995"/>
            <a:ext cx="4992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98" name="Google Shape;1698;p42"/>
          <p:cNvSpPr/>
          <p:nvPr/>
        </p:nvSpPr>
        <p:spPr>
          <a:xfrm>
            <a:off x="510404" y="3326597"/>
            <a:ext cx="380700" cy="3807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699" name="Google Shape;1699;p42"/>
          <p:cNvSpPr/>
          <p:nvPr/>
        </p:nvSpPr>
        <p:spPr>
          <a:xfrm>
            <a:off x="450354" y="3828674"/>
            <a:ext cx="4992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00" name="Google Shape;1700;p42"/>
          <p:cNvSpPr/>
          <p:nvPr/>
        </p:nvSpPr>
        <p:spPr>
          <a:xfrm>
            <a:off x="510404" y="3897276"/>
            <a:ext cx="380700" cy="3807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Competition outline" id="1701" name="Google Shape;1701;p42"/>
          <p:cNvGrpSpPr/>
          <p:nvPr/>
        </p:nvGrpSpPr>
        <p:grpSpPr>
          <a:xfrm>
            <a:off x="567446" y="3979648"/>
            <a:ext cx="306625" cy="216304"/>
            <a:chOff x="5797011" y="5146412"/>
            <a:chExt cx="876071" cy="561975"/>
          </a:xfrm>
        </p:grpSpPr>
        <p:sp>
          <p:nvSpPr>
            <p:cNvPr id="1702" name="Google Shape;1702;p42"/>
            <p:cNvSpPr/>
            <p:nvPr/>
          </p:nvSpPr>
          <p:spPr>
            <a:xfrm>
              <a:off x="6405068" y="5360048"/>
              <a:ext cx="268014" cy="150342"/>
            </a:xfrm>
            <a:custGeom>
              <a:rect b="b" l="l" r="r" t="t"/>
              <a:pathLst>
                <a:path extrusionOk="0" h="150342" w="268014">
                  <a:moveTo>
                    <a:pt x="168431" y="26270"/>
                  </a:moveTo>
                  <a:lnTo>
                    <a:pt x="168431" y="26270"/>
                  </a:lnTo>
                  <a:cubicBezTo>
                    <a:pt x="161861" y="26297"/>
                    <a:pt x="155300" y="26748"/>
                    <a:pt x="148790" y="27622"/>
                  </a:cubicBezTo>
                  <a:lnTo>
                    <a:pt x="96536" y="0"/>
                  </a:lnTo>
                  <a:lnTo>
                    <a:pt x="97031" y="16345"/>
                  </a:lnTo>
                  <a:cubicBezTo>
                    <a:pt x="97248" y="23741"/>
                    <a:pt x="98371" y="31082"/>
                    <a:pt x="100374" y="38205"/>
                  </a:cubicBezTo>
                  <a:lnTo>
                    <a:pt x="94602" y="39767"/>
                  </a:lnTo>
                  <a:cubicBezTo>
                    <a:pt x="80813" y="44072"/>
                    <a:pt x="66651" y="47079"/>
                    <a:pt x="52302" y="48749"/>
                  </a:cubicBezTo>
                  <a:lnTo>
                    <a:pt x="57" y="24194"/>
                  </a:lnTo>
                  <a:lnTo>
                    <a:pt x="1314" y="40567"/>
                  </a:lnTo>
                  <a:cubicBezTo>
                    <a:pt x="2424" y="49733"/>
                    <a:pt x="5435" y="58567"/>
                    <a:pt x="10154" y="66504"/>
                  </a:cubicBezTo>
                  <a:cubicBezTo>
                    <a:pt x="11668" y="69447"/>
                    <a:pt x="13125" y="72276"/>
                    <a:pt x="14373" y="75200"/>
                  </a:cubicBezTo>
                  <a:cubicBezTo>
                    <a:pt x="13125" y="78115"/>
                    <a:pt x="11678" y="80915"/>
                    <a:pt x="10163" y="83906"/>
                  </a:cubicBezTo>
                  <a:cubicBezTo>
                    <a:pt x="5443" y="91866"/>
                    <a:pt x="2429" y="100721"/>
                    <a:pt x="1314" y="109909"/>
                  </a:cubicBezTo>
                  <a:lnTo>
                    <a:pt x="0" y="126301"/>
                  </a:lnTo>
                  <a:lnTo>
                    <a:pt x="52283" y="101641"/>
                  </a:lnTo>
                  <a:cubicBezTo>
                    <a:pt x="66606" y="103311"/>
                    <a:pt x="80742" y="106315"/>
                    <a:pt x="94507" y="110614"/>
                  </a:cubicBezTo>
                  <a:lnTo>
                    <a:pt x="100336" y="112185"/>
                  </a:lnTo>
                  <a:cubicBezTo>
                    <a:pt x="98340" y="119297"/>
                    <a:pt x="97217" y="126624"/>
                    <a:pt x="96993" y="134007"/>
                  </a:cubicBezTo>
                  <a:lnTo>
                    <a:pt x="96498" y="150343"/>
                  </a:lnTo>
                  <a:lnTo>
                    <a:pt x="148752" y="122768"/>
                  </a:lnTo>
                  <a:cubicBezTo>
                    <a:pt x="155275" y="123644"/>
                    <a:pt x="161849" y="124093"/>
                    <a:pt x="168431" y="124111"/>
                  </a:cubicBezTo>
                  <a:cubicBezTo>
                    <a:pt x="202197" y="124120"/>
                    <a:pt x="268014" y="97717"/>
                    <a:pt x="268014" y="75200"/>
                  </a:cubicBezTo>
                  <a:cubicBezTo>
                    <a:pt x="268014" y="52683"/>
                    <a:pt x="202197" y="26270"/>
                    <a:pt x="168431" y="26270"/>
                  </a:cubicBezTo>
                  <a:close/>
                  <a:moveTo>
                    <a:pt x="168431" y="105070"/>
                  </a:moveTo>
                  <a:cubicBezTo>
                    <a:pt x="161749" y="105046"/>
                    <a:pt x="155078" y="104521"/>
                    <a:pt x="148476" y="103499"/>
                  </a:cubicBezTo>
                  <a:lnTo>
                    <a:pt x="145361" y="103013"/>
                  </a:lnTo>
                  <a:lnTo>
                    <a:pt x="118863" y="116957"/>
                  </a:lnTo>
                  <a:cubicBezTo>
                    <a:pt x="119584" y="114341"/>
                    <a:pt x="120455" y="111768"/>
                    <a:pt x="121472" y="109252"/>
                  </a:cubicBezTo>
                  <a:lnTo>
                    <a:pt x="125711" y="99089"/>
                  </a:lnTo>
                  <a:lnTo>
                    <a:pt x="115043" y="96364"/>
                  </a:lnTo>
                  <a:cubicBezTo>
                    <a:pt x="109757" y="95012"/>
                    <a:pt x="104565" y="93602"/>
                    <a:pt x="99441" y="92231"/>
                  </a:cubicBezTo>
                  <a:cubicBezTo>
                    <a:pt x="83483" y="87075"/>
                    <a:pt x="66968" y="83839"/>
                    <a:pt x="50244" y="82591"/>
                  </a:cubicBezTo>
                  <a:lnTo>
                    <a:pt x="48111" y="82591"/>
                  </a:lnTo>
                  <a:lnTo>
                    <a:pt x="27242" y="92402"/>
                  </a:lnTo>
                  <a:cubicBezTo>
                    <a:pt x="29668" y="87880"/>
                    <a:pt x="31793" y="83203"/>
                    <a:pt x="33604" y="78400"/>
                  </a:cubicBezTo>
                  <a:lnTo>
                    <a:pt x="34738" y="75200"/>
                  </a:lnTo>
                  <a:lnTo>
                    <a:pt x="33604" y="71999"/>
                  </a:lnTo>
                  <a:cubicBezTo>
                    <a:pt x="31804" y="67206"/>
                    <a:pt x="29682" y="62541"/>
                    <a:pt x="27251" y="58036"/>
                  </a:cubicBezTo>
                  <a:lnTo>
                    <a:pt x="48111" y="67847"/>
                  </a:lnTo>
                  <a:lnTo>
                    <a:pt x="50244" y="67847"/>
                  </a:lnTo>
                  <a:cubicBezTo>
                    <a:pt x="67002" y="66590"/>
                    <a:pt x="83549" y="63338"/>
                    <a:pt x="99536" y="58160"/>
                  </a:cubicBezTo>
                  <a:cubicBezTo>
                    <a:pt x="104604" y="56788"/>
                    <a:pt x="109804" y="55388"/>
                    <a:pt x="115072" y="54035"/>
                  </a:cubicBezTo>
                  <a:lnTo>
                    <a:pt x="125740" y="51302"/>
                  </a:lnTo>
                  <a:lnTo>
                    <a:pt x="121501" y="41148"/>
                  </a:lnTo>
                  <a:cubicBezTo>
                    <a:pt x="120443" y="38595"/>
                    <a:pt x="119530" y="35985"/>
                    <a:pt x="118767" y="33328"/>
                  </a:cubicBezTo>
                  <a:lnTo>
                    <a:pt x="145437" y="47387"/>
                  </a:lnTo>
                  <a:lnTo>
                    <a:pt x="148561" y="46901"/>
                  </a:lnTo>
                  <a:cubicBezTo>
                    <a:pt x="155155" y="45878"/>
                    <a:pt x="161815" y="45349"/>
                    <a:pt x="168488" y="45320"/>
                  </a:cubicBezTo>
                  <a:cubicBezTo>
                    <a:pt x="199101" y="45320"/>
                    <a:pt x="240630" y="66132"/>
                    <a:pt x="248288" y="75200"/>
                  </a:cubicBezTo>
                  <a:cubicBezTo>
                    <a:pt x="240592" y="84258"/>
                    <a:pt x="199044" y="105070"/>
                    <a:pt x="168459" y="1050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03" name="Google Shape;1703;p42"/>
            <p:cNvSpPr/>
            <p:nvPr/>
          </p:nvSpPr>
          <p:spPr>
            <a:xfrm>
              <a:off x="5797011" y="5146412"/>
              <a:ext cx="627792" cy="561975"/>
            </a:xfrm>
            <a:custGeom>
              <a:rect b="b" l="l" r="r" t="t"/>
              <a:pathLst>
                <a:path extrusionOk="0" h="561975" w="627792">
                  <a:moveTo>
                    <a:pt x="627793" y="190500"/>
                  </a:moveTo>
                  <a:cubicBezTo>
                    <a:pt x="565765" y="121196"/>
                    <a:pt x="477161" y="81583"/>
                    <a:pt x="384153" y="81572"/>
                  </a:cubicBezTo>
                  <a:cubicBezTo>
                    <a:pt x="379705" y="81572"/>
                    <a:pt x="375333" y="81905"/>
                    <a:pt x="370932" y="82077"/>
                  </a:cubicBezTo>
                  <a:lnTo>
                    <a:pt x="235039" y="0"/>
                  </a:lnTo>
                  <a:cubicBezTo>
                    <a:pt x="236091" y="36928"/>
                    <a:pt x="242397" y="73520"/>
                    <a:pt x="253765" y="108671"/>
                  </a:cubicBezTo>
                  <a:cubicBezTo>
                    <a:pt x="251041" y="109909"/>
                    <a:pt x="248317" y="111195"/>
                    <a:pt x="245735" y="112557"/>
                  </a:cubicBezTo>
                  <a:cubicBezTo>
                    <a:pt x="245555" y="112662"/>
                    <a:pt x="245450" y="112833"/>
                    <a:pt x="245278" y="112938"/>
                  </a:cubicBezTo>
                  <a:cubicBezTo>
                    <a:pt x="199999" y="134291"/>
                    <a:pt x="160183" y="165684"/>
                    <a:pt x="128854" y="204730"/>
                  </a:cubicBezTo>
                  <a:lnTo>
                    <a:pt x="128854" y="204730"/>
                  </a:lnTo>
                  <a:cubicBezTo>
                    <a:pt x="126949" y="207121"/>
                    <a:pt x="124920" y="209426"/>
                    <a:pt x="123073" y="211874"/>
                  </a:cubicBezTo>
                  <a:lnTo>
                    <a:pt x="0" y="131445"/>
                  </a:lnTo>
                  <a:cubicBezTo>
                    <a:pt x="0" y="190205"/>
                    <a:pt x="28004" y="280988"/>
                    <a:pt x="28004" y="280988"/>
                  </a:cubicBezTo>
                  <a:cubicBezTo>
                    <a:pt x="28004" y="280988"/>
                    <a:pt x="0" y="371789"/>
                    <a:pt x="0" y="430530"/>
                  </a:cubicBezTo>
                  <a:lnTo>
                    <a:pt x="123053" y="350063"/>
                  </a:lnTo>
                  <a:cubicBezTo>
                    <a:pt x="157111" y="395027"/>
                    <a:pt x="202132" y="430503"/>
                    <a:pt x="253813" y="453104"/>
                  </a:cubicBezTo>
                  <a:cubicBezTo>
                    <a:pt x="242410" y="488317"/>
                    <a:pt x="236089" y="524977"/>
                    <a:pt x="235039" y="561975"/>
                  </a:cubicBezTo>
                  <a:lnTo>
                    <a:pt x="370942" y="479898"/>
                  </a:lnTo>
                  <a:cubicBezTo>
                    <a:pt x="375342" y="480070"/>
                    <a:pt x="379714" y="480403"/>
                    <a:pt x="384162" y="480403"/>
                  </a:cubicBezTo>
                  <a:cubicBezTo>
                    <a:pt x="472575" y="480380"/>
                    <a:pt x="557202" y="444515"/>
                    <a:pt x="618706" y="381000"/>
                  </a:cubicBezTo>
                  <a:lnTo>
                    <a:pt x="514350" y="285750"/>
                  </a:lnTo>
                  <a:close/>
                  <a:moveTo>
                    <a:pt x="590902" y="381410"/>
                  </a:moveTo>
                  <a:cubicBezTo>
                    <a:pt x="534233" y="432684"/>
                    <a:pt x="460585" y="461161"/>
                    <a:pt x="384162" y="461353"/>
                  </a:cubicBezTo>
                  <a:cubicBezTo>
                    <a:pt x="382743" y="461353"/>
                    <a:pt x="379628" y="461296"/>
                    <a:pt x="376771" y="461153"/>
                  </a:cubicBezTo>
                  <a:cubicBezTo>
                    <a:pt x="374228" y="461020"/>
                    <a:pt x="371913" y="460810"/>
                    <a:pt x="370999" y="460772"/>
                  </a:cubicBezTo>
                  <a:cubicBezTo>
                    <a:pt x="360646" y="460319"/>
                    <a:pt x="350365" y="458830"/>
                    <a:pt x="340309" y="456324"/>
                  </a:cubicBezTo>
                  <a:cubicBezTo>
                    <a:pt x="335269" y="454819"/>
                    <a:pt x="329962" y="457686"/>
                    <a:pt x="328457" y="462726"/>
                  </a:cubicBezTo>
                  <a:cubicBezTo>
                    <a:pt x="326953" y="467767"/>
                    <a:pt x="329819" y="473072"/>
                    <a:pt x="334860" y="474577"/>
                  </a:cubicBezTo>
                  <a:cubicBezTo>
                    <a:pt x="335006" y="474621"/>
                    <a:pt x="335151" y="474661"/>
                    <a:pt x="335299" y="474697"/>
                  </a:cubicBezTo>
                  <a:cubicBezTo>
                    <a:pt x="335509" y="474764"/>
                    <a:pt x="337499" y="475278"/>
                    <a:pt x="340614" y="475955"/>
                  </a:cubicBezTo>
                  <a:lnTo>
                    <a:pt x="256861" y="526542"/>
                  </a:lnTo>
                  <a:cubicBezTo>
                    <a:pt x="259759" y="503596"/>
                    <a:pt x="264807" y="480973"/>
                    <a:pt x="271939" y="458972"/>
                  </a:cubicBezTo>
                  <a:lnTo>
                    <a:pt x="277254" y="442560"/>
                  </a:lnTo>
                  <a:lnTo>
                    <a:pt x="261442" y="435654"/>
                  </a:lnTo>
                  <a:cubicBezTo>
                    <a:pt x="212762" y="414330"/>
                    <a:pt x="170349" y="380904"/>
                    <a:pt x="138236" y="338557"/>
                  </a:cubicBezTo>
                  <a:lnTo>
                    <a:pt x="127502" y="324393"/>
                  </a:lnTo>
                  <a:lnTo>
                    <a:pt x="112624" y="334118"/>
                  </a:lnTo>
                  <a:lnTo>
                    <a:pt x="21993" y="393383"/>
                  </a:lnTo>
                  <a:cubicBezTo>
                    <a:pt x="27627" y="357279"/>
                    <a:pt x="35717" y="321601"/>
                    <a:pt x="46206" y="286598"/>
                  </a:cubicBezTo>
                  <a:lnTo>
                    <a:pt x="47939" y="280988"/>
                  </a:lnTo>
                  <a:lnTo>
                    <a:pt x="46206" y="275377"/>
                  </a:lnTo>
                  <a:cubicBezTo>
                    <a:pt x="35717" y="240374"/>
                    <a:pt x="27627" y="204696"/>
                    <a:pt x="21993" y="168593"/>
                  </a:cubicBezTo>
                  <a:lnTo>
                    <a:pt x="115167" y="229552"/>
                  </a:lnTo>
                  <a:cubicBezTo>
                    <a:pt x="113189" y="234085"/>
                    <a:pt x="111460" y="238720"/>
                    <a:pt x="109985" y="243440"/>
                  </a:cubicBezTo>
                  <a:cubicBezTo>
                    <a:pt x="108527" y="248493"/>
                    <a:pt x="111439" y="253771"/>
                    <a:pt x="116491" y="255232"/>
                  </a:cubicBezTo>
                  <a:cubicBezTo>
                    <a:pt x="117353" y="255476"/>
                    <a:pt x="118243" y="255601"/>
                    <a:pt x="119139" y="255603"/>
                  </a:cubicBezTo>
                  <a:cubicBezTo>
                    <a:pt x="123374" y="255602"/>
                    <a:pt x="127101" y="252804"/>
                    <a:pt x="128283" y="248736"/>
                  </a:cubicBezTo>
                  <a:cubicBezTo>
                    <a:pt x="131993" y="237152"/>
                    <a:pt x="137350" y="226162"/>
                    <a:pt x="144189" y="216103"/>
                  </a:cubicBezTo>
                  <a:cubicBezTo>
                    <a:pt x="175518" y="177228"/>
                    <a:pt x="215736" y="146458"/>
                    <a:pt x="261452" y="126387"/>
                  </a:cubicBezTo>
                  <a:lnTo>
                    <a:pt x="273834" y="120968"/>
                  </a:lnTo>
                  <a:cubicBezTo>
                    <a:pt x="279864" y="118643"/>
                    <a:pt x="284312" y="117157"/>
                    <a:pt x="284445" y="117157"/>
                  </a:cubicBezTo>
                  <a:cubicBezTo>
                    <a:pt x="289443" y="115509"/>
                    <a:pt x="292157" y="110120"/>
                    <a:pt x="290508" y="105123"/>
                  </a:cubicBezTo>
                  <a:cubicBezTo>
                    <a:pt x="288859" y="100125"/>
                    <a:pt x="283471" y="97411"/>
                    <a:pt x="278473" y="99060"/>
                  </a:cubicBezTo>
                  <a:cubicBezTo>
                    <a:pt x="278187" y="99155"/>
                    <a:pt x="275482" y="100013"/>
                    <a:pt x="271472" y="101527"/>
                  </a:cubicBezTo>
                  <a:cubicBezTo>
                    <a:pt x="264596" y="80016"/>
                    <a:pt x="259702" y="57922"/>
                    <a:pt x="256851" y="35519"/>
                  </a:cubicBezTo>
                  <a:lnTo>
                    <a:pt x="361074" y="98469"/>
                  </a:lnTo>
                  <a:lnTo>
                    <a:pt x="365960" y="101422"/>
                  </a:lnTo>
                  <a:cubicBezTo>
                    <a:pt x="365960" y="101422"/>
                    <a:pt x="379000" y="100708"/>
                    <a:pt x="384143" y="100708"/>
                  </a:cubicBezTo>
                  <a:cubicBezTo>
                    <a:pt x="464882" y="100760"/>
                    <a:pt x="542379" y="132476"/>
                    <a:pt x="599989" y="189043"/>
                  </a:cubicBezTo>
                  <a:lnTo>
                    <a:pt x="502091" y="271243"/>
                  </a:lnTo>
                  <a:lnTo>
                    <a:pt x="485432" y="285236"/>
                  </a:lnTo>
                  <a:lnTo>
                    <a:pt x="501501" y="299904"/>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04" name="Google Shape;1704;p42"/>
            <p:cNvSpPr/>
            <p:nvPr/>
          </p:nvSpPr>
          <p:spPr>
            <a:xfrm>
              <a:off x="6282786" y="5331597"/>
              <a:ext cx="28575" cy="28575"/>
            </a:xfrm>
            <a:custGeom>
              <a:rect b="b" l="l" r="r" t="t"/>
              <a:pathLst>
                <a:path extrusionOk="0" h="28575" w="28575">
                  <a:moveTo>
                    <a:pt x="28575" y="14288"/>
                  </a:moveTo>
                  <a:cubicBezTo>
                    <a:pt x="28575" y="22178"/>
                    <a:pt x="22178" y="28575"/>
                    <a:pt x="14287" y="28575"/>
                  </a:cubicBezTo>
                  <a:cubicBezTo>
                    <a:pt x="6397" y="28575"/>
                    <a:pt x="0" y="22178"/>
                    <a:pt x="0" y="14288"/>
                  </a:cubicBezTo>
                  <a:cubicBezTo>
                    <a:pt x="0" y="6397"/>
                    <a:pt x="6397" y="0"/>
                    <a:pt x="14287" y="0"/>
                  </a:cubicBezTo>
                  <a:cubicBezTo>
                    <a:pt x="22178" y="0"/>
                    <a:pt x="28575" y="6397"/>
                    <a:pt x="28575" y="142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05" name="Google Shape;1705;p42"/>
            <p:cNvSpPr/>
            <p:nvPr/>
          </p:nvSpPr>
          <p:spPr>
            <a:xfrm>
              <a:off x="6614028" y="5420732"/>
              <a:ext cx="13335" cy="13335"/>
            </a:xfrm>
            <a:custGeom>
              <a:rect b="b" l="l" r="r" t="t"/>
              <a:pathLst>
                <a:path extrusionOk="0" h="13335" w="13335">
                  <a:moveTo>
                    <a:pt x="13335" y="6668"/>
                  </a:moveTo>
                  <a:cubicBezTo>
                    <a:pt x="13335" y="10350"/>
                    <a:pt x="10350" y="13335"/>
                    <a:pt x="6668" y="13335"/>
                  </a:cubicBezTo>
                  <a:cubicBezTo>
                    <a:pt x="2985" y="13335"/>
                    <a:pt x="0" y="10350"/>
                    <a:pt x="0" y="6668"/>
                  </a:cubicBezTo>
                  <a:cubicBezTo>
                    <a:pt x="0" y="2985"/>
                    <a:pt x="2985" y="0"/>
                    <a:pt x="6668" y="0"/>
                  </a:cubicBezTo>
                  <a:cubicBezTo>
                    <a:pt x="10350" y="0"/>
                    <a:pt x="13335" y="2985"/>
                    <a:pt x="13335" y="666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nvGrpSpPr>
          <p:cNvPr descr="Warehouse outline" id="1706" name="Google Shape;1706;p42"/>
          <p:cNvGrpSpPr/>
          <p:nvPr/>
        </p:nvGrpSpPr>
        <p:grpSpPr>
          <a:xfrm>
            <a:off x="571702" y="3385054"/>
            <a:ext cx="253365" cy="250040"/>
            <a:chOff x="6408527" y="5377909"/>
            <a:chExt cx="723900" cy="714603"/>
          </a:xfrm>
        </p:grpSpPr>
        <p:sp>
          <p:nvSpPr>
            <p:cNvPr id="1707" name="Google Shape;1707;p42"/>
            <p:cNvSpPr/>
            <p:nvPr/>
          </p:nvSpPr>
          <p:spPr>
            <a:xfrm>
              <a:off x="6408527" y="5377909"/>
              <a:ext cx="723900" cy="714603"/>
            </a:xfrm>
            <a:custGeom>
              <a:rect b="b" l="l" r="r" t="t"/>
              <a:pathLst>
                <a:path extrusionOk="0" h="714603" w="723900">
                  <a:moveTo>
                    <a:pt x="361950" y="0"/>
                  </a:moveTo>
                  <a:lnTo>
                    <a:pt x="0" y="148590"/>
                  </a:lnTo>
                  <a:lnTo>
                    <a:pt x="0" y="714604"/>
                  </a:lnTo>
                  <a:lnTo>
                    <a:pt x="66675" y="714604"/>
                  </a:lnTo>
                  <a:lnTo>
                    <a:pt x="66675" y="238220"/>
                  </a:lnTo>
                  <a:lnTo>
                    <a:pt x="657225" y="238220"/>
                  </a:lnTo>
                  <a:lnTo>
                    <a:pt x="657225" y="714604"/>
                  </a:lnTo>
                  <a:lnTo>
                    <a:pt x="723900" y="714604"/>
                  </a:lnTo>
                  <a:lnTo>
                    <a:pt x="723900" y="148590"/>
                  </a:lnTo>
                  <a:close/>
                  <a:moveTo>
                    <a:pt x="704850" y="695554"/>
                  </a:moveTo>
                  <a:lnTo>
                    <a:pt x="676275" y="695554"/>
                  </a:lnTo>
                  <a:lnTo>
                    <a:pt x="676275" y="219170"/>
                  </a:lnTo>
                  <a:lnTo>
                    <a:pt x="47625" y="219170"/>
                  </a:lnTo>
                  <a:lnTo>
                    <a:pt x="47625" y="695554"/>
                  </a:lnTo>
                  <a:lnTo>
                    <a:pt x="19050" y="695554"/>
                  </a:lnTo>
                  <a:lnTo>
                    <a:pt x="19050" y="161344"/>
                  </a:lnTo>
                  <a:lnTo>
                    <a:pt x="361950" y="20622"/>
                  </a:lnTo>
                  <a:lnTo>
                    <a:pt x="704850" y="161344"/>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08" name="Google Shape;1708;p42"/>
            <p:cNvSpPr/>
            <p:nvPr/>
          </p:nvSpPr>
          <p:spPr>
            <a:xfrm>
              <a:off x="6503777" y="5644609"/>
              <a:ext cx="533400" cy="19050"/>
            </a:xfrm>
            <a:custGeom>
              <a:rect b="b" l="l" r="r" t="t"/>
              <a:pathLst>
                <a:path extrusionOk="0" h="19050" w="533400">
                  <a:moveTo>
                    <a:pt x="0" y="0"/>
                  </a:moveTo>
                  <a:lnTo>
                    <a:pt x="533400" y="0"/>
                  </a:lnTo>
                  <a:lnTo>
                    <a:pt x="533400"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09" name="Google Shape;1709;p42"/>
            <p:cNvSpPr/>
            <p:nvPr/>
          </p:nvSpPr>
          <p:spPr>
            <a:xfrm>
              <a:off x="6503777" y="5692234"/>
              <a:ext cx="533400" cy="19050"/>
            </a:xfrm>
            <a:custGeom>
              <a:rect b="b" l="l" r="r" t="t"/>
              <a:pathLst>
                <a:path extrusionOk="0" h="19050" w="533400">
                  <a:moveTo>
                    <a:pt x="0" y="0"/>
                  </a:moveTo>
                  <a:lnTo>
                    <a:pt x="533400" y="0"/>
                  </a:lnTo>
                  <a:lnTo>
                    <a:pt x="533400"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10" name="Google Shape;1710;p42"/>
            <p:cNvSpPr/>
            <p:nvPr/>
          </p:nvSpPr>
          <p:spPr>
            <a:xfrm>
              <a:off x="6503777" y="5739859"/>
              <a:ext cx="533400" cy="19050"/>
            </a:xfrm>
            <a:custGeom>
              <a:rect b="b" l="l" r="r" t="t"/>
              <a:pathLst>
                <a:path extrusionOk="0" h="19050" w="533400">
                  <a:moveTo>
                    <a:pt x="0" y="0"/>
                  </a:moveTo>
                  <a:lnTo>
                    <a:pt x="533400" y="0"/>
                  </a:lnTo>
                  <a:lnTo>
                    <a:pt x="533400"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11" name="Google Shape;1711;p42"/>
            <p:cNvSpPr/>
            <p:nvPr/>
          </p:nvSpPr>
          <p:spPr>
            <a:xfrm>
              <a:off x="6646652" y="5825584"/>
              <a:ext cx="390525" cy="266700"/>
            </a:xfrm>
            <a:custGeom>
              <a:rect b="b" l="l" r="r" t="t"/>
              <a:pathLst>
                <a:path extrusionOk="0" h="266700" w="390525">
                  <a:moveTo>
                    <a:pt x="247650" y="0"/>
                  </a:moveTo>
                  <a:lnTo>
                    <a:pt x="123825" y="0"/>
                  </a:lnTo>
                  <a:lnTo>
                    <a:pt x="123825" y="123825"/>
                  </a:lnTo>
                  <a:lnTo>
                    <a:pt x="0" y="123825"/>
                  </a:lnTo>
                  <a:lnTo>
                    <a:pt x="0" y="266700"/>
                  </a:lnTo>
                  <a:lnTo>
                    <a:pt x="390525" y="266700"/>
                  </a:lnTo>
                  <a:lnTo>
                    <a:pt x="390525" y="0"/>
                  </a:lnTo>
                  <a:lnTo>
                    <a:pt x="247650" y="0"/>
                  </a:lnTo>
                  <a:close/>
                  <a:moveTo>
                    <a:pt x="142875" y="19050"/>
                  </a:moveTo>
                  <a:lnTo>
                    <a:pt x="247650" y="19050"/>
                  </a:lnTo>
                  <a:lnTo>
                    <a:pt x="247650" y="123825"/>
                  </a:lnTo>
                  <a:lnTo>
                    <a:pt x="142875" y="123825"/>
                  </a:lnTo>
                  <a:close/>
                  <a:moveTo>
                    <a:pt x="123825" y="247650"/>
                  </a:moveTo>
                  <a:lnTo>
                    <a:pt x="19050" y="247650"/>
                  </a:lnTo>
                  <a:lnTo>
                    <a:pt x="19050" y="142875"/>
                  </a:lnTo>
                  <a:lnTo>
                    <a:pt x="123825" y="142875"/>
                  </a:lnTo>
                  <a:close/>
                  <a:moveTo>
                    <a:pt x="247650" y="247650"/>
                  </a:moveTo>
                  <a:lnTo>
                    <a:pt x="142875" y="247650"/>
                  </a:lnTo>
                  <a:lnTo>
                    <a:pt x="142875" y="142875"/>
                  </a:lnTo>
                  <a:lnTo>
                    <a:pt x="247650" y="142875"/>
                  </a:lnTo>
                  <a:close/>
                  <a:moveTo>
                    <a:pt x="371475" y="247650"/>
                  </a:moveTo>
                  <a:lnTo>
                    <a:pt x="266700" y="247650"/>
                  </a:lnTo>
                  <a:lnTo>
                    <a:pt x="266700" y="142875"/>
                  </a:lnTo>
                  <a:lnTo>
                    <a:pt x="371475" y="142875"/>
                  </a:lnTo>
                  <a:close/>
                  <a:moveTo>
                    <a:pt x="371475" y="19050"/>
                  </a:moveTo>
                  <a:lnTo>
                    <a:pt x="371475" y="123825"/>
                  </a:lnTo>
                  <a:lnTo>
                    <a:pt x="266700" y="123825"/>
                  </a:lnTo>
                  <a:lnTo>
                    <a:pt x="26670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12" name="Google Shape;1712;p42"/>
            <p:cNvSpPr/>
            <p:nvPr/>
          </p:nvSpPr>
          <p:spPr>
            <a:xfrm>
              <a:off x="6808577" y="5863684"/>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13" name="Google Shape;1713;p42"/>
            <p:cNvSpPr/>
            <p:nvPr/>
          </p:nvSpPr>
          <p:spPr>
            <a:xfrm>
              <a:off x="6932402" y="5863684"/>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14" name="Google Shape;1714;p42"/>
            <p:cNvSpPr/>
            <p:nvPr/>
          </p:nvSpPr>
          <p:spPr>
            <a:xfrm>
              <a:off x="6808577" y="5987509"/>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15" name="Google Shape;1715;p42"/>
            <p:cNvSpPr/>
            <p:nvPr/>
          </p:nvSpPr>
          <p:spPr>
            <a:xfrm>
              <a:off x="6684752" y="5987509"/>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16" name="Google Shape;1716;p42"/>
            <p:cNvSpPr/>
            <p:nvPr/>
          </p:nvSpPr>
          <p:spPr>
            <a:xfrm>
              <a:off x="6932402" y="5987509"/>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21" name="Shape 1721"/>
        <p:cNvGrpSpPr/>
        <p:nvPr/>
      </p:nvGrpSpPr>
      <p:grpSpPr>
        <a:xfrm>
          <a:off x="0" y="0"/>
          <a:ext cx="0" cy="0"/>
          <a:chOff x="0" y="0"/>
          <a:chExt cx="0" cy="0"/>
        </a:xfrm>
      </p:grpSpPr>
      <p:sp>
        <p:nvSpPr>
          <p:cNvPr id="1722" name="Google Shape;1722;p43"/>
          <p:cNvSpPr/>
          <p:nvPr/>
        </p:nvSpPr>
        <p:spPr>
          <a:xfrm>
            <a:off x="450361" y="2142882"/>
            <a:ext cx="3586800" cy="28524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23" name="Google Shape;1723;p43"/>
          <p:cNvSpPr/>
          <p:nvPr/>
        </p:nvSpPr>
        <p:spPr>
          <a:xfrm>
            <a:off x="5621503" y="1987926"/>
            <a:ext cx="1704900" cy="1704600"/>
          </a:xfrm>
          <a:prstGeom prst="ellipse">
            <a:avLst/>
          </a:prstGeom>
          <a:solidFill>
            <a:srgbClr val="A5A5A5"/>
          </a:solidFill>
          <a:ln>
            <a:noFill/>
          </a:ln>
          <a:effectLst>
            <a:outerShdw blurRad="428699" rotWithShape="0" algn="tr" dir="8100000" dist="219113">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724" name="Google Shape;1724;p43"/>
          <p:cNvGrpSpPr/>
          <p:nvPr/>
        </p:nvGrpSpPr>
        <p:grpSpPr>
          <a:xfrm>
            <a:off x="5112229" y="1479947"/>
            <a:ext cx="2723686" cy="2720577"/>
            <a:chOff x="6229351" y="1973263"/>
            <a:chExt cx="3630614" cy="3627436"/>
          </a:xfrm>
        </p:grpSpPr>
        <p:sp>
          <p:nvSpPr>
            <p:cNvPr id="1725" name="Google Shape;1725;p43"/>
            <p:cNvSpPr/>
            <p:nvPr/>
          </p:nvSpPr>
          <p:spPr>
            <a:xfrm>
              <a:off x="8963026" y="2606675"/>
              <a:ext cx="896939" cy="2239962"/>
            </a:xfrm>
            <a:custGeom>
              <a:rect b="b" l="l" r="r" t="t"/>
              <a:pathLst>
                <a:path extrusionOk="0" h="1770" w="708">
                  <a:moveTo>
                    <a:pt x="0" y="200"/>
                  </a:moveTo>
                  <a:cubicBezTo>
                    <a:pt x="1" y="201"/>
                    <a:pt x="2" y="202"/>
                    <a:pt x="3" y="203"/>
                  </a:cubicBezTo>
                  <a:cubicBezTo>
                    <a:pt x="377" y="576"/>
                    <a:pt x="404" y="1164"/>
                    <a:pt x="87" y="1569"/>
                  </a:cubicBezTo>
                  <a:cubicBezTo>
                    <a:pt x="87" y="1770"/>
                    <a:pt x="87" y="1770"/>
                    <a:pt x="87" y="1770"/>
                  </a:cubicBezTo>
                  <a:cubicBezTo>
                    <a:pt x="279" y="1770"/>
                    <a:pt x="279" y="1770"/>
                    <a:pt x="279" y="1770"/>
                  </a:cubicBezTo>
                  <a:cubicBezTo>
                    <a:pt x="708" y="1256"/>
                    <a:pt x="681" y="490"/>
                    <a:pt x="199" y="8"/>
                  </a:cubicBezTo>
                  <a:cubicBezTo>
                    <a:pt x="196" y="5"/>
                    <a:pt x="193" y="3"/>
                    <a:pt x="190" y="0"/>
                  </a:cubicBezTo>
                  <a:cubicBezTo>
                    <a:pt x="190" y="200"/>
                    <a:pt x="190" y="200"/>
                    <a:pt x="190" y="200"/>
                  </a:cubicBezTo>
                  <a:lnTo>
                    <a:pt x="0" y="2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26" name="Google Shape;1726;p43"/>
            <p:cNvSpPr/>
            <p:nvPr/>
          </p:nvSpPr>
          <p:spPr>
            <a:xfrm>
              <a:off x="6861176" y="1973263"/>
              <a:ext cx="2241550" cy="885826"/>
            </a:xfrm>
            <a:custGeom>
              <a:rect b="b" l="l" r="r" t="t"/>
              <a:pathLst>
                <a:path extrusionOk="0" h="700" w="1771">
                  <a:moveTo>
                    <a:pt x="209" y="700"/>
                  </a:moveTo>
                  <a:cubicBezTo>
                    <a:pt x="582" y="331"/>
                    <a:pt x="1167" y="305"/>
                    <a:pt x="1570" y="621"/>
                  </a:cubicBezTo>
                  <a:cubicBezTo>
                    <a:pt x="1771" y="621"/>
                    <a:pt x="1771" y="621"/>
                    <a:pt x="1771" y="621"/>
                  </a:cubicBezTo>
                  <a:cubicBezTo>
                    <a:pt x="1771" y="429"/>
                    <a:pt x="1771" y="429"/>
                    <a:pt x="1771" y="429"/>
                  </a:cubicBezTo>
                  <a:cubicBezTo>
                    <a:pt x="1258" y="0"/>
                    <a:pt x="492" y="27"/>
                    <a:pt x="10" y="509"/>
                  </a:cubicBezTo>
                  <a:cubicBezTo>
                    <a:pt x="6" y="513"/>
                    <a:pt x="3" y="516"/>
                    <a:pt x="0" y="520"/>
                  </a:cubicBezTo>
                  <a:cubicBezTo>
                    <a:pt x="209" y="520"/>
                    <a:pt x="209" y="520"/>
                    <a:pt x="209" y="520"/>
                  </a:cubicBezTo>
                  <a:lnTo>
                    <a:pt x="209" y="7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27" name="Google Shape;1727;p43"/>
            <p:cNvSpPr/>
            <p:nvPr/>
          </p:nvSpPr>
          <p:spPr>
            <a:xfrm>
              <a:off x="6229351" y="2732088"/>
              <a:ext cx="885825" cy="2238373"/>
            </a:xfrm>
            <a:custGeom>
              <a:rect b="b" l="l" r="r" t="t"/>
              <a:pathLst>
                <a:path extrusionOk="0" h="1769" w="700">
                  <a:moveTo>
                    <a:pt x="700" y="1559"/>
                  </a:moveTo>
                  <a:cubicBezTo>
                    <a:pt x="328" y="1183"/>
                    <a:pt x="304" y="593"/>
                    <a:pt x="628" y="189"/>
                  </a:cubicBezTo>
                  <a:cubicBezTo>
                    <a:pt x="628" y="0"/>
                    <a:pt x="628" y="0"/>
                    <a:pt x="628" y="0"/>
                  </a:cubicBezTo>
                  <a:cubicBezTo>
                    <a:pt x="427" y="0"/>
                    <a:pt x="427" y="0"/>
                    <a:pt x="427" y="0"/>
                  </a:cubicBezTo>
                  <a:cubicBezTo>
                    <a:pt x="0" y="514"/>
                    <a:pt x="27" y="1277"/>
                    <a:pt x="509" y="1759"/>
                  </a:cubicBezTo>
                  <a:cubicBezTo>
                    <a:pt x="512" y="1762"/>
                    <a:pt x="516" y="1766"/>
                    <a:pt x="519" y="1769"/>
                  </a:cubicBezTo>
                  <a:cubicBezTo>
                    <a:pt x="519" y="1559"/>
                    <a:pt x="519" y="1559"/>
                    <a:pt x="519" y="1559"/>
                  </a:cubicBezTo>
                  <a:lnTo>
                    <a:pt x="700" y="1559"/>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28" name="Google Shape;1728;p43"/>
            <p:cNvSpPr/>
            <p:nvPr/>
          </p:nvSpPr>
          <p:spPr>
            <a:xfrm>
              <a:off x="6986588" y="4705350"/>
              <a:ext cx="2238376" cy="895349"/>
            </a:xfrm>
            <a:custGeom>
              <a:rect b="b" l="l" r="r" t="t"/>
              <a:pathLst>
                <a:path extrusionOk="0" h="708" w="1768">
                  <a:moveTo>
                    <a:pt x="1568" y="191"/>
                  </a:moveTo>
                  <a:cubicBezTo>
                    <a:pt x="1568" y="0"/>
                    <a:pt x="1568" y="0"/>
                    <a:pt x="1568" y="0"/>
                  </a:cubicBezTo>
                  <a:cubicBezTo>
                    <a:pt x="1567" y="2"/>
                    <a:pt x="1566" y="3"/>
                    <a:pt x="1564" y="4"/>
                  </a:cubicBezTo>
                  <a:cubicBezTo>
                    <a:pt x="1189" y="380"/>
                    <a:pt x="595" y="405"/>
                    <a:pt x="190" y="79"/>
                  </a:cubicBezTo>
                  <a:cubicBezTo>
                    <a:pt x="0" y="79"/>
                    <a:pt x="0" y="79"/>
                    <a:pt x="0" y="79"/>
                  </a:cubicBezTo>
                  <a:cubicBezTo>
                    <a:pt x="0" y="281"/>
                    <a:pt x="0" y="281"/>
                    <a:pt x="0" y="281"/>
                  </a:cubicBezTo>
                  <a:cubicBezTo>
                    <a:pt x="514" y="708"/>
                    <a:pt x="1278" y="680"/>
                    <a:pt x="1760" y="199"/>
                  </a:cubicBezTo>
                  <a:cubicBezTo>
                    <a:pt x="1762" y="196"/>
                    <a:pt x="1765" y="193"/>
                    <a:pt x="1768" y="191"/>
                  </a:cubicBezTo>
                  <a:lnTo>
                    <a:pt x="1568" y="191"/>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729" name="Google Shape;1729;p43"/>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i="0" lang="en-GB">
                <a:solidFill>
                  <a:schemeClr val="dk1"/>
                </a:solidFill>
                <a:latin typeface="Arial Black"/>
                <a:ea typeface="Arial Black"/>
                <a:cs typeface="Arial Black"/>
                <a:sym typeface="Arial Black"/>
              </a:rPr>
              <a:t>Industry </a:t>
            </a:r>
            <a:r>
              <a:rPr i="0" lang="en-GB">
                <a:solidFill>
                  <a:schemeClr val="accent3"/>
                </a:solidFill>
                <a:latin typeface="Arial Black"/>
                <a:ea typeface="Arial Black"/>
                <a:cs typeface="Arial Black"/>
                <a:sym typeface="Arial Black"/>
              </a:rPr>
              <a:t>Analysis</a:t>
            </a:r>
            <a:endParaRPr>
              <a:solidFill>
                <a:schemeClr val="accent3"/>
              </a:solidFill>
              <a:latin typeface="Arial Black"/>
              <a:ea typeface="Arial Black"/>
              <a:cs typeface="Arial Black"/>
              <a:sym typeface="Arial Black"/>
            </a:endParaRPr>
          </a:p>
        </p:txBody>
      </p:sp>
      <p:sp>
        <p:nvSpPr>
          <p:cNvPr id="1730" name="Google Shape;1730;p43"/>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Environmental Forces</a:t>
            </a:r>
            <a:endParaRPr/>
          </a:p>
        </p:txBody>
      </p:sp>
      <p:sp>
        <p:nvSpPr>
          <p:cNvPr id="1731" name="Google Shape;1731;p43"/>
          <p:cNvSpPr txBox="1"/>
          <p:nvPr/>
        </p:nvSpPr>
        <p:spPr>
          <a:xfrm>
            <a:off x="5798745" y="2493987"/>
            <a:ext cx="1350600" cy="692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400">
                <a:solidFill>
                  <a:schemeClr val="lt1"/>
                </a:solidFill>
                <a:latin typeface="Quattrocento Sans"/>
                <a:ea typeface="Quattrocento Sans"/>
                <a:cs typeface="Quattrocento Sans"/>
                <a:sym typeface="Quattrocento Sans"/>
              </a:rPr>
              <a:t>Rivalry Among Existing Competitors</a:t>
            </a:r>
            <a:endParaRPr sz="1100"/>
          </a:p>
        </p:txBody>
      </p:sp>
      <p:grpSp>
        <p:nvGrpSpPr>
          <p:cNvPr id="1732" name="Google Shape;1732;p43"/>
          <p:cNvGrpSpPr/>
          <p:nvPr/>
        </p:nvGrpSpPr>
        <p:grpSpPr>
          <a:xfrm>
            <a:off x="6374553" y="1940116"/>
            <a:ext cx="190701" cy="1800240"/>
            <a:chOff x="7912001" y="2586821"/>
            <a:chExt cx="254200" cy="2400320"/>
          </a:xfrm>
        </p:grpSpPr>
        <p:sp>
          <p:nvSpPr>
            <p:cNvPr id="1733" name="Google Shape;1733;p43"/>
            <p:cNvSpPr/>
            <p:nvPr/>
          </p:nvSpPr>
          <p:spPr>
            <a:xfrm>
              <a:off x="7912101" y="258682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34" name="Google Shape;1734;p43"/>
            <p:cNvSpPr/>
            <p:nvPr/>
          </p:nvSpPr>
          <p:spPr>
            <a:xfrm rot="10800000">
              <a:off x="7912001" y="463104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sp>
        <p:nvSpPr>
          <p:cNvPr id="1735" name="Google Shape;1735;p43"/>
          <p:cNvSpPr/>
          <p:nvPr/>
        </p:nvSpPr>
        <p:spPr>
          <a:xfrm rot="5400000">
            <a:off x="7138282" y="2706736"/>
            <a:ext cx="190500" cy="2670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36" name="Google Shape;1736;p43"/>
          <p:cNvSpPr/>
          <p:nvPr/>
        </p:nvSpPr>
        <p:spPr>
          <a:xfrm rot="-5400000">
            <a:off x="5604574" y="2706736"/>
            <a:ext cx="190500" cy="267000"/>
          </a:xfrm>
          <a:prstGeom prst="downArrow">
            <a:avLst>
              <a:gd fmla="val 50000" name="adj1"/>
              <a:gd fmla="val 50000" name="adj2"/>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37" name="Google Shape;1737;p43"/>
          <p:cNvSpPr/>
          <p:nvPr/>
        </p:nvSpPr>
        <p:spPr>
          <a:xfrm>
            <a:off x="4628442" y="2314456"/>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38" name="Google Shape;1738;p43"/>
          <p:cNvSpPr/>
          <p:nvPr/>
        </p:nvSpPr>
        <p:spPr>
          <a:xfrm>
            <a:off x="7267793" y="2314456"/>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39" name="Google Shape;1739;p43"/>
          <p:cNvSpPr/>
          <p:nvPr/>
        </p:nvSpPr>
        <p:spPr>
          <a:xfrm>
            <a:off x="5948117" y="1004397"/>
            <a:ext cx="1051800" cy="1051500"/>
          </a:xfrm>
          <a:prstGeom prst="ellipse">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40" name="Google Shape;1740;p43"/>
          <p:cNvSpPr/>
          <p:nvPr/>
        </p:nvSpPr>
        <p:spPr>
          <a:xfrm>
            <a:off x="5948117" y="3629764"/>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41" name="Google Shape;1741;p43"/>
          <p:cNvSpPr txBox="1"/>
          <p:nvPr/>
        </p:nvSpPr>
        <p:spPr>
          <a:xfrm>
            <a:off x="6095503" y="128053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new entrants</a:t>
            </a:r>
            <a:endParaRPr sz="1100"/>
          </a:p>
        </p:txBody>
      </p:sp>
      <p:sp>
        <p:nvSpPr>
          <p:cNvPr id="1742" name="Google Shape;1742;p43"/>
          <p:cNvSpPr txBox="1"/>
          <p:nvPr/>
        </p:nvSpPr>
        <p:spPr>
          <a:xfrm>
            <a:off x="6095503" y="3832379"/>
            <a:ext cx="757200" cy="646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substitute products or services</a:t>
            </a:r>
            <a:endParaRPr sz="1100"/>
          </a:p>
        </p:txBody>
      </p:sp>
      <p:sp>
        <p:nvSpPr>
          <p:cNvPr id="1743" name="Google Shape;1743;p43"/>
          <p:cNvSpPr txBox="1"/>
          <p:nvPr/>
        </p:nvSpPr>
        <p:spPr>
          <a:xfrm>
            <a:off x="7415179"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buyers</a:t>
            </a:r>
            <a:endParaRPr sz="1100"/>
          </a:p>
        </p:txBody>
      </p:sp>
      <p:sp>
        <p:nvSpPr>
          <p:cNvPr id="1744" name="Google Shape;1744;p43"/>
          <p:cNvSpPr txBox="1"/>
          <p:nvPr/>
        </p:nvSpPr>
        <p:spPr>
          <a:xfrm>
            <a:off x="4775828"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suppliers</a:t>
            </a:r>
            <a:endParaRPr b="1" sz="1100">
              <a:solidFill>
                <a:schemeClr val="lt1"/>
              </a:solidFill>
              <a:latin typeface="Quattrocento Sans"/>
              <a:ea typeface="Quattrocento Sans"/>
              <a:cs typeface="Quattrocento Sans"/>
              <a:sym typeface="Quattrocento Sans"/>
            </a:endParaRPr>
          </a:p>
        </p:txBody>
      </p:sp>
      <p:sp>
        <p:nvSpPr>
          <p:cNvPr id="1745" name="Google Shape;1745;p43"/>
          <p:cNvSpPr txBox="1"/>
          <p:nvPr/>
        </p:nvSpPr>
        <p:spPr>
          <a:xfrm>
            <a:off x="450354" y="1093355"/>
            <a:ext cx="5326500" cy="46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500">
                <a:solidFill>
                  <a:srgbClr val="3F3F3F"/>
                </a:solidFill>
                <a:latin typeface="Quattrocento Sans"/>
                <a:ea typeface="Quattrocento Sans"/>
                <a:cs typeface="Quattrocento Sans"/>
                <a:sym typeface="Quattrocento Sans"/>
              </a:rPr>
              <a:t>Evaluate the industry according to Porter's Five forces:</a:t>
            </a:r>
            <a:endParaRPr sz="1500">
              <a:solidFill>
                <a:srgbClr val="3F3F3F"/>
              </a:solidFill>
              <a:latin typeface="Quattrocento Sans"/>
              <a:ea typeface="Quattrocento Sans"/>
              <a:cs typeface="Quattrocento Sans"/>
              <a:sym typeface="Quattrocento Sans"/>
            </a:endParaRPr>
          </a:p>
        </p:txBody>
      </p:sp>
      <p:sp>
        <p:nvSpPr>
          <p:cNvPr id="1746" name="Google Shape;1746;p43"/>
          <p:cNvSpPr/>
          <p:nvPr/>
        </p:nvSpPr>
        <p:spPr>
          <a:xfrm>
            <a:off x="458617" y="1574849"/>
            <a:ext cx="4992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47" name="Google Shape;1747;p43"/>
          <p:cNvSpPr/>
          <p:nvPr/>
        </p:nvSpPr>
        <p:spPr>
          <a:xfrm>
            <a:off x="1039816" y="1574849"/>
            <a:ext cx="29973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748" name="Google Shape;1748;p43"/>
          <p:cNvGrpSpPr/>
          <p:nvPr/>
        </p:nvGrpSpPr>
        <p:grpSpPr>
          <a:xfrm>
            <a:off x="517773" y="1643504"/>
            <a:ext cx="380768" cy="380701"/>
            <a:chOff x="2419191" y="3573016"/>
            <a:chExt cx="675600" cy="675600"/>
          </a:xfrm>
        </p:grpSpPr>
        <p:sp>
          <p:nvSpPr>
            <p:cNvPr id="1749" name="Google Shape;1749;p43"/>
            <p:cNvSpPr/>
            <p:nvPr/>
          </p:nvSpPr>
          <p:spPr>
            <a:xfrm>
              <a:off x="2419191" y="3573016"/>
              <a:ext cx="675600" cy="6756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New outline" id="1750" name="Google Shape;1750;p43"/>
            <p:cNvGrpSpPr/>
            <p:nvPr/>
          </p:nvGrpSpPr>
          <p:grpSpPr>
            <a:xfrm>
              <a:off x="2590706" y="3710376"/>
              <a:ext cx="332361" cy="400788"/>
              <a:chOff x="5503380" y="2418528"/>
              <a:chExt cx="535289" cy="645496"/>
            </a:xfrm>
          </p:grpSpPr>
          <p:sp>
            <p:nvSpPr>
              <p:cNvPr id="1751" name="Google Shape;1751;p43"/>
              <p:cNvSpPr/>
              <p:nvPr/>
            </p:nvSpPr>
            <p:spPr>
              <a:xfrm>
                <a:off x="5564072" y="2418528"/>
                <a:ext cx="354235" cy="419430"/>
              </a:xfrm>
              <a:custGeom>
                <a:rect b="b" l="l" r="r" t="t"/>
                <a:pathLst>
                  <a:path extrusionOk="0" h="419430" w="354235">
                    <a:moveTo>
                      <a:pt x="177118" y="419431"/>
                    </a:moveTo>
                    <a:cubicBezTo>
                      <a:pt x="207543" y="322284"/>
                      <a:pt x="272218" y="245737"/>
                      <a:pt x="354236" y="209715"/>
                    </a:cubicBezTo>
                    <a:cubicBezTo>
                      <a:pt x="272218" y="173694"/>
                      <a:pt x="207543" y="97116"/>
                      <a:pt x="177118" y="0"/>
                    </a:cubicBezTo>
                    <a:cubicBezTo>
                      <a:pt x="146685" y="97116"/>
                      <a:pt x="82017" y="173694"/>
                      <a:pt x="0" y="209715"/>
                    </a:cubicBezTo>
                    <a:cubicBezTo>
                      <a:pt x="82017" y="245737"/>
                      <a:pt x="146685" y="322315"/>
                      <a:pt x="177118" y="419431"/>
                    </a:cubicBezTo>
                    <a:close/>
                    <a:moveTo>
                      <a:pt x="177118" y="45106"/>
                    </a:moveTo>
                    <a:cubicBezTo>
                      <a:pt x="205670" y="113817"/>
                      <a:pt x="255558" y="171526"/>
                      <a:pt x="319418" y="209715"/>
                    </a:cubicBezTo>
                    <a:cubicBezTo>
                      <a:pt x="255557" y="247901"/>
                      <a:pt x="205667" y="305612"/>
                      <a:pt x="177118" y="374325"/>
                    </a:cubicBezTo>
                    <a:cubicBezTo>
                      <a:pt x="148563" y="305616"/>
                      <a:pt x="98675" y="247907"/>
                      <a:pt x="34817" y="209715"/>
                    </a:cubicBezTo>
                    <a:cubicBezTo>
                      <a:pt x="98675" y="171524"/>
                      <a:pt x="148563" y="113815"/>
                      <a:pt x="177118" y="45106"/>
                    </a:cubicBezTo>
                    <a:close/>
                  </a:path>
                </a:pathLst>
              </a:custGeom>
              <a:solidFill>
                <a:schemeClr val="lt1"/>
              </a:solidFill>
              <a:ln cap="flat" cmpd="sng" w="7150">
                <a:solidFill>
                  <a:schemeClr val="lt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52" name="Google Shape;1752;p43"/>
              <p:cNvSpPr/>
              <p:nvPr/>
            </p:nvSpPr>
            <p:spPr>
              <a:xfrm>
                <a:off x="5796451" y="2777219"/>
                <a:ext cx="242218" cy="286805"/>
              </a:xfrm>
              <a:custGeom>
                <a:rect b="b" l="l" r="r" t="t"/>
                <a:pathLst>
                  <a:path extrusionOk="0" h="286805" w="242218">
                    <a:moveTo>
                      <a:pt x="0" y="143402"/>
                    </a:moveTo>
                    <a:cubicBezTo>
                      <a:pt x="56079" y="168034"/>
                      <a:pt x="100304" y="220398"/>
                      <a:pt x="121109" y="286805"/>
                    </a:cubicBezTo>
                    <a:cubicBezTo>
                      <a:pt x="141915" y="220398"/>
                      <a:pt x="186139" y="168034"/>
                      <a:pt x="242219" y="143402"/>
                    </a:cubicBezTo>
                    <a:cubicBezTo>
                      <a:pt x="186139" y="118763"/>
                      <a:pt x="141915" y="66392"/>
                      <a:pt x="121109" y="0"/>
                    </a:cubicBezTo>
                    <a:cubicBezTo>
                      <a:pt x="100304" y="66392"/>
                      <a:pt x="56079" y="118763"/>
                      <a:pt x="0" y="143402"/>
                    </a:cubicBezTo>
                    <a:close/>
                    <a:moveTo>
                      <a:pt x="208771" y="143402"/>
                    </a:moveTo>
                    <a:cubicBezTo>
                      <a:pt x="170693" y="168048"/>
                      <a:pt x="140316" y="202907"/>
                      <a:pt x="121109" y="243998"/>
                    </a:cubicBezTo>
                    <a:cubicBezTo>
                      <a:pt x="101903" y="202907"/>
                      <a:pt x="71526" y="168048"/>
                      <a:pt x="33448" y="143402"/>
                    </a:cubicBezTo>
                    <a:cubicBezTo>
                      <a:pt x="71526" y="118744"/>
                      <a:pt x="101902" y="83874"/>
                      <a:pt x="121109" y="42776"/>
                    </a:cubicBezTo>
                    <a:cubicBezTo>
                      <a:pt x="140316" y="83874"/>
                      <a:pt x="170693" y="118744"/>
                      <a:pt x="208771" y="143402"/>
                    </a:cubicBezTo>
                    <a:close/>
                  </a:path>
                </a:pathLst>
              </a:custGeom>
              <a:solidFill>
                <a:schemeClr val="lt1"/>
              </a:solidFill>
              <a:ln cap="flat" cmpd="sng" w="7150">
                <a:solidFill>
                  <a:schemeClr val="lt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53" name="Google Shape;1753;p43"/>
              <p:cNvSpPr/>
              <p:nvPr/>
            </p:nvSpPr>
            <p:spPr>
              <a:xfrm>
                <a:off x="5503380" y="2781470"/>
                <a:ext cx="155493" cy="184155"/>
              </a:xfrm>
              <a:custGeom>
                <a:rect b="b" l="l" r="r" t="t"/>
                <a:pathLst>
                  <a:path extrusionOk="0" h="184155" w="155493">
                    <a:moveTo>
                      <a:pt x="77743" y="184155"/>
                    </a:moveTo>
                    <a:cubicBezTo>
                      <a:pt x="89222" y="143721"/>
                      <a:pt x="117549" y="110182"/>
                      <a:pt x="155494" y="92101"/>
                    </a:cubicBezTo>
                    <a:cubicBezTo>
                      <a:pt x="117538" y="74011"/>
                      <a:pt x="89209" y="40453"/>
                      <a:pt x="77743" y="0"/>
                    </a:cubicBezTo>
                    <a:cubicBezTo>
                      <a:pt x="77743" y="0"/>
                      <a:pt x="77263" y="1653"/>
                      <a:pt x="77011" y="2480"/>
                    </a:cubicBezTo>
                    <a:cubicBezTo>
                      <a:pt x="76544" y="4007"/>
                      <a:pt x="76058" y="5526"/>
                      <a:pt x="75555" y="7037"/>
                    </a:cubicBezTo>
                    <a:lnTo>
                      <a:pt x="75555" y="7037"/>
                    </a:lnTo>
                    <a:cubicBezTo>
                      <a:pt x="62880" y="44414"/>
                      <a:pt x="35630" y="75078"/>
                      <a:pt x="0" y="92054"/>
                    </a:cubicBezTo>
                    <a:cubicBezTo>
                      <a:pt x="37954" y="110145"/>
                      <a:pt x="66281" y="143702"/>
                      <a:pt x="77743" y="184155"/>
                    </a:cubicBezTo>
                    <a:close/>
                    <a:moveTo>
                      <a:pt x="77743" y="40367"/>
                    </a:moveTo>
                    <a:cubicBezTo>
                      <a:pt x="89401" y="60807"/>
                      <a:pt x="105374" y="78462"/>
                      <a:pt x="124549" y="92101"/>
                    </a:cubicBezTo>
                    <a:cubicBezTo>
                      <a:pt x="105387" y="105728"/>
                      <a:pt x="89420" y="123362"/>
                      <a:pt x="77759" y="143780"/>
                    </a:cubicBezTo>
                    <a:cubicBezTo>
                      <a:pt x="66098" y="123344"/>
                      <a:pt x="50126" y="105693"/>
                      <a:pt x="30952" y="92054"/>
                    </a:cubicBezTo>
                    <a:cubicBezTo>
                      <a:pt x="50113" y="78425"/>
                      <a:pt x="66077" y="60788"/>
                      <a:pt x="77735" y="40367"/>
                    </a:cubicBezTo>
                    <a:close/>
                  </a:path>
                </a:pathLst>
              </a:custGeom>
              <a:solidFill>
                <a:schemeClr val="lt1"/>
              </a:solidFill>
              <a:ln cap="flat" cmpd="sng" w="7150">
                <a:solidFill>
                  <a:schemeClr val="lt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
        <p:nvSpPr>
          <p:cNvPr id="1754" name="Google Shape;1754;p43"/>
          <p:cNvSpPr txBox="1"/>
          <p:nvPr/>
        </p:nvSpPr>
        <p:spPr>
          <a:xfrm>
            <a:off x="1080128" y="1668260"/>
            <a:ext cx="2631300" cy="33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Threat of new entrants - Medium</a:t>
            </a:r>
            <a:endParaRPr sz="1100"/>
          </a:p>
        </p:txBody>
      </p:sp>
      <p:sp>
        <p:nvSpPr>
          <p:cNvPr id="1755" name="Google Shape;1755;p43"/>
          <p:cNvSpPr txBox="1"/>
          <p:nvPr/>
        </p:nvSpPr>
        <p:spPr>
          <a:xfrm>
            <a:off x="599865" y="2349526"/>
            <a:ext cx="3245700" cy="1851000"/>
          </a:xfrm>
          <a:prstGeom prst="rect">
            <a:avLst/>
          </a:prstGeom>
          <a:noFill/>
          <a:ln>
            <a:noFill/>
          </a:ln>
        </p:spPr>
        <p:txBody>
          <a:bodyPr anchorCtr="0" anchor="t" bIns="0" lIns="0" spcFirstLastPara="1" rIns="0" wrap="square" tIns="0">
            <a:noAutofit/>
          </a:bodyPr>
          <a:lstStyle/>
          <a:p>
            <a:pPr indent="-215900" lvl="0" marL="215900" marR="0" rtl="0" algn="l">
              <a:lnSpc>
                <a:spcPct val="90000"/>
              </a:lnSpc>
              <a:spcBef>
                <a:spcPts val="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Time and cost of entry – Medium - 3-18 months, $1 - $2.5m per MW CAPEX requirement</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Specialist knowledge – High - constrained and decentralized.</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Economies of scale – High – NG Power Generation, Data Centers, Land, High Volume NG</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Cost advantages (Incumbents) – High - Secured sites and gas processing facilities, Secured Natural Gas below market value.</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Technology protection – Low – no IP, Only container IP (hard to enforce), available operations software. Potential to create own Pool and firmware, Management Software.</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Barriers to entry – High – CAPEX, Land, Substation access, High Volume NG, Fabrication, Electrical Supplier (relationships).</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60" name="Shape 1760"/>
        <p:cNvGrpSpPr/>
        <p:nvPr/>
      </p:nvGrpSpPr>
      <p:grpSpPr>
        <a:xfrm>
          <a:off x="0" y="0"/>
          <a:ext cx="0" cy="0"/>
          <a:chOff x="0" y="0"/>
          <a:chExt cx="0" cy="0"/>
        </a:xfrm>
      </p:grpSpPr>
      <p:sp>
        <p:nvSpPr>
          <p:cNvPr id="1761" name="Google Shape;1761;p44"/>
          <p:cNvSpPr/>
          <p:nvPr/>
        </p:nvSpPr>
        <p:spPr>
          <a:xfrm>
            <a:off x="450361" y="2142882"/>
            <a:ext cx="3586800" cy="3000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62" name="Google Shape;1762;p44"/>
          <p:cNvSpPr/>
          <p:nvPr/>
        </p:nvSpPr>
        <p:spPr>
          <a:xfrm>
            <a:off x="5621503" y="1987926"/>
            <a:ext cx="1704900" cy="1704600"/>
          </a:xfrm>
          <a:prstGeom prst="ellipse">
            <a:avLst/>
          </a:prstGeom>
          <a:solidFill>
            <a:srgbClr val="A5A5A5"/>
          </a:solidFill>
          <a:ln>
            <a:noFill/>
          </a:ln>
          <a:effectLst>
            <a:outerShdw blurRad="428699" rotWithShape="0" algn="tr" dir="8100000" dist="219113">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763" name="Google Shape;1763;p44"/>
          <p:cNvGrpSpPr/>
          <p:nvPr/>
        </p:nvGrpSpPr>
        <p:grpSpPr>
          <a:xfrm>
            <a:off x="5112229" y="1479947"/>
            <a:ext cx="2723686" cy="2720577"/>
            <a:chOff x="6229351" y="1973263"/>
            <a:chExt cx="3630614" cy="3627436"/>
          </a:xfrm>
        </p:grpSpPr>
        <p:sp>
          <p:nvSpPr>
            <p:cNvPr id="1764" name="Google Shape;1764;p44"/>
            <p:cNvSpPr/>
            <p:nvPr/>
          </p:nvSpPr>
          <p:spPr>
            <a:xfrm>
              <a:off x="8963026" y="2606675"/>
              <a:ext cx="896939" cy="2239962"/>
            </a:xfrm>
            <a:custGeom>
              <a:rect b="b" l="l" r="r" t="t"/>
              <a:pathLst>
                <a:path extrusionOk="0" h="1770" w="708">
                  <a:moveTo>
                    <a:pt x="0" y="200"/>
                  </a:moveTo>
                  <a:cubicBezTo>
                    <a:pt x="1" y="201"/>
                    <a:pt x="2" y="202"/>
                    <a:pt x="3" y="203"/>
                  </a:cubicBezTo>
                  <a:cubicBezTo>
                    <a:pt x="377" y="576"/>
                    <a:pt x="404" y="1164"/>
                    <a:pt x="87" y="1569"/>
                  </a:cubicBezTo>
                  <a:cubicBezTo>
                    <a:pt x="87" y="1770"/>
                    <a:pt x="87" y="1770"/>
                    <a:pt x="87" y="1770"/>
                  </a:cubicBezTo>
                  <a:cubicBezTo>
                    <a:pt x="279" y="1770"/>
                    <a:pt x="279" y="1770"/>
                    <a:pt x="279" y="1770"/>
                  </a:cubicBezTo>
                  <a:cubicBezTo>
                    <a:pt x="708" y="1256"/>
                    <a:pt x="681" y="490"/>
                    <a:pt x="199" y="8"/>
                  </a:cubicBezTo>
                  <a:cubicBezTo>
                    <a:pt x="196" y="5"/>
                    <a:pt x="193" y="3"/>
                    <a:pt x="190" y="0"/>
                  </a:cubicBezTo>
                  <a:cubicBezTo>
                    <a:pt x="190" y="200"/>
                    <a:pt x="190" y="200"/>
                    <a:pt x="190" y="200"/>
                  </a:cubicBezTo>
                  <a:lnTo>
                    <a:pt x="0" y="2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65" name="Google Shape;1765;p44"/>
            <p:cNvSpPr/>
            <p:nvPr/>
          </p:nvSpPr>
          <p:spPr>
            <a:xfrm>
              <a:off x="6861176" y="1973263"/>
              <a:ext cx="2241550" cy="885826"/>
            </a:xfrm>
            <a:custGeom>
              <a:rect b="b" l="l" r="r" t="t"/>
              <a:pathLst>
                <a:path extrusionOk="0" h="700" w="1771">
                  <a:moveTo>
                    <a:pt x="209" y="700"/>
                  </a:moveTo>
                  <a:cubicBezTo>
                    <a:pt x="582" y="331"/>
                    <a:pt x="1167" y="305"/>
                    <a:pt x="1570" y="621"/>
                  </a:cubicBezTo>
                  <a:cubicBezTo>
                    <a:pt x="1771" y="621"/>
                    <a:pt x="1771" y="621"/>
                    <a:pt x="1771" y="621"/>
                  </a:cubicBezTo>
                  <a:cubicBezTo>
                    <a:pt x="1771" y="429"/>
                    <a:pt x="1771" y="429"/>
                    <a:pt x="1771" y="429"/>
                  </a:cubicBezTo>
                  <a:cubicBezTo>
                    <a:pt x="1258" y="0"/>
                    <a:pt x="492" y="27"/>
                    <a:pt x="10" y="509"/>
                  </a:cubicBezTo>
                  <a:cubicBezTo>
                    <a:pt x="6" y="513"/>
                    <a:pt x="3" y="516"/>
                    <a:pt x="0" y="520"/>
                  </a:cubicBezTo>
                  <a:cubicBezTo>
                    <a:pt x="209" y="520"/>
                    <a:pt x="209" y="520"/>
                    <a:pt x="209" y="520"/>
                  </a:cubicBezTo>
                  <a:lnTo>
                    <a:pt x="209" y="7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66" name="Google Shape;1766;p44"/>
            <p:cNvSpPr/>
            <p:nvPr/>
          </p:nvSpPr>
          <p:spPr>
            <a:xfrm>
              <a:off x="6229351" y="2732088"/>
              <a:ext cx="885825" cy="2238373"/>
            </a:xfrm>
            <a:custGeom>
              <a:rect b="b" l="l" r="r" t="t"/>
              <a:pathLst>
                <a:path extrusionOk="0" h="1769" w="700">
                  <a:moveTo>
                    <a:pt x="700" y="1559"/>
                  </a:moveTo>
                  <a:cubicBezTo>
                    <a:pt x="328" y="1183"/>
                    <a:pt x="304" y="593"/>
                    <a:pt x="628" y="189"/>
                  </a:cubicBezTo>
                  <a:cubicBezTo>
                    <a:pt x="628" y="0"/>
                    <a:pt x="628" y="0"/>
                    <a:pt x="628" y="0"/>
                  </a:cubicBezTo>
                  <a:cubicBezTo>
                    <a:pt x="427" y="0"/>
                    <a:pt x="427" y="0"/>
                    <a:pt x="427" y="0"/>
                  </a:cubicBezTo>
                  <a:cubicBezTo>
                    <a:pt x="0" y="514"/>
                    <a:pt x="27" y="1277"/>
                    <a:pt x="509" y="1759"/>
                  </a:cubicBezTo>
                  <a:cubicBezTo>
                    <a:pt x="512" y="1762"/>
                    <a:pt x="516" y="1766"/>
                    <a:pt x="519" y="1769"/>
                  </a:cubicBezTo>
                  <a:cubicBezTo>
                    <a:pt x="519" y="1559"/>
                    <a:pt x="519" y="1559"/>
                    <a:pt x="519" y="1559"/>
                  </a:cubicBezTo>
                  <a:lnTo>
                    <a:pt x="700" y="1559"/>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767" name="Google Shape;1767;p44"/>
            <p:cNvSpPr/>
            <p:nvPr/>
          </p:nvSpPr>
          <p:spPr>
            <a:xfrm>
              <a:off x="6986588" y="4705350"/>
              <a:ext cx="2238376" cy="895349"/>
            </a:xfrm>
            <a:custGeom>
              <a:rect b="b" l="l" r="r" t="t"/>
              <a:pathLst>
                <a:path extrusionOk="0" h="708" w="1768">
                  <a:moveTo>
                    <a:pt x="1568" y="191"/>
                  </a:moveTo>
                  <a:cubicBezTo>
                    <a:pt x="1568" y="0"/>
                    <a:pt x="1568" y="0"/>
                    <a:pt x="1568" y="0"/>
                  </a:cubicBezTo>
                  <a:cubicBezTo>
                    <a:pt x="1567" y="2"/>
                    <a:pt x="1566" y="3"/>
                    <a:pt x="1564" y="4"/>
                  </a:cubicBezTo>
                  <a:cubicBezTo>
                    <a:pt x="1189" y="380"/>
                    <a:pt x="595" y="405"/>
                    <a:pt x="190" y="79"/>
                  </a:cubicBezTo>
                  <a:cubicBezTo>
                    <a:pt x="0" y="79"/>
                    <a:pt x="0" y="79"/>
                    <a:pt x="0" y="79"/>
                  </a:cubicBezTo>
                  <a:cubicBezTo>
                    <a:pt x="0" y="281"/>
                    <a:pt x="0" y="281"/>
                    <a:pt x="0" y="281"/>
                  </a:cubicBezTo>
                  <a:cubicBezTo>
                    <a:pt x="514" y="708"/>
                    <a:pt x="1278" y="680"/>
                    <a:pt x="1760" y="199"/>
                  </a:cubicBezTo>
                  <a:cubicBezTo>
                    <a:pt x="1762" y="196"/>
                    <a:pt x="1765" y="193"/>
                    <a:pt x="1768" y="191"/>
                  </a:cubicBezTo>
                  <a:lnTo>
                    <a:pt x="1568" y="191"/>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768" name="Google Shape;1768;p44"/>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i="0" lang="en-GB">
                <a:solidFill>
                  <a:schemeClr val="dk1"/>
                </a:solidFill>
                <a:latin typeface="Arial Black"/>
                <a:ea typeface="Arial Black"/>
                <a:cs typeface="Arial Black"/>
                <a:sym typeface="Arial Black"/>
              </a:rPr>
              <a:t>Industry </a:t>
            </a:r>
            <a:r>
              <a:rPr i="0" lang="en-GB">
                <a:solidFill>
                  <a:schemeClr val="accent3"/>
                </a:solidFill>
                <a:latin typeface="Arial Black"/>
                <a:ea typeface="Arial Black"/>
                <a:cs typeface="Arial Black"/>
                <a:sym typeface="Arial Black"/>
              </a:rPr>
              <a:t>Analysis</a:t>
            </a:r>
            <a:endParaRPr>
              <a:solidFill>
                <a:schemeClr val="accent3"/>
              </a:solidFill>
              <a:latin typeface="Arial Black"/>
              <a:ea typeface="Arial Black"/>
              <a:cs typeface="Arial Black"/>
              <a:sym typeface="Arial Black"/>
            </a:endParaRPr>
          </a:p>
        </p:txBody>
      </p:sp>
      <p:sp>
        <p:nvSpPr>
          <p:cNvPr id="1769" name="Google Shape;1769;p44"/>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Environmental Forces</a:t>
            </a:r>
            <a:endParaRPr/>
          </a:p>
        </p:txBody>
      </p:sp>
      <p:sp>
        <p:nvSpPr>
          <p:cNvPr id="1770" name="Google Shape;1770;p44"/>
          <p:cNvSpPr txBox="1"/>
          <p:nvPr/>
        </p:nvSpPr>
        <p:spPr>
          <a:xfrm>
            <a:off x="5798745" y="2493987"/>
            <a:ext cx="1350600" cy="692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400">
                <a:solidFill>
                  <a:schemeClr val="lt1"/>
                </a:solidFill>
                <a:latin typeface="Quattrocento Sans"/>
                <a:ea typeface="Quattrocento Sans"/>
                <a:cs typeface="Quattrocento Sans"/>
                <a:sym typeface="Quattrocento Sans"/>
              </a:rPr>
              <a:t>Rivalry Among Existing Competitors</a:t>
            </a:r>
            <a:endParaRPr sz="1100"/>
          </a:p>
        </p:txBody>
      </p:sp>
      <p:grpSp>
        <p:nvGrpSpPr>
          <p:cNvPr id="1771" name="Google Shape;1771;p44"/>
          <p:cNvGrpSpPr/>
          <p:nvPr/>
        </p:nvGrpSpPr>
        <p:grpSpPr>
          <a:xfrm>
            <a:off x="6374553" y="1940116"/>
            <a:ext cx="190701" cy="1800240"/>
            <a:chOff x="7912001" y="2586821"/>
            <a:chExt cx="254200" cy="2400320"/>
          </a:xfrm>
        </p:grpSpPr>
        <p:sp>
          <p:nvSpPr>
            <p:cNvPr id="1772" name="Google Shape;1772;p44"/>
            <p:cNvSpPr/>
            <p:nvPr/>
          </p:nvSpPr>
          <p:spPr>
            <a:xfrm>
              <a:off x="7912101" y="258682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73" name="Google Shape;1773;p44"/>
            <p:cNvSpPr/>
            <p:nvPr/>
          </p:nvSpPr>
          <p:spPr>
            <a:xfrm rot="10800000">
              <a:off x="7912001" y="463104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sp>
        <p:nvSpPr>
          <p:cNvPr id="1774" name="Google Shape;1774;p44"/>
          <p:cNvSpPr/>
          <p:nvPr/>
        </p:nvSpPr>
        <p:spPr>
          <a:xfrm rot="5400000">
            <a:off x="7138282" y="2706736"/>
            <a:ext cx="190500" cy="2670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75" name="Google Shape;1775;p44"/>
          <p:cNvSpPr/>
          <p:nvPr/>
        </p:nvSpPr>
        <p:spPr>
          <a:xfrm rot="-5400000">
            <a:off x="5604574" y="2706736"/>
            <a:ext cx="190500" cy="267000"/>
          </a:xfrm>
          <a:prstGeom prst="downArrow">
            <a:avLst>
              <a:gd fmla="val 50000" name="adj1"/>
              <a:gd fmla="val 50000" name="adj2"/>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76" name="Google Shape;1776;p44"/>
          <p:cNvSpPr/>
          <p:nvPr/>
        </p:nvSpPr>
        <p:spPr>
          <a:xfrm>
            <a:off x="4628442" y="2314456"/>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77" name="Google Shape;1777;p44"/>
          <p:cNvSpPr/>
          <p:nvPr/>
        </p:nvSpPr>
        <p:spPr>
          <a:xfrm>
            <a:off x="7267793" y="2314456"/>
            <a:ext cx="1051800" cy="10515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78" name="Google Shape;1778;p44"/>
          <p:cNvSpPr/>
          <p:nvPr/>
        </p:nvSpPr>
        <p:spPr>
          <a:xfrm>
            <a:off x="5948117" y="1004397"/>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79" name="Google Shape;1779;p44"/>
          <p:cNvSpPr/>
          <p:nvPr/>
        </p:nvSpPr>
        <p:spPr>
          <a:xfrm>
            <a:off x="5948117" y="3629764"/>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80" name="Google Shape;1780;p44"/>
          <p:cNvSpPr txBox="1"/>
          <p:nvPr/>
        </p:nvSpPr>
        <p:spPr>
          <a:xfrm>
            <a:off x="6095503" y="128053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new entrants</a:t>
            </a:r>
            <a:endParaRPr sz="1100"/>
          </a:p>
        </p:txBody>
      </p:sp>
      <p:sp>
        <p:nvSpPr>
          <p:cNvPr id="1781" name="Google Shape;1781;p44"/>
          <p:cNvSpPr txBox="1"/>
          <p:nvPr/>
        </p:nvSpPr>
        <p:spPr>
          <a:xfrm>
            <a:off x="6095503" y="3832379"/>
            <a:ext cx="757200" cy="646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substitute products or services</a:t>
            </a:r>
            <a:endParaRPr sz="1100"/>
          </a:p>
        </p:txBody>
      </p:sp>
      <p:sp>
        <p:nvSpPr>
          <p:cNvPr id="1782" name="Google Shape;1782;p44"/>
          <p:cNvSpPr txBox="1"/>
          <p:nvPr/>
        </p:nvSpPr>
        <p:spPr>
          <a:xfrm>
            <a:off x="7415179"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a:t>
            </a:r>
            <a:endParaRPr sz="1100"/>
          </a:p>
          <a:p>
            <a:pPr indent="0" lvl="0" marL="0" marR="0" rtl="0" algn="ctr">
              <a:spcBef>
                <a:spcPts val="0"/>
              </a:spcBef>
              <a:spcAft>
                <a:spcPts val="0"/>
              </a:spcAft>
              <a:buNone/>
            </a:pPr>
            <a:r>
              <a:t/>
            </a:r>
            <a:endParaRPr b="1" sz="1100">
              <a:solidFill>
                <a:schemeClr val="lt1"/>
              </a:solidFill>
              <a:latin typeface="Quattrocento Sans"/>
              <a:ea typeface="Quattrocento Sans"/>
              <a:cs typeface="Quattrocento Sans"/>
              <a:sym typeface="Quattrocento Sans"/>
            </a:endParaRPr>
          </a:p>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 buyers</a:t>
            </a:r>
            <a:endParaRPr sz="1100"/>
          </a:p>
        </p:txBody>
      </p:sp>
      <p:sp>
        <p:nvSpPr>
          <p:cNvPr id="1783" name="Google Shape;1783;p44"/>
          <p:cNvSpPr txBox="1"/>
          <p:nvPr/>
        </p:nvSpPr>
        <p:spPr>
          <a:xfrm>
            <a:off x="4775828"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suppliers</a:t>
            </a:r>
            <a:endParaRPr b="1" sz="1100">
              <a:solidFill>
                <a:schemeClr val="lt1"/>
              </a:solidFill>
              <a:latin typeface="Quattrocento Sans"/>
              <a:ea typeface="Quattrocento Sans"/>
              <a:cs typeface="Quattrocento Sans"/>
              <a:sym typeface="Quattrocento Sans"/>
            </a:endParaRPr>
          </a:p>
        </p:txBody>
      </p:sp>
      <p:sp>
        <p:nvSpPr>
          <p:cNvPr id="1784" name="Google Shape;1784;p44"/>
          <p:cNvSpPr txBox="1"/>
          <p:nvPr/>
        </p:nvSpPr>
        <p:spPr>
          <a:xfrm>
            <a:off x="450354" y="1093355"/>
            <a:ext cx="5326500" cy="46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500">
                <a:solidFill>
                  <a:srgbClr val="3F3F3F"/>
                </a:solidFill>
                <a:latin typeface="Quattrocento Sans"/>
                <a:ea typeface="Quattrocento Sans"/>
                <a:cs typeface="Quattrocento Sans"/>
                <a:sym typeface="Quattrocento Sans"/>
              </a:rPr>
              <a:t>Evaluate the industry according to Porter's Five forces:</a:t>
            </a:r>
            <a:endParaRPr sz="1500">
              <a:solidFill>
                <a:srgbClr val="3F3F3F"/>
              </a:solidFill>
              <a:latin typeface="Quattrocento Sans"/>
              <a:ea typeface="Quattrocento Sans"/>
              <a:cs typeface="Quattrocento Sans"/>
              <a:sym typeface="Quattrocento Sans"/>
            </a:endParaRPr>
          </a:p>
        </p:txBody>
      </p:sp>
      <p:sp>
        <p:nvSpPr>
          <p:cNvPr id="1785" name="Google Shape;1785;p44"/>
          <p:cNvSpPr txBox="1"/>
          <p:nvPr/>
        </p:nvSpPr>
        <p:spPr>
          <a:xfrm>
            <a:off x="599865" y="2349526"/>
            <a:ext cx="3245700" cy="1851000"/>
          </a:xfrm>
          <a:prstGeom prst="rect">
            <a:avLst/>
          </a:prstGeom>
          <a:noFill/>
          <a:ln>
            <a:noFill/>
          </a:ln>
        </p:spPr>
        <p:txBody>
          <a:bodyPr anchorCtr="0" anchor="t" bIns="0" lIns="0" spcFirstLastPara="1" rIns="0" wrap="square" tIns="0">
            <a:noAutofit/>
          </a:bodyPr>
          <a:lstStyle/>
          <a:p>
            <a:pPr indent="-215900" lvl="0" marL="215900" marR="0" rtl="0" algn="l">
              <a:lnSpc>
                <a:spcPct val="90000"/>
              </a:lnSpc>
              <a:spcBef>
                <a:spcPts val="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Number of customers (BTC Network) – High – Hashrate is near all time highs</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Size of each order (ASIC coming online) – Medium to High – Difficulty is high, Many ASICS are looking for a power, Old gen miners being replaced.</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Difference between competitors – Low – Home miners, Large scale on-gird, and off-grid are all using similar technology</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Price sensitivity – Low to Medium – Revenue ($ TH/d) is relatively flat with some short volatility spikes</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Ability to substitute – Low – 3 or 4 main ASIC manufacturers, Primarily 5 and 3 Nano-meter ASICS available. Can only mine BTC with ASICs</a:t>
            </a:r>
            <a:endParaRPr sz="1100"/>
          </a:p>
          <a:p>
            <a:pPr indent="-215900" lvl="0" marL="2159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Cost of changing – High – Sunk costs (CAPEX) is traditionally high because of the business model, staying in one place for many years and the ROI is 24 months.</a:t>
            </a:r>
            <a:endParaRPr sz="900">
              <a:solidFill>
                <a:schemeClr val="dk1"/>
              </a:solidFill>
              <a:latin typeface="Arial"/>
              <a:ea typeface="Arial"/>
              <a:cs typeface="Arial"/>
              <a:sym typeface="Arial"/>
            </a:endParaRPr>
          </a:p>
        </p:txBody>
      </p:sp>
      <p:sp>
        <p:nvSpPr>
          <p:cNvPr id="1786" name="Google Shape;1786;p44"/>
          <p:cNvSpPr/>
          <p:nvPr/>
        </p:nvSpPr>
        <p:spPr>
          <a:xfrm>
            <a:off x="1039816" y="1574849"/>
            <a:ext cx="2997300" cy="5181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787" name="Google Shape;1787;p44"/>
          <p:cNvGrpSpPr/>
          <p:nvPr/>
        </p:nvGrpSpPr>
        <p:grpSpPr>
          <a:xfrm>
            <a:off x="458620" y="1574849"/>
            <a:ext cx="3578552" cy="517950"/>
            <a:chOff x="611330" y="2249696"/>
            <a:chExt cx="4770130" cy="690600"/>
          </a:xfrm>
        </p:grpSpPr>
        <p:sp>
          <p:nvSpPr>
            <p:cNvPr id="1788" name="Google Shape;1788;p44"/>
            <p:cNvSpPr/>
            <p:nvPr/>
          </p:nvSpPr>
          <p:spPr>
            <a:xfrm>
              <a:off x="611330" y="2249696"/>
              <a:ext cx="665400" cy="690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789" name="Google Shape;1789;p44"/>
            <p:cNvSpPr/>
            <p:nvPr/>
          </p:nvSpPr>
          <p:spPr>
            <a:xfrm>
              <a:off x="1386060" y="2249696"/>
              <a:ext cx="3995400" cy="690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790" name="Google Shape;1790;p44"/>
            <p:cNvGrpSpPr/>
            <p:nvPr/>
          </p:nvGrpSpPr>
          <p:grpSpPr>
            <a:xfrm>
              <a:off x="690251" y="2341107"/>
              <a:ext cx="507578" cy="507578"/>
              <a:chOff x="2684716" y="4367535"/>
              <a:chExt cx="675600" cy="675600"/>
            </a:xfrm>
          </p:grpSpPr>
          <p:sp>
            <p:nvSpPr>
              <p:cNvPr id="1791" name="Google Shape;1791;p44"/>
              <p:cNvSpPr/>
              <p:nvPr/>
            </p:nvSpPr>
            <p:spPr>
              <a:xfrm>
                <a:off x="2684716" y="4367535"/>
                <a:ext cx="675600" cy="6756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pic>
            <p:nvPicPr>
              <p:cNvPr descr="Muscular arm outline" id="1792" name="Google Shape;1792;p44"/>
              <p:cNvPicPr preferRelativeResize="0"/>
              <p:nvPr/>
            </p:nvPicPr>
            <p:blipFill rotWithShape="1">
              <a:blip r:embed="rId3">
                <a:alphaModFix/>
              </a:blip>
              <a:srcRect b="0" l="0" r="0" t="0"/>
              <a:stretch/>
            </p:blipFill>
            <p:spPr>
              <a:xfrm>
                <a:off x="2787915" y="4470734"/>
                <a:ext cx="469233" cy="469233"/>
              </a:xfrm>
              <a:prstGeom prst="rect">
                <a:avLst/>
              </a:prstGeom>
              <a:noFill/>
              <a:ln>
                <a:noFill/>
              </a:ln>
            </p:spPr>
          </p:pic>
        </p:grpSp>
        <p:sp>
          <p:nvSpPr>
            <p:cNvPr id="1793" name="Google Shape;1793;p44"/>
            <p:cNvSpPr txBox="1"/>
            <p:nvPr/>
          </p:nvSpPr>
          <p:spPr>
            <a:xfrm>
              <a:off x="1439796" y="2352172"/>
              <a:ext cx="3507600" cy="48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Bargaining Power of Buyers - Medium</a:t>
              </a:r>
              <a:endParaRPr sz="1100"/>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98" name="Shape 1798"/>
        <p:cNvGrpSpPr/>
        <p:nvPr/>
      </p:nvGrpSpPr>
      <p:grpSpPr>
        <a:xfrm>
          <a:off x="0" y="0"/>
          <a:ext cx="0" cy="0"/>
          <a:chOff x="0" y="0"/>
          <a:chExt cx="0" cy="0"/>
        </a:xfrm>
      </p:grpSpPr>
      <p:sp>
        <p:nvSpPr>
          <p:cNvPr id="1799" name="Google Shape;1799;p45"/>
          <p:cNvSpPr/>
          <p:nvPr/>
        </p:nvSpPr>
        <p:spPr>
          <a:xfrm>
            <a:off x="450353" y="2142873"/>
            <a:ext cx="3586800" cy="2235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00" name="Google Shape;1800;p45"/>
          <p:cNvSpPr/>
          <p:nvPr/>
        </p:nvSpPr>
        <p:spPr>
          <a:xfrm>
            <a:off x="5621503" y="1987926"/>
            <a:ext cx="1704900" cy="1704600"/>
          </a:xfrm>
          <a:prstGeom prst="ellipse">
            <a:avLst/>
          </a:prstGeom>
          <a:solidFill>
            <a:srgbClr val="A5A5A5"/>
          </a:solidFill>
          <a:ln>
            <a:noFill/>
          </a:ln>
          <a:effectLst>
            <a:outerShdw blurRad="428699" rotWithShape="0" algn="tr" dir="8100000" dist="219113">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801" name="Google Shape;1801;p45"/>
          <p:cNvGrpSpPr/>
          <p:nvPr/>
        </p:nvGrpSpPr>
        <p:grpSpPr>
          <a:xfrm>
            <a:off x="5112229" y="1479947"/>
            <a:ext cx="2723686" cy="2720577"/>
            <a:chOff x="6229351" y="1973263"/>
            <a:chExt cx="3630614" cy="3627436"/>
          </a:xfrm>
        </p:grpSpPr>
        <p:sp>
          <p:nvSpPr>
            <p:cNvPr id="1802" name="Google Shape;1802;p45"/>
            <p:cNvSpPr/>
            <p:nvPr/>
          </p:nvSpPr>
          <p:spPr>
            <a:xfrm>
              <a:off x="8963026" y="2606675"/>
              <a:ext cx="896939" cy="2239962"/>
            </a:xfrm>
            <a:custGeom>
              <a:rect b="b" l="l" r="r" t="t"/>
              <a:pathLst>
                <a:path extrusionOk="0" h="1770" w="708">
                  <a:moveTo>
                    <a:pt x="0" y="200"/>
                  </a:moveTo>
                  <a:cubicBezTo>
                    <a:pt x="1" y="201"/>
                    <a:pt x="2" y="202"/>
                    <a:pt x="3" y="203"/>
                  </a:cubicBezTo>
                  <a:cubicBezTo>
                    <a:pt x="377" y="576"/>
                    <a:pt x="404" y="1164"/>
                    <a:pt x="87" y="1569"/>
                  </a:cubicBezTo>
                  <a:cubicBezTo>
                    <a:pt x="87" y="1770"/>
                    <a:pt x="87" y="1770"/>
                    <a:pt x="87" y="1770"/>
                  </a:cubicBezTo>
                  <a:cubicBezTo>
                    <a:pt x="279" y="1770"/>
                    <a:pt x="279" y="1770"/>
                    <a:pt x="279" y="1770"/>
                  </a:cubicBezTo>
                  <a:cubicBezTo>
                    <a:pt x="708" y="1256"/>
                    <a:pt x="681" y="490"/>
                    <a:pt x="199" y="8"/>
                  </a:cubicBezTo>
                  <a:cubicBezTo>
                    <a:pt x="196" y="5"/>
                    <a:pt x="193" y="3"/>
                    <a:pt x="190" y="0"/>
                  </a:cubicBezTo>
                  <a:cubicBezTo>
                    <a:pt x="190" y="200"/>
                    <a:pt x="190" y="200"/>
                    <a:pt x="190" y="200"/>
                  </a:cubicBezTo>
                  <a:lnTo>
                    <a:pt x="0" y="2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03" name="Google Shape;1803;p45"/>
            <p:cNvSpPr/>
            <p:nvPr/>
          </p:nvSpPr>
          <p:spPr>
            <a:xfrm>
              <a:off x="6861176" y="1973263"/>
              <a:ext cx="2241550" cy="885826"/>
            </a:xfrm>
            <a:custGeom>
              <a:rect b="b" l="l" r="r" t="t"/>
              <a:pathLst>
                <a:path extrusionOk="0" h="700" w="1771">
                  <a:moveTo>
                    <a:pt x="209" y="700"/>
                  </a:moveTo>
                  <a:cubicBezTo>
                    <a:pt x="582" y="331"/>
                    <a:pt x="1167" y="305"/>
                    <a:pt x="1570" y="621"/>
                  </a:cubicBezTo>
                  <a:cubicBezTo>
                    <a:pt x="1771" y="621"/>
                    <a:pt x="1771" y="621"/>
                    <a:pt x="1771" y="621"/>
                  </a:cubicBezTo>
                  <a:cubicBezTo>
                    <a:pt x="1771" y="429"/>
                    <a:pt x="1771" y="429"/>
                    <a:pt x="1771" y="429"/>
                  </a:cubicBezTo>
                  <a:cubicBezTo>
                    <a:pt x="1258" y="0"/>
                    <a:pt x="492" y="27"/>
                    <a:pt x="10" y="509"/>
                  </a:cubicBezTo>
                  <a:cubicBezTo>
                    <a:pt x="6" y="513"/>
                    <a:pt x="3" y="516"/>
                    <a:pt x="0" y="520"/>
                  </a:cubicBezTo>
                  <a:cubicBezTo>
                    <a:pt x="209" y="520"/>
                    <a:pt x="209" y="520"/>
                    <a:pt x="209" y="520"/>
                  </a:cubicBezTo>
                  <a:lnTo>
                    <a:pt x="209" y="7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04" name="Google Shape;1804;p45"/>
            <p:cNvSpPr/>
            <p:nvPr/>
          </p:nvSpPr>
          <p:spPr>
            <a:xfrm>
              <a:off x="6229351" y="2732088"/>
              <a:ext cx="885825" cy="2238373"/>
            </a:xfrm>
            <a:custGeom>
              <a:rect b="b" l="l" r="r" t="t"/>
              <a:pathLst>
                <a:path extrusionOk="0" h="1769" w="700">
                  <a:moveTo>
                    <a:pt x="700" y="1559"/>
                  </a:moveTo>
                  <a:cubicBezTo>
                    <a:pt x="328" y="1183"/>
                    <a:pt x="304" y="593"/>
                    <a:pt x="628" y="189"/>
                  </a:cubicBezTo>
                  <a:cubicBezTo>
                    <a:pt x="628" y="0"/>
                    <a:pt x="628" y="0"/>
                    <a:pt x="628" y="0"/>
                  </a:cubicBezTo>
                  <a:cubicBezTo>
                    <a:pt x="427" y="0"/>
                    <a:pt x="427" y="0"/>
                    <a:pt x="427" y="0"/>
                  </a:cubicBezTo>
                  <a:cubicBezTo>
                    <a:pt x="0" y="514"/>
                    <a:pt x="27" y="1277"/>
                    <a:pt x="509" y="1759"/>
                  </a:cubicBezTo>
                  <a:cubicBezTo>
                    <a:pt x="512" y="1762"/>
                    <a:pt x="516" y="1766"/>
                    <a:pt x="519" y="1769"/>
                  </a:cubicBezTo>
                  <a:cubicBezTo>
                    <a:pt x="519" y="1559"/>
                    <a:pt x="519" y="1559"/>
                    <a:pt x="519" y="1559"/>
                  </a:cubicBezTo>
                  <a:lnTo>
                    <a:pt x="700" y="1559"/>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05" name="Google Shape;1805;p45"/>
            <p:cNvSpPr/>
            <p:nvPr/>
          </p:nvSpPr>
          <p:spPr>
            <a:xfrm>
              <a:off x="6986588" y="4705350"/>
              <a:ext cx="2238376" cy="895349"/>
            </a:xfrm>
            <a:custGeom>
              <a:rect b="b" l="l" r="r" t="t"/>
              <a:pathLst>
                <a:path extrusionOk="0" h="708" w="1768">
                  <a:moveTo>
                    <a:pt x="1568" y="191"/>
                  </a:moveTo>
                  <a:cubicBezTo>
                    <a:pt x="1568" y="0"/>
                    <a:pt x="1568" y="0"/>
                    <a:pt x="1568" y="0"/>
                  </a:cubicBezTo>
                  <a:cubicBezTo>
                    <a:pt x="1567" y="2"/>
                    <a:pt x="1566" y="3"/>
                    <a:pt x="1564" y="4"/>
                  </a:cubicBezTo>
                  <a:cubicBezTo>
                    <a:pt x="1189" y="380"/>
                    <a:pt x="595" y="405"/>
                    <a:pt x="190" y="79"/>
                  </a:cubicBezTo>
                  <a:cubicBezTo>
                    <a:pt x="0" y="79"/>
                    <a:pt x="0" y="79"/>
                    <a:pt x="0" y="79"/>
                  </a:cubicBezTo>
                  <a:cubicBezTo>
                    <a:pt x="0" y="281"/>
                    <a:pt x="0" y="281"/>
                    <a:pt x="0" y="281"/>
                  </a:cubicBezTo>
                  <a:cubicBezTo>
                    <a:pt x="514" y="708"/>
                    <a:pt x="1278" y="680"/>
                    <a:pt x="1760" y="199"/>
                  </a:cubicBezTo>
                  <a:cubicBezTo>
                    <a:pt x="1762" y="196"/>
                    <a:pt x="1765" y="193"/>
                    <a:pt x="1768" y="191"/>
                  </a:cubicBezTo>
                  <a:lnTo>
                    <a:pt x="1568" y="191"/>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806" name="Google Shape;1806;p45"/>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i="0" lang="en-GB">
                <a:solidFill>
                  <a:schemeClr val="dk1"/>
                </a:solidFill>
                <a:latin typeface="Arial Black"/>
                <a:ea typeface="Arial Black"/>
                <a:cs typeface="Arial Black"/>
                <a:sym typeface="Arial Black"/>
              </a:rPr>
              <a:t>Industry </a:t>
            </a:r>
            <a:r>
              <a:rPr i="0" lang="en-GB">
                <a:solidFill>
                  <a:schemeClr val="accent3"/>
                </a:solidFill>
                <a:latin typeface="Arial Black"/>
                <a:ea typeface="Arial Black"/>
                <a:cs typeface="Arial Black"/>
                <a:sym typeface="Arial Black"/>
              </a:rPr>
              <a:t>Analysis</a:t>
            </a:r>
            <a:endParaRPr>
              <a:solidFill>
                <a:schemeClr val="accent3"/>
              </a:solidFill>
              <a:latin typeface="Arial Black"/>
              <a:ea typeface="Arial Black"/>
              <a:cs typeface="Arial Black"/>
              <a:sym typeface="Arial Black"/>
            </a:endParaRPr>
          </a:p>
        </p:txBody>
      </p:sp>
      <p:sp>
        <p:nvSpPr>
          <p:cNvPr id="1807" name="Google Shape;1807;p45"/>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Environmental Forces</a:t>
            </a:r>
            <a:endParaRPr/>
          </a:p>
        </p:txBody>
      </p:sp>
      <p:sp>
        <p:nvSpPr>
          <p:cNvPr id="1808" name="Google Shape;1808;p45"/>
          <p:cNvSpPr txBox="1"/>
          <p:nvPr/>
        </p:nvSpPr>
        <p:spPr>
          <a:xfrm>
            <a:off x="5798745" y="2493987"/>
            <a:ext cx="1350600" cy="692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400">
                <a:solidFill>
                  <a:schemeClr val="lt1"/>
                </a:solidFill>
                <a:latin typeface="Quattrocento Sans"/>
                <a:ea typeface="Quattrocento Sans"/>
                <a:cs typeface="Quattrocento Sans"/>
                <a:sym typeface="Quattrocento Sans"/>
              </a:rPr>
              <a:t>Rivalry Among Existing Competitors</a:t>
            </a:r>
            <a:endParaRPr sz="1100"/>
          </a:p>
        </p:txBody>
      </p:sp>
      <p:grpSp>
        <p:nvGrpSpPr>
          <p:cNvPr id="1809" name="Google Shape;1809;p45"/>
          <p:cNvGrpSpPr/>
          <p:nvPr/>
        </p:nvGrpSpPr>
        <p:grpSpPr>
          <a:xfrm>
            <a:off x="6374553" y="1940116"/>
            <a:ext cx="190701" cy="1800240"/>
            <a:chOff x="7912001" y="2586821"/>
            <a:chExt cx="254200" cy="2400320"/>
          </a:xfrm>
        </p:grpSpPr>
        <p:sp>
          <p:nvSpPr>
            <p:cNvPr id="1810" name="Google Shape;1810;p45"/>
            <p:cNvSpPr/>
            <p:nvPr/>
          </p:nvSpPr>
          <p:spPr>
            <a:xfrm>
              <a:off x="7912101" y="258682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11" name="Google Shape;1811;p45"/>
            <p:cNvSpPr/>
            <p:nvPr/>
          </p:nvSpPr>
          <p:spPr>
            <a:xfrm rot="10800000">
              <a:off x="7912001" y="463104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sp>
        <p:nvSpPr>
          <p:cNvPr id="1812" name="Google Shape;1812;p45"/>
          <p:cNvSpPr/>
          <p:nvPr/>
        </p:nvSpPr>
        <p:spPr>
          <a:xfrm rot="5400000">
            <a:off x="7138282" y="2706736"/>
            <a:ext cx="190500" cy="2670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13" name="Google Shape;1813;p45"/>
          <p:cNvSpPr/>
          <p:nvPr/>
        </p:nvSpPr>
        <p:spPr>
          <a:xfrm rot="-5400000">
            <a:off x="5604574" y="2706736"/>
            <a:ext cx="190500" cy="267000"/>
          </a:xfrm>
          <a:prstGeom prst="downArrow">
            <a:avLst>
              <a:gd fmla="val 50000" name="adj1"/>
              <a:gd fmla="val 50000" name="adj2"/>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14" name="Google Shape;1814;p45"/>
          <p:cNvSpPr/>
          <p:nvPr/>
        </p:nvSpPr>
        <p:spPr>
          <a:xfrm>
            <a:off x="4628442" y="2314456"/>
            <a:ext cx="1051800" cy="1051500"/>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15" name="Google Shape;1815;p45"/>
          <p:cNvSpPr/>
          <p:nvPr/>
        </p:nvSpPr>
        <p:spPr>
          <a:xfrm>
            <a:off x="7267793" y="2314456"/>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16" name="Google Shape;1816;p45"/>
          <p:cNvSpPr/>
          <p:nvPr/>
        </p:nvSpPr>
        <p:spPr>
          <a:xfrm>
            <a:off x="5948117" y="1004397"/>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17" name="Google Shape;1817;p45"/>
          <p:cNvSpPr/>
          <p:nvPr/>
        </p:nvSpPr>
        <p:spPr>
          <a:xfrm>
            <a:off x="5948117" y="3629764"/>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18" name="Google Shape;1818;p45"/>
          <p:cNvSpPr txBox="1"/>
          <p:nvPr/>
        </p:nvSpPr>
        <p:spPr>
          <a:xfrm>
            <a:off x="6095503" y="128053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new entrants</a:t>
            </a:r>
            <a:endParaRPr sz="1100"/>
          </a:p>
        </p:txBody>
      </p:sp>
      <p:sp>
        <p:nvSpPr>
          <p:cNvPr id="1819" name="Google Shape;1819;p45"/>
          <p:cNvSpPr txBox="1"/>
          <p:nvPr/>
        </p:nvSpPr>
        <p:spPr>
          <a:xfrm>
            <a:off x="6095503" y="3832379"/>
            <a:ext cx="757200" cy="646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substitute products or services</a:t>
            </a:r>
            <a:endParaRPr sz="1100"/>
          </a:p>
        </p:txBody>
      </p:sp>
      <p:sp>
        <p:nvSpPr>
          <p:cNvPr id="1820" name="Google Shape;1820;p45"/>
          <p:cNvSpPr txBox="1"/>
          <p:nvPr/>
        </p:nvSpPr>
        <p:spPr>
          <a:xfrm>
            <a:off x="7415179"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buyers</a:t>
            </a:r>
            <a:endParaRPr sz="1100"/>
          </a:p>
        </p:txBody>
      </p:sp>
      <p:sp>
        <p:nvSpPr>
          <p:cNvPr id="1821" name="Google Shape;1821;p45"/>
          <p:cNvSpPr txBox="1"/>
          <p:nvPr/>
        </p:nvSpPr>
        <p:spPr>
          <a:xfrm>
            <a:off x="4775828"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suppliers</a:t>
            </a:r>
            <a:endParaRPr b="1" sz="1100">
              <a:solidFill>
                <a:schemeClr val="lt1"/>
              </a:solidFill>
              <a:latin typeface="Quattrocento Sans"/>
              <a:ea typeface="Quattrocento Sans"/>
              <a:cs typeface="Quattrocento Sans"/>
              <a:sym typeface="Quattrocento Sans"/>
            </a:endParaRPr>
          </a:p>
        </p:txBody>
      </p:sp>
      <p:sp>
        <p:nvSpPr>
          <p:cNvPr id="1822" name="Google Shape;1822;p45"/>
          <p:cNvSpPr txBox="1"/>
          <p:nvPr/>
        </p:nvSpPr>
        <p:spPr>
          <a:xfrm>
            <a:off x="450354" y="1093355"/>
            <a:ext cx="5326500" cy="46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500">
                <a:solidFill>
                  <a:srgbClr val="3F3F3F"/>
                </a:solidFill>
                <a:latin typeface="Quattrocento Sans"/>
                <a:ea typeface="Quattrocento Sans"/>
                <a:cs typeface="Quattrocento Sans"/>
                <a:sym typeface="Quattrocento Sans"/>
              </a:rPr>
              <a:t>Evaluate the industry according to Porter's Five forces:</a:t>
            </a:r>
            <a:endParaRPr sz="1500">
              <a:solidFill>
                <a:srgbClr val="3F3F3F"/>
              </a:solidFill>
              <a:latin typeface="Quattrocento Sans"/>
              <a:ea typeface="Quattrocento Sans"/>
              <a:cs typeface="Quattrocento Sans"/>
              <a:sym typeface="Quattrocento Sans"/>
            </a:endParaRPr>
          </a:p>
        </p:txBody>
      </p:sp>
      <p:sp>
        <p:nvSpPr>
          <p:cNvPr id="1823" name="Google Shape;1823;p45"/>
          <p:cNvSpPr txBox="1"/>
          <p:nvPr/>
        </p:nvSpPr>
        <p:spPr>
          <a:xfrm>
            <a:off x="599865" y="2349526"/>
            <a:ext cx="3245700" cy="1851000"/>
          </a:xfrm>
          <a:prstGeom prst="rect">
            <a:avLst/>
          </a:prstGeom>
          <a:noFill/>
          <a:ln>
            <a:noFill/>
          </a:ln>
        </p:spPr>
        <p:txBody>
          <a:bodyPr anchorCtr="0" anchor="t" bIns="0" lIns="0" spcFirstLastPara="1" rIns="0" wrap="square" tIns="0">
            <a:noAutofit/>
          </a:bodyPr>
          <a:lstStyle/>
          <a:p>
            <a:pPr indent="-127000" lvl="0" marL="127000" marR="0" rtl="0" algn="l">
              <a:lnSpc>
                <a:spcPct val="90000"/>
              </a:lnSpc>
              <a:spcBef>
                <a:spcPts val="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Number of suppliers – Medium – 3 or 4 major ASICS suppliers, 10’s of serious datacenter fabricators, dozens of national Transformer suppliers, cable, NG generators</a:t>
            </a:r>
            <a:endParaRPr sz="1100"/>
          </a:p>
          <a:p>
            <a:pPr indent="-127000" lvl="0" marL="1270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Size of suppliers – Medium – limited supply, supply chain issues persist.</a:t>
            </a:r>
            <a:endParaRPr sz="1100"/>
          </a:p>
          <a:p>
            <a:pPr indent="-127000" lvl="0" marL="1270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Uniqueness of service – High – ASICs. Medium – Containers, cables, transformers. Medium – NG Generators.</a:t>
            </a:r>
            <a:endParaRPr sz="1100"/>
          </a:p>
          <a:p>
            <a:pPr indent="-127000" lvl="0" marL="1270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Your ability to substitute – Low – Can only use these pieces of equipment and secondary markets are commodity pricing.</a:t>
            </a:r>
            <a:endParaRPr sz="1100"/>
          </a:p>
          <a:p>
            <a:pPr indent="-127000" lvl="0" marL="127000" marR="0" rtl="0" algn="l">
              <a:lnSpc>
                <a:spcPct val="90000"/>
              </a:lnSpc>
              <a:spcBef>
                <a:spcPts val="500"/>
              </a:spcBef>
              <a:spcAft>
                <a:spcPts val="0"/>
              </a:spcAft>
              <a:buClr>
                <a:schemeClr val="dk1"/>
              </a:buClr>
              <a:buSzPts val="1400"/>
              <a:buFont typeface="Noto Sans Symbols"/>
              <a:buChar char="✔"/>
            </a:pPr>
            <a:r>
              <a:rPr lang="en-GB" sz="900">
                <a:solidFill>
                  <a:schemeClr val="dk1"/>
                </a:solidFill>
                <a:latin typeface="Arial"/>
                <a:ea typeface="Arial"/>
                <a:cs typeface="Arial"/>
                <a:sym typeface="Arial"/>
              </a:rPr>
              <a:t>Cost of changing – Low – Market rates for all equipment / commodities.</a:t>
            </a:r>
            <a:endParaRPr sz="900">
              <a:solidFill>
                <a:schemeClr val="dk1"/>
              </a:solidFill>
              <a:latin typeface="Arial"/>
              <a:ea typeface="Arial"/>
              <a:cs typeface="Arial"/>
              <a:sym typeface="Arial"/>
            </a:endParaRPr>
          </a:p>
        </p:txBody>
      </p:sp>
      <p:grpSp>
        <p:nvGrpSpPr>
          <p:cNvPr id="1824" name="Google Shape;1824;p45"/>
          <p:cNvGrpSpPr/>
          <p:nvPr/>
        </p:nvGrpSpPr>
        <p:grpSpPr>
          <a:xfrm>
            <a:off x="450356" y="1574849"/>
            <a:ext cx="3580221" cy="517950"/>
            <a:chOff x="600315" y="4343993"/>
            <a:chExt cx="4772355" cy="690600"/>
          </a:xfrm>
        </p:grpSpPr>
        <p:sp>
          <p:nvSpPr>
            <p:cNvPr id="1825" name="Google Shape;1825;p45"/>
            <p:cNvSpPr/>
            <p:nvPr/>
          </p:nvSpPr>
          <p:spPr>
            <a:xfrm>
              <a:off x="1377270" y="4343993"/>
              <a:ext cx="3995400" cy="690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26" name="Google Shape;1826;p45"/>
            <p:cNvSpPr txBox="1"/>
            <p:nvPr/>
          </p:nvSpPr>
          <p:spPr>
            <a:xfrm>
              <a:off x="1439795" y="4446469"/>
              <a:ext cx="3507600" cy="48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Bargaining Power of Suppliers</a:t>
              </a:r>
              <a:endParaRPr sz="1100"/>
            </a:p>
          </p:txBody>
        </p:sp>
        <p:sp>
          <p:nvSpPr>
            <p:cNvPr id="1827" name="Google Shape;1827;p45"/>
            <p:cNvSpPr/>
            <p:nvPr/>
          </p:nvSpPr>
          <p:spPr>
            <a:xfrm>
              <a:off x="600315" y="4343993"/>
              <a:ext cx="665400" cy="690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28" name="Google Shape;1828;p45"/>
            <p:cNvSpPr/>
            <p:nvPr/>
          </p:nvSpPr>
          <p:spPr>
            <a:xfrm>
              <a:off x="680361" y="4435463"/>
              <a:ext cx="507600" cy="5076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Warehouse outline" id="1829" name="Google Shape;1829;p45"/>
            <p:cNvGrpSpPr/>
            <p:nvPr/>
          </p:nvGrpSpPr>
          <p:grpSpPr>
            <a:xfrm>
              <a:off x="761782" y="4513226"/>
              <a:ext cx="337699" cy="333362"/>
              <a:chOff x="6408527" y="5377909"/>
              <a:chExt cx="723900" cy="714603"/>
            </a:xfrm>
          </p:grpSpPr>
          <p:sp>
            <p:nvSpPr>
              <p:cNvPr id="1830" name="Google Shape;1830;p45"/>
              <p:cNvSpPr/>
              <p:nvPr/>
            </p:nvSpPr>
            <p:spPr>
              <a:xfrm>
                <a:off x="6408527" y="5377909"/>
                <a:ext cx="723900" cy="714603"/>
              </a:xfrm>
              <a:custGeom>
                <a:rect b="b" l="l" r="r" t="t"/>
                <a:pathLst>
                  <a:path extrusionOk="0" h="714603" w="723900">
                    <a:moveTo>
                      <a:pt x="361950" y="0"/>
                    </a:moveTo>
                    <a:lnTo>
                      <a:pt x="0" y="148590"/>
                    </a:lnTo>
                    <a:lnTo>
                      <a:pt x="0" y="714604"/>
                    </a:lnTo>
                    <a:lnTo>
                      <a:pt x="66675" y="714604"/>
                    </a:lnTo>
                    <a:lnTo>
                      <a:pt x="66675" y="238220"/>
                    </a:lnTo>
                    <a:lnTo>
                      <a:pt x="657225" y="238220"/>
                    </a:lnTo>
                    <a:lnTo>
                      <a:pt x="657225" y="714604"/>
                    </a:lnTo>
                    <a:lnTo>
                      <a:pt x="723900" y="714604"/>
                    </a:lnTo>
                    <a:lnTo>
                      <a:pt x="723900" y="148590"/>
                    </a:lnTo>
                    <a:close/>
                    <a:moveTo>
                      <a:pt x="704850" y="695554"/>
                    </a:moveTo>
                    <a:lnTo>
                      <a:pt x="676275" y="695554"/>
                    </a:lnTo>
                    <a:lnTo>
                      <a:pt x="676275" y="219170"/>
                    </a:lnTo>
                    <a:lnTo>
                      <a:pt x="47625" y="219170"/>
                    </a:lnTo>
                    <a:lnTo>
                      <a:pt x="47625" y="695554"/>
                    </a:lnTo>
                    <a:lnTo>
                      <a:pt x="19050" y="695554"/>
                    </a:lnTo>
                    <a:lnTo>
                      <a:pt x="19050" y="161344"/>
                    </a:lnTo>
                    <a:lnTo>
                      <a:pt x="361950" y="20622"/>
                    </a:lnTo>
                    <a:lnTo>
                      <a:pt x="704850" y="161344"/>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1" name="Google Shape;1831;p45"/>
              <p:cNvSpPr/>
              <p:nvPr/>
            </p:nvSpPr>
            <p:spPr>
              <a:xfrm>
                <a:off x="6503777" y="5644609"/>
                <a:ext cx="533400" cy="19050"/>
              </a:xfrm>
              <a:custGeom>
                <a:rect b="b" l="l" r="r" t="t"/>
                <a:pathLst>
                  <a:path extrusionOk="0" h="19050" w="533400">
                    <a:moveTo>
                      <a:pt x="0" y="0"/>
                    </a:moveTo>
                    <a:lnTo>
                      <a:pt x="533400" y="0"/>
                    </a:lnTo>
                    <a:lnTo>
                      <a:pt x="533400"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2" name="Google Shape;1832;p45"/>
              <p:cNvSpPr/>
              <p:nvPr/>
            </p:nvSpPr>
            <p:spPr>
              <a:xfrm>
                <a:off x="6503777" y="5692234"/>
                <a:ext cx="533400" cy="19050"/>
              </a:xfrm>
              <a:custGeom>
                <a:rect b="b" l="l" r="r" t="t"/>
                <a:pathLst>
                  <a:path extrusionOk="0" h="19050" w="533400">
                    <a:moveTo>
                      <a:pt x="0" y="0"/>
                    </a:moveTo>
                    <a:lnTo>
                      <a:pt x="533400" y="0"/>
                    </a:lnTo>
                    <a:lnTo>
                      <a:pt x="533400"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3" name="Google Shape;1833;p45"/>
              <p:cNvSpPr/>
              <p:nvPr/>
            </p:nvSpPr>
            <p:spPr>
              <a:xfrm>
                <a:off x="6503777" y="5739859"/>
                <a:ext cx="533400" cy="19050"/>
              </a:xfrm>
              <a:custGeom>
                <a:rect b="b" l="l" r="r" t="t"/>
                <a:pathLst>
                  <a:path extrusionOk="0" h="19050" w="533400">
                    <a:moveTo>
                      <a:pt x="0" y="0"/>
                    </a:moveTo>
                    <a:lnTo>
                      <a:pt x="533400" y="0"/>
                    </a:lnTo>
                    <a:lnTo>
                      <a:pt x="533400"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4" name="Google Shape;1834;p45"/>
              <p:cNvSpPr/>
              <p:nvPr/>
            </p:nvSpPr>
            <p:spPr>
              <a:xfrm>
                <a:off x="6646652" y="5825584"/>
                <a:ext cx="390525" cy="266700"/>
              </a:xfrm>
              <a:custGeom>
                <a:rect b="b" l="l" r="r" t="t"/>
                <a:pathLst>
                  <a:path extrusionOk="0" h="266700" w="390525">
                    <a:moveTo>
                      <a:pt x="247650" y="0"/>
                    </a:moveTo>
                    <a:lnTo>
                      <a:pt x="123825" y="0"/>
                    </a:lnTo>
                    <a:lnTo>
                      <a:pt x="123825" y="123825"/>
                    </a:lnTo>
                    <a:lnTo>
                      <a:pt x="0" y="123825"/>
                    </a:lnTo>
                    <a:lnTo>
                      <a:pt x="0" y="266700"/>
                    </a:lnTo>
                    <a:lnTo>
                      <a:pt x="390525" y="266700"/>
                    </a:lnTo>
                    <a:lnTo>
                      <a:pt x="390525" y="0"/>
                    </a:lnTo>
                    <a:lnTo>
                      <a:pt x="247650" y="0"/>
                    </a:lnTo>
                    <a:close/>
                    <a:moveTo>
                      <a:pt x="142875" y="19050"/>
                    </a:moveTo>
                    <a:lnTo>
                      <a:pt x="247650" y="19050"/>
                    </a:lnTo>
                    <a:lnTo>
                      <a:pt x="247650" y="123825"/>
                    </a:lnTo>
                    <a:lnTo>
                      <a:pt x="142875" y="123825"/>
                    </a:lnTo>
                    <a:close/>
                    <a:moveTo>
                      <a:pt x="123825" y="247650"/>
                    </a:moveTo>
                    <a:lnTo>
                      <a:pt x="19050" y="247650"/>
                    </a:lnTo>
                    <a:lnTo>
                      <a:pt x="19050" y="142875"/>
                    </a:lnTo>
                    <a:lnTo>
                      <a:pt x="123825" y="142875"/>
                    </a:lnTo>
                    <a:close/>
                    <a:moveTo>
                      <a:pt x="247650" y="247650"/>
                    </a:moveTo>
                    <a:lnTo>
                      <a:pt x="142875" y="247650"/>
                    </a:lnTo>
                    <a:lnTo>
                      <a:pt x="142875" y="142875"/>
                    </a:lnTo>
                    <a:lnTo>
                      <a:pt x="247650" y="142875"/>
                    </a:lnTo>
                    <a:close/>
                    <a:moveTo>
                      <a:pt x="371475" y="247650"/>
                    </a:moveTo>
                    <a:lnTo>
                      <a:pt x="266700" y="247650"/>
                    </a:lnTo>
                    <a:lnTo>
                      <a:pt x="266700" y="142875"/>
                    </a:lnTo>
                    <a:lnTo>
                      <a:pt x="371475" y="142875"/>
                    </a:lnTo>
                    <a:close/>
                    <a:moveTo>
                      <a:pt x="371475" y="19050"/>
                    </a:moveTo>
                    <a:lnTo>
                      <a:pt x="371475" y="123825"/>
                    </a:lnTo>
                    <a:lnTo>
                      <a:pt x="266700" y="123825"/>
                    </a:lnTo>
                    <a:lnTo>
                      <a:pt x="26670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5" name="Google Shape;1835;p45"/>
              <p:cNvSpPr/>
              <p:nvPr/>
            </p:nvSpPr>
            <p:spPr>
              <a:xfrm>
                <a:off x="6808577" y="5863684"/>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6" name="Google Shape;1836;p45"/>
              <p:cNvSpPr/>
              <p:nvPr/>
            </p:nvSpPr>
            <p:spPr>
              <a:xfrm>
                <a:off x="6932402" y="5863684"/>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7" name="Google Shape;1837;p45"/>
              <p:cNvSpPr/>
              <p:nvPr/>
            </p:nvSpPr>
            <p:spPr>
              <a:xfrm>
                <a:off x="6808577" y="5987509"/>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8" name="Google Shape;1838;p45"/>
              <p:cNvSpPr/>
              <p:nvPr/>
            </p:nvSpPr>
            <p:spPr>
              <a:xfrm>
                <a:off x="6684752" y="5987509"/>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39" name="Google Shape;1839;p45"/>
              <p:cNvSpPr/>
              <p:nvPr/>
            </p:nvSpPr>
            <p:spPr>
              <a:xfrm>
                <a:off x="6932402" y="5987509"/>
                <a:ext cx="28575" cy="19050"/>
              </a:xfrm>
              <a:custGeom>
                <a:rect b="b" l="l" r="r" t="t"/>
                <a:pathLst>
                  <a:path extrusionOk="0" h="19050" w="28575">
                    <a:moveTo>
                      <a:pt x="0" y="0"/>
                    </a:moveTo>
                    <a:lnTo>
                      <a:pt x="28575" y="0"/>
                    </a:lnTo>
                    <a:lnTo>
                      <a:pt x="28575" y="19050"/>
                    </a:lnTo>
                    <a:lnTo>
                      <a:pt x="0" y="1905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43" name="Shape 1843"/>
        <p:cNvGrpSpPr/>
        <p:nvPr/>
      </p:nvGrpSpPr>
      <p:grpSpPr>
        <a:xfrm>
          <a:off x="0" y="0"/>
          <a:ext cx="0" cy="0"/>
          <a:chOff x="0" y="0"/>
          <a:chExt cx="0" cy="0"/>
        </a:xfrm>
      </p:grpSpPr>
      <p:sp>
        <p:nvSpPr>
          <p:cNvPr id="1844" name="Google Shape;1844;p46"/>
          <p:cNvSpPr/>
          <p:nvPr/>
        </p:nvSpPr>
        <p:spPr>
          <a:xfrm>
            <a:off x="450361" y="2142882"/>
            <a:ext cx="3586800" cy="23877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45" name="Google Shape;1845;p46"/>
          <p:cNvSpPr/>
          <p:nvPr/>
        </p:nvSpPr>
        <p:spPr>
          <a:xfrm>
            <a:off x="5621503" y="1987926"/>
            <a:ext cx="1704900" cy="1704600"/>
          </a:xfrm>
          <a:prstGeom prst="ellipse">
            <a:avLst/>
          </a:prstGeom>
          <a:solidFill>
            <a:schemeClr val="accent1"/>
          </a:solidFill>
          <a:ln>
            <a:noFill/>
          </a:ln>
          <a:effectLst>
            <a:outerShdw blurRad="428699" rotWithShape="0" algn="tr" dir="8100000" dist="219113">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1846" name="Google Shape;1846;p46"/>
          <p:cNvGrpSpPr/>
          <p:nvPr/>
        </p:nvGrpSpPr>
        <p:grpSpPr>
          <a:xfrm>
            <a:off x="5112229" y="1479947"/>
            <a:ext cx="2723686" cy="2720577"/>
            <a:chOff x="6229351" y="1973263"/>
            <a:chExt cx="3630614" cy="3627436"/>
          </a:xfrm>
        </p:grpSpPr>
        <p:sp>
          <p:nvSpPr>
            <p:cNvPr id="1847" name="Google Shape;1847;p46"/>
            <p:cNvSpPr/>
            <p:nvPr/>
          </p:nvSpPr>
          <p:spPr>
            <a:xfrm>
              <a:off x="8963026" y="2606675"/>
              <a:ext cx="896939" cy="2239962"/>
            </a:xfrm>
            <a:custGeom>
              <a:rect b="b" l="l" r="r" t="t"/>
              <a:pathLst>
                <a:path extrusionOk="0" h="1770" w="708">
                  <a:moveTo>
                    <a:pt x="0" y="200"/>
                  </a:moveTo>
                  <a:cubicBezTo>
                    <a:pt x="1" y="201"/>
                    <a:pt x="2" y="202"/>
                    <a:pt x="3" y="203"/>
                  </a:cubicBezTo>
                  <a:cubicBezTo>
                    <a:pt x="377" y="576"/>
                    <a:pt x="404" y="1164"/>
                    <a:pt x="87" y="1569"/>
                  </a:cubicBezTo>
                  <a:cubicBezTo>
                    <a:pt x="87" y="1770"/>
                    <a:pt x="87" y="1770"/>
                    <a:pt x="87" y="1770"/>
                  </a:cubicBezTo>
                  <a:cubicBezTo>
                    <a:pt x="279" y="1770"/>
                    <a:pt x="279" y="1770"/>
                    <a:pt x="279" y="1770"/>
                  </a:cubicBezTo>
                  <a:cubicBezTo>
                    <a:pt x="708" y="1256"/>
                    <a:pt x="681" y="490"/>
                    <a:pt x="199" y="8"/>
                  </a:cubicBezTo>
                  <a:cubicBezTo>
                    <a:pt x="196" y="5"/>
                    <a:pt x="193" y="3"/>
                    <a:pt x="190" y="0"/>
                  </a:cubicBezTo>
                  <a:cubicBezTo>
                    <a:pt x="190" y="200"/>
                    <a:pt x="190" y="200"/>
                    <a:pt x="190" y="200"/>
                  </a:cubicBezTo>
                  <a:lnTo>
                    <a:pt x="0" y="2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48" name="Google Shape;1848;p46"/>
            <p:cNvSpPr/>
            <p:nvPr/>
          </p:nvSpPr>
          <p:spPr>
            <a:xfrm>
              <a:off x="6861176" y="1973263"/>
              <a:ext cx="2241550" cy="885826"/>
            </a:xfrm>
            <a:custGeom>
              <a:rect b="b" l="l" r="r" t="t"/>
              <a:pathLst>
                <a:path extrusionOk="0" h="700" w="1771">
                  <a:moveTo>
                    <a:pt x="209" y="700"/>
                  </a:moveTo>
                  <a:cubicBezTo>
                    <a:pt x="582" y="331"/>
                    <a:pt x="1167" y="305"/>
                    <a:pt x="1570" y="621"/>
                  </a:cubicBezTo>
                  <a:cubicBezTo>
                    <a:pt x="1771" y="621"/>
                    <a:pt x="1771" y="621"/>
                    <a:pt x="1771" y="621"/>
                  </a:cubicBezTo>
                  <a:cubicBezTo>
                    <a:pt x="1771" y="429"/>
                    <a:pt x="1771" y="429"/>
                    <a:pt x="1771" y="429"/>
                  </a:cubicBezTo>
                  <a:cubicBezTo>
                    <a:pt x="1258" y="0"/>
                    <a:pt x="492" y="27"/>
                    <a:pt x="10" y="509"/>
                  </a:cubicBezTo>
                  <a:cubicBezTo>
                    <a:pt x="6" y="513"/>
                    <a:pt x="3" y="516"/>
                    <a:pt x="0" y="520"/>
                  </a:cubicBezTo>
                  <a:cubicBezTo>
                    <a:pt x="209" y="520"/>
                    <a:pt x="209" y="520"/>
                    <a:pt x="209" y="520"/>
                  </a:cubicBezTo>
                  <a:lnTo>
                    <a:pt x="209" y="700"/>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49" name="Google Shape;1849;p46"/>
            <p:cNvSpPr/>
            <p:nvPr/>
          </p:nvSpPr>
          <p:spPr>
            <a:xfrm>
              <a:off x="6229351" y="2732088"/>
              <a:ext cx="885825" cy="2238373"/>
            </a:xfrm>
            <a:custGeom>
              <a:rect b="b" l="l" r="r" t="t"/>
              <a:pathLst>
                <a:path extrusionOk="0" h="1769" w="700">
                  <a:moveTo>
                    <a:pt x="700" y="1559"/>
                  </a:moveTo>
                  <a:cubicBezTo>
                    <a:pt x="328" y="1183"/>
                    <a:pt x="304" y="593"/>
                    <a:pt x="628" y="189"/>
                  </a:cubicBezTo>
                  <a:cubicBezTo>
                    <a:pt x="628" y="0"/>
                    <a:pt x="628" y="0"/>
                    <a:pt x="628" y="0"/>
                  </a:cubicBezTo>
                  <a:cubicBezTo>
                    <a:pt x="427" y="0"/>
                    <a:pt x="427" y="0"/>
                    <a:pt x="427" y="0"/>
                  </a:cubicBezTo>
                  <a:cubicBezTo>
                    <a:pt x="0" y="514"/>
                    <a:pt x="27" y="1277"/>
                    <a:pt x="509" y="1759"/>
                  </a:cubicBezTo>
                  <a:cubicBezTo>
                    <a:pt x="512" y="1762"/>
                    <a:pt x="516" y="1766"/>
                    <a:pt x="519" y="1769"/>
                  </a:cubicBezTo>
                  <a:cubicBezTo>
                    <a:pt x="519" y="1559"/>
                    <a:pt x="519" y="1559"/>
                    <a:pt x="519" y="1559"/>
                  </a:cubicBezTo>
                  <a:lnTo>
                    <a:pt x="700" y="1559"/>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50" name="Google Shape;1850;p46"/>
            <p:cNvSpPr/>
            <p:nvPr/>
          </p:nvSpPr>
          <p:spPr>
            <a:xfrm>
              <a:off x="6986588" y="4705350"/>
              <a:ext cx="2238376" cy="895349"/>
            </a:xfrm>
            <a:custGeom>
              <a:rect b="b" l="l" r="r" t="t"/>
              <a:pathLst>
                <a:path extrusionOk="0" h="708" w="1768">
                  <a:moveTo>
                    <a:pt x="1568" y="191"/>
                  </a:moveTo>
                  <a:cubicBezTo>
                    <a:pt x="1568" y="0"/>
                    <a:pt x="1568" y="0"/>
                    <a:pt x="1568" y="0"/>
                  </a:cubicBezTo>
                  <a:cubicBezTo>
                    <a:pt x="1567" y="2"/>
                    <a:pt x="1566" y="3"/>
                    <a:pt x="1564" y="4"/>
                  </a:cubicBezTo>
                  <a:cubicBezTo>
                    <a:pt x="1189" y="380"/>
                    <a:pt x="595" y="405"/>
                    <a:pt x="190" y="79"/>
                  </a:cubicBezTo>
                  <a:cubicBezTo>
                    <a:pt x="0" y="79"/>
                    <a:pt x="0" y="79"/>
                    <a:pt x="0" y="79"/>
                  </a:cubicBezTo>
                  <a:cubicBezTo>
                    <a:pt x="0" y="281"/>
                    <a:pt x="0" y="281"/>
                    <a:pt x="0" y="281"/>
                  </a:cubicBezTo>
                  <a:cubicBezTo>
                    <a:pt x="514" y="708"/>
                    <a:pt x="1278" y="680"/>
                    <a:pt x="1760" y="199"/>
                  </a:cubicBezTo>
                  <a:cubicBezTo>
                    <a:pt x="1762" y="196"/>
                    <a:pt x="1765" y="193"/>
                    <a:pt x="1768" y="191"/>
                  </a:cubicBezTo>
                  <a:lnTo>
                    <a:pt x="1568" y="191"/>
                  </a:lnTo>
                  <a:close/>
                </a:path>
              </a:pathLst>
            </a:custGeom>
            <a:gradFill>
              <a:gsLst>
                <a:gs pos="0">
                  <a:schemeClr val="accent3"/>
                </a:gs>
                <a:gs pos="100000">
                  <a:schemeClr val="accent4"/>
                </a:gs>
              </a:gsLst>
              <a:lin ang="16200038"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1851" name="Google Shape;1851;p46"/>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i="0" lang="en-GB">
                <a:solidFill>
                  <a:schemeClr val="dk1"/>
                </a:solidFill>
                <a:latin typeface="Arial Black"/>
                <a:ea typeface="Arial Black"/>
                <a:cs typeface="Arial Black"/>
                <a:sym typeface="Arial Black"/>
              </a:rPr>
              <a:t>Industry </a:t>
            </a:r>
            <a:r>
              <a:rPr i="0" lang="en-GB">
                <a:solidFill>
                  <a:schemeClr val="accent3"/>
                </a:solidFill>
                <a:latin typeface="Arial Black"/>
                <a:ea typeface="Arial Black"/>
                <a:cs typeface="Arial Black"/>
                <a:sym typeface="Arial Black"/>
              </a:rPr>
              <a:t>Analysis</a:t>
            </a:r>
            <a:endParaRPr>
              <a:solidFill>
                <a:schemeClr val="accent3"/>
              </a:solidFill>
              <a:latin typeface="Arial Black"/>
              <a:ea typeface="Arial Black"/>
              <a:cs typeface="Arial Black"/>
              <a:sym typeface="Arial Black"/>
            </a:endParaRPr>
          </a:p>
        </p:txBody>
      </p:sp>
      <p:sp>
        <p:nvSpPr>
          <p:cNvPr id="1852" name="Google Shape;1852;p46"/>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Environmental Forces</a:t>
            </a:r>
            <a:endParaRPr/>
          </a:p>
        </p:txBody>
      </p:sp>
      <p:sp>
        <p:nvSpPr>
          <p:cNvPr id="1853" name="Google Shape;1853;p46"/>
          <p:cNvSpPr txBox="1"/>
          <p:nvPr/>
        </p:nvSpPr>
        <p:spPr>
          <a:xfrm>
            <a:off x="5798745" y="2493987"/>
            <a:ext cx="1350600" cy="692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en-GB" sz="1400">
                <a:solidFill>
                  <a:schemeClr val="lt1"/>
                </a:solidFill>
                <a:latin typeface="Quattrocento Sans"/>
                <a:ea typeface="Quattrocento Sans"/>
                <a:cs typeface="Quattrocento Sans"/>
                <a:sym typeface="Quattrocento Sans"/>
              </a:rPr>
              <a:t>Rivalry Among Existing Competitors</a:t>
            </a:r>
            <a:endParaRPr sz="1100"/>
          </a:p>
        </p:txBody>
      </p:sp>
      <p:grpSp>
        <p:nvGrpSpPr>
          <p:cNvPr id="1854" name="Google Shape;1854;p46"/>
          <p:cNvGrpSpPr/>
          <p:nvPr/>
        </p:nvGrpSpPr>
        <p:grpSpPr>
          <a:xfrm>
            <a:off x="6374553" y="1940116"/>
            <a:ext cx="190701" cy="1800240"/>
            <a:chOff x="7912001" y="2586821"/>
            <a:chExt cx="254200" cy="2400320"/>
          </a:xfrm>
        </p:grpSpPr>
        <p:sp>
          <p:nvSpPr>
            <p:cNvPr id="1855" name="Google Shape;1855;p46"/>
            <p:cNvSpPr/>
            <p:nvPr/>
          </p:nvSpPr>
          <p:spPr>
            <a:xfrm>
              <a:off x="7912101" y="258682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56" name="Google Shape;1856;p46"/>
            <p:cNvSpPr/>
            <p:nvPr/>
          </p:nvSpPr>
          <p:spPr>
            <a:xfrm rot="10800000">
              <a:off x="7912001" y="4631041"/>
              <a:ext cx="254100" cy="3561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sp>
        <p:nvSpPr>
          <p:cNvPr id="1857" name="Google Shape;1857;p46"/>
          <p:cNvSpPr/>
          <p:nvPr/>
        </p:nvSpPr>
        <p:spPr>
          <a:xfrm rot="5400000">
            <a:off x="7138282" y="2706736"/>
            <a:ext cx="190500" cy="267000"/>
          </a:xfrm>
          <a:prstGeom prst="downArrow">
            <a:avLst>
              <a:gd fmla="val 50000" name="adj1"/>
              <a:gd fmla="val 50000" name="adj2"/>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58" name="Google Shape;1858;p46"/>
          <p:cNvSpPr/>
          <p:nvPr/>
        </p:nvSpPr>
        <p:spPr>
          <a:xfrm rot="-5400000">
            <a:off x="5604574" y="2706736"/>
            <a:ext cx="190500" cy="267000"/>
          </a:xfrm>
          <a:prstGeom prst="downArrow">
            <a:avLst>
              <a:gd fmla="val 50000" name="adj1"/>
              <a:gd fmla="val 50000" name="adj2"/>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59" name="Google Shape;1859;p46"/>
          <p:cNvSpPr/>
          <p:nvPr/>
        </p:nvSpPr>
        <p:spPr>
          <a:xfrm>
            <a:off x="4628442" y="2314456"/>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60" name="Google Shape;1860;p46"/>
          <p:cNvSpPr/>
          <p:nvPr/>
        </p:nvSpPr>
        <p:spPr>
          <a:xfrm>
            <a:off x="7267793" y="2314456"/>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61" name="Google Shape;1861;p46"/>
          <p:cNvSpPr/>
          <p:nvPr/>
        </p:nvSpPr>
        <p:spPr>
          <a:xfrm>
            <a:off x="5948117" y="1004397"/>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62" name="Google Shape;1862;p46"/>
          <p:cNvSpPr/>
          <p:nvPr/>
        </p:nvSpPr>
        <p:spPr>
          <a:xfrm>
            <a:off x="5948117" y="3629764"/>
            <a:ext cx="1051800" cy="1051500"/>
          </a:xfrm>
          <a:prstGeom prst="ellipse">
            <a:avLst/>
          </a:prstGeom>
          <a:solidFill>
            <a:srgbClr val="A5A5A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63" name="Google Shape;1863;p46"/>
          <p:cNvSpPr txBox="1"/>
          <p:nvPr/>
        </p:nvSpPr>
        <p:spPr>
          <a:xfrm>
            <a:off x="6095503" y="128053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new entrants</a:t>
            </a:r>
            <a:endParaRPr sz="1100"/>
          </a:p>
        </p:txBody>
      </p:sp>
      <p:sp>
        <p:nvSpPr>
          <p:cNvPr id="1864" name="Google Shape;1864;p46"/>
          <p:cNvSpPr txBox="1"/>
          <p:nvPr/>
        </p:nvSpPr>
        <p:spPr>
          <a:xfrm>
            <a:off x="6095503" y="3832379"/>
            <a:ext cx="757200" cy="646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Threat of substitute products or services</a:t>
            </a:r>
            <a:endParaRPr sz="1100"/>
          </a:p>
        </p:txBody>
      </p:sp>
      <p:sp>
        <p:nvSpPr>
          <p:cNvPr id="1865" name="Google Shape;1865;p46"/>
          <p:cNvSpPr txBox="1"/>
          <p:nvPr/>
        </p:nvSpPr>
        <p:spPr>
          <a:xfrm>
            <a:off x="7415179"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buyers</a:t>
            </a:r>
            <a:endParaRPr sz="1100"/>
          </a:p>
        </p:txBody>
      </p:sp>
      <p:sp>
        <p:nvSpPr>
          <p:cNvPr id="1866" name="Google Shape;1866;p46"/>
          <p:cNvSpPr txBox="1"/>
          <p:nvPr/>
        </p:nvSpPr>
        <p:spPr>
          <a:xfrm>
            <a:off x="4775828" y="2597862"/>
            <a:ext cx="757200" cy="48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100">
                <a:solidFill>
                  <a:schemeClr val="lt1"/>
                </a:solidFill>
                <a:latin typeface="Quattrocento Sans"/>
                <a:ea typeface="Quattrocento Sans"/>
                <a:cs typeface="Quattrocento Sans"/>
                <a:sym typeface="Quattrocento Sans"/>
              </a:rPr>
              <a:t>Bargaining power of suppliers</a:t>
            </a:r>
            <a:endParaRPr b="1" sz="1100">
              <a:solidFill>
                <a:schemeClr val="lt1"/>
              </a:solidFill>
              <a:latin typeface="Quattrocento Sans"/>
              <a:ea typeface="Quattrocento Sans"/>
              <a:cs typeface="Quattrocento Sans"/>
              <a:sym typeface="Quattrocento Sans"/>
            </a:endParaRPr>
          </a:p>
        </p:txBody>
      </p:sp>
      <p:sp>
        <p:nvSpPr>
          <p:cNvPr id="1867" name="Google Shape;1867;p46"/>
          <p:cNvSpPr txBox="1"/>
          <p:nvPr/>
        </p:nvSpPr>
        <p:spPr>
          <a:xfrm>
            <a:off x="450354" y="1093355"/>
            <a:ext cx="5326500" cy="46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500">
                <a:solidFill>
                  <a:srgbClr val="3F3F3F"/>
                </a:solidFill>
                <a:latin typeface="Quattrocento Sans"/>
                <a:ea typeface="Quattrocento Sans"/>
                <a:cs typeface="Quattrocento Sans"/>
                <a:sym typeface="Quattrocento Sans"/>
              </a:rPr>
              <a:t>Evaluate the industry according to Porter's Five forces:</a:t>
            </a:r>
            <a:endParaRPr sz="1500">
              <a:solidFill>
                <a:srgbClr val="3F3F3F"/>
              </a:solidFill>
              <a:latin typeface="Quattrocento Sans"/>
              <a:ea typeface="Quattrocento Sans"/>
              <a:cs typeface="Quattrocento Sans"/>
              <a:sym typeface="Quattrocento Sans"/>
            </a:endParaRPr>
          </a:p>
        </p:txBody>
      </p:sp>
      <p:sp>
        <p:nvSpPr>
          <p:cNvPr id="1868" name="Google Shape;1868;p46"/>
          <p:cNvSpPr txBox="1"/>
          <p:nvPr/>
        </p:nvSpPr>
        <p:spPr>
          <a:xfrm>
            <a:off x="599865" y="2349526"/>
            <a:ext cx="3245700" cy="1851000"/>
          </a:xfrm>
          <a:prstGeom prst="rect">
            <a:avLst/>
          </a:prstGeom>
          <a:noFill/>
          <a:ln>
            <a:noFill/>
          </a:ln>
        </p:spPr>
        <p:txBody>
          <a:bodyPr anchorCtr="0" anchor="t" bIns="0" lIns="0" spcFirstLastPara="1" rIns="0" wrap="square" tIns="0">
            <a:noAutofit/>
          </a:bodyPr>
          <a:lstStyle/>
          <a:p>
            <a:pPr indent="-209550" lvl="0" marL="215900" marR="0" rtl="0" algn="l">
              <a:lnSpc>
                <a:spcPct val="90000"/>
              </a:lnSpc>
              <a:spcBef>
                <a:spcPts val="0"/>
              </a:spcBef>
              <a:spcAft>
                <a:spcPts val="0"/>
              </a:spcAft>
              <a:buClr>
                <a:srgbClr val="000000"/>
              </a:buClr>
              <a:buSzPts val="900"/>
              <a:buFont typeface="Noto Sans Symbols"/>
              <a:buChar char="✔"/>
            </a:pPr>
            <a:r>
              <a:rPr lang="en-GB" sz="900">
                <a:solidFill>
                  <a:srgbClr val="000000"/>
                </a:solidFill>
                <a:latin typeface="Arial"/>
                <a:ea typeface="Arial"/>
                <a:cs typeface="Arial"/>
                <a:sym typeface="Arial"/>
              </a:rPr>
              <a:t>Competitors: Low, as the number of operators has decreased.</a:t>
            </a:r>
            <a:endParaRPr sz="1100"/>
          </a:p>
          <a:p>
            <a:pPr indent="-209550" lvl="0" marL="215900" marR="0" rtl="0" algn="l">
              <a:lnSpc>
                <a:spcPct val="90000"/>
              </a:lnSpc>
              <a:spcBef>
                <a:spcPts val="500"/>
              </a:spcBef>
              <a:spcAft>
                <a:spcPts val="0"/>
              </a:spcAft>
              <a:buClr>
                <a:srgbClr val="000000"/>
              </a:buClr>
              <a:buSzPts val="900"/>
              <a:buFont typeface="Noto Sans Symbols"/>
              <a:buChar char="✔"/>
            </a:pPr>
            <a:r>
              <a:rPr lang="en-GB" sz="900">
                <a:solidFill>
                  <a:srgbClr val="000000"/>
                </a:solidFill>
                <a:latin typeface="Arial"/>
                <a:ea typeface="Arial"/>
                <a:cs typeface="Arial"/>
                <a:sym typeface="Arial"/>
              </a:rPr>
              <a:t>Quality Variances: High, with execution being crucial and diverse equipment choices across companies.</a:t>
            </a:r>
            <a:endParaRPr sz="1100"/>
          </a:p>
          <a:p>
            <a:pPr indent="-209550" lvl="0" marL="215900" marR="0" rtl="0" algn="l">
              <a:lnSpc>
                <a:spcPct val="90000"/>
              </a:lnSpc>
              <a:spcBef>
                <a:spcPts val="500"/>
              </a:spcBef>
              <a:spcAft>
                <a:spcPts val="0"/>
              </a:spcAft>
              <a:buClr>
                <a:srgbClr val="000000"/>
              </a:buClr>
              <a:buSzPts val="900"/>
              <a:buFont typeface="Noto Sans Symbols"/>
              <a:buChar char="✔"/>
            </a:pPr>
            <a:r>
              <a:rPr lang="en-GB" sz="900">
                <a:solidFill>
                  <a:srgbClr val="000000"/>
                </a:solidFill>
                <a:latin typeface="Arial"/>
                <a:ea typeface="Arial"/>
                <a:cs typeface="Arial"/>
                <a:sym typeface="Arial"/>
              </a:rPr>
              <a:t>Additional Differences: High, including power selection, gas quality, fuel prices, site layout, equipment choices, and business models.</a:t>
            </a:r>
            <a:endParaRPr sz="1100"/>
          </a:p>
          <a:p>
            <a:pPr indent="-209550" lvl="0" marL="215900" marR="0" rtl="0" algn="l">
              <a:lnSpc>
                <a:spcPct val="90000"/>
              </a:lnSpc>
              <a:spcBef>
                <a:spcPts val="500"/>
              </a:spcBef>
              <a:spcAft>
                <a:spcPts val="0"/>
              </a:spcAft>
              <a:buClr>
                <a:srgbClr val="000000"/>
              </a:buClr>
              <a:buSzPts val="900"/>
              <a:buFont typeface="Noto Sans Symbols"/>
              <a:buChar char="✔"/>
            </a:pPr>
            <a:r>
              <a:rPr lang="en-GB" sz="900">
                <a:solidFill>
                  <a:srgbClr val="000000"/>
                </a:solidFill>
                <a:latin typeface="Arial"/>
                <a:ea typeface="Arial"/>
                <a:cs typeface="Arial"/>
                <a:sym typeface="Arial"/>
              </a:rPr>
              <a:t>Switching Costs: High, due to significant sunk costs, depreciating assets, and facility equipment.</a:t>
            </a:r>
            <a:endParaRPr sz="1100"/>
          </a:p>
          <a:p>
            <a:pPr indent="-209550" lvl="0" marL="215900" marR="0" rtl="0" algn="l">
              <a:lnSpc>
                <a:spcPct val="90000"/>
              </a:lnSpc>
              <a:spcBef>
                <a:spcPts val="500"/>
              </a:spcBef>
              <a:spcAft>
                <a:spcPts val="0"/>
              </a:spcAft>
              <a:buClr>
                <a:srgbClr val="000000"/>
              </a:buClr>
              <a:buSzPts val="900"/>
              <a:buFont typeface="Noto Sans Symbols"/>
              <a:buChar char="✔"/>
            </a:pPr>
            <a:r>
              <a:rPr lang="en-GB" sz="900">
                <a:solidFill>
                  <a:srgbClr val="000000"/>
                </a:solidFill>
                <a:latin typeface="Arial"/>
                <a:ea typeface="Arial"/>
                <a:cs typeface="Arial"/>
                <a:sym typeface="Arial"/>
              </a:rPr>
              <a:t>Customer Loyalty: Medium to High, strong for equipment, moderate for operators.</a:t>
            </a:r>
            <a:endParaRPr sz="1100"/>
          </a:p>
          <a:p>
            <a:pPr indent="-209550" lvl="0" marL="215900" marR="0" rtl="0" algn="l">
              <a:lnSpc>
                <a:spcPct val="90000"/>
              </a:lnSpc>
              <a:spcBef>
                <a:spcPts val="500"/>
              </a:spcBef>
              <a:spcAft>
                <a:spcPts val="0"/>
              </a:spcAft>
              <a:buClr>
                <a:srgbClr val="000000"/>
              </a:buClr>
              <a:buSzPts val="900"/>
              <a:buFont typeface="Noto Sans Symbols"/>
              <a:buChar char="✔"/>
            </a:pPr>
            <a:r>
              <a:rPr lang="en-GB" sz="900">
                <a:solidFill>
                  <a:srgbClr val="000000"/>
                </a:solidFill>
                <a:latin typeface="Arial"/>
                <a:ea typeface="Arial"/>
                <a:cs typeface="Arial"/>
                <a:sym typeface="Arial"/>
              </a:rPr>
              <a:t>Market Exit Costs: Medium, as assets hold value and can be sold or retrofitted for emerging markets like AI and edge computing with additional investment.</a:t>
            </a:r>
            <a:endParaRPr sz="900">
              <a:solidFill>
                <a:schemeClr val="dk1"/>
              </a:solidFill>
              <a:latin typeface="Arial"/>
              <a:ea typeface="Arial"/>
              <a:cs typeface="Arial"/>
              <a:sym typeface="Arial"/>
            </a:endParaRPr>
          </a:p>
        </p:txBody>
      </p:sp>
      <p:grpSp>
        <p:nvGrpSpPr>
          <p:cNvPr id="1869" name="Google Shape;1869;p46"/>
          <p:cNvGrpSpPr/>
          <p:nvPr/>
        </p:nvGrpSpPr>
        <p:grpSpPr>
          <a:xfrm>
            <a:off x="450356" y="1574849"/>
            <a:ext cx="3586815" cy="522948"/>
            <a:chOff x="600315" y="5098234"/>
            <a:chExt cx="4781145" cy="697264"/>
          </a:xfrm>
        </p:grpSpPr>
        <p:sp>
          <p:nvSpPr>
            <p:cNvPr id="1870" name="Google Shape;1870;p46"/>
            <p:cNvSpPr/>
            <p:nvPr/>
          </p:nvSpPr>
          <p:spPr>
            <a:xfrm>
              <a:off x="1386060" y="5098234"/>
              <a:ext cx="3995400" cy="690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71" name="Google Shape;1871;p46"/>
            <p:cNvSpPr txBox="1"/>
            <p:nvPr/>
          </p:nvSpPr>
          <p:spPr>
            <a:xfrm>
              <a:off x="1439795" y="5200710"/>
              <a:ext cx="3507600" cy="48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000000"/>
                  </a:solidFill>
                  <a:latin typeface="Quattrocento Sans"/>
                  <a:ea typeface="Quattrocento Sans"/>
                  <a:cs typeface="Quattrocento Sans"/>
                  <a:sym typeface="Quattrocento Sans"/>
                </a:rPr>
                <a:t>Rivalry among existing Competitors</a:t>
              </a:r>
              <a:endParaRPr sz="1100"/>
            </a:p>
          </p:txBody>
        </p:sp>
        <p:sp>
          <p:nvSpPr>
            <p:cNvPr id="1872" name="Google Shape;1872;p46"/>
            <p:cNvSpPr/>
            <p:nvPr/>
          </p:nvSpPr>
          <p:spPr>
            <a:xfrm>
              <a:off x="600315" y="5104898"/>
              <a:ext cx="665400" cy="6906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73" name="Google Shape;1873;p46"/>
            <p:cNvSpPr/>
            <p:nvPr/>
          </p:nvSpPr>
          <p:spPr>
            <a:xfrm>
              <a:off x="680361" y="5196368"/>
              <a:ext cx="507600" cy="507600"/>
            </a:xfrm>
            <a:prstGeom prst="ellipse">
              <a:avLst/>
            </a:prstGeom>
            <a:solidFill>
              <a:schemeClr val="accent1"/>
            </a:solidFill>
            <a:ln cap="flat" cmpd="sng" w="19050">
              <a:solidFill>
                <a:srgbClr val="002D5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descr="Competition outline" id="1874" name="Google Shape;1874;p46"/>
            <p:cNvGrpSpPr/>
            <p:nvPr/>
          </p:nvGrpSpPr>
          <p:grpSpPr>
            <a:xfrm>
              <a:off x="756136" y="5306198"/>
              <a:ext cx="408687" cy="288406"/>
              <a:chOff x="5797011" y="5146412"/>
              <a:chExt cx="876071" cy="561975"/>
            </a:xfrm>
          </p:grpSpPr>
          <p:sp>
            <p:nvSpPr>
              <p:cNvPr id="1875" name="Google Shape;1875;p46"/>
              <p:cNvSpPr/>
              <p:nvPr/>
            </p:nvSpPr>
            <p:spPr>
              <a:xfrm>
                <a:off x="6405068" y="5360048"/>
                <a:ext cx="268014" cy="150342"/>
              </a:xfrm>
              <a:custGeom>
                <a:rect b="b" l="l" r="r" t="t"/>
                <a:pathLst>
                  <a:path extrusionOk="0" h="150342" w="268014">
                    <a:moveTo>
                      <a:pt x="168431" y="26270"/>
                    </a:moveTo>
                    <a:lnTo>
                      <a:pt x="168431" y="26270"/>
                    </a:lnTo>
                    <a:cubicBezTo>
                      <a:pt x="161861" y="26297"/>
                      <a:pt x="155300" y="26748"/>
                      <a:pt x="148790" y="27622"/>
                    </a:cubicBezTo>
                    <a:lnTo>
                      <a:pt x="96536" y="0"/>
                    </a:lnTo>
                    <a:lnTo>
                      <a:pt x="97031" y="16345"/>
                    </a:lnTo>
                    <a:cubicBezTo>
                      <a:pt x="97248" y="23741"/>
                      <a:pt x="98371" y="31082"/>
                      <a:pt x="100374" y="38205"/>
                    </a:cubicBezTo>
                    <a:lnTo>
                      <a:pt x="94602" y="39767"/>
                    </a:lnTo>
                    <a:cubicBezTo>
                      <a:pt x="80813" y="44072"/>
                      <a:pt x="66651" y="47079"/>
                      <a:pt x="52302" y="48749"/>
                    </a:cubicBezTo>
                    <a:lnTo>
                      <a:pt x="57" y="24194"/>
                    </a:lnTo>
                    <a:lnTo>
                      <a:pt x="1314" y="40567"/>
                    </a:lnTo>
                    <a:cubicBezTo>
                      <a:pt x="2424" y="49733"/>
                      <a:pt x="5435" y="58567"/>
                      <a:pt x="10154" y="66504"/>
                    </a:cubicBezTo>
                    <a:cubicBezTo>
                      <a:pt x="11668" y="69447"/>
                      <a:pt x="13125" y="72276"/>
                      <a:pt x="14373" y="75200"/>
                    </a:cubicBezTo>
                    <a:cubicBezTo>
                      <a:pt x="13125" y="78115"/>
                      <a:pt x="11678" y="80915"/>
                      <a:pt x="10163" y="83906"/>
                    </a:cubicBezTo>
                    <a:cubicBezTo>
                      <a:pt x="5443" y="91866"/>
                      <a:pt x="2429" y="100721"/>
                      <a:pt x="1314" y="109909"/>
                    </a:cubicBezTo>
                    <a:lnTo>
                      <a:pt x="0" y="126301"/>
                    </a:lnTo>
                    <a:lnTo>
                      <a:pt x="52283" y="101641"/>
                    </a:lnTo>
                    <a:cubicBezTo>
                      <a:pt x="66606" y="103311"/>
                      <a:pt x="80742" y="106315"/>
                      <a:pt x="94507" y="110614"/>
                    </a:cubicBezTo>
                    <a:lnTo>
                      <a:pt x="100336" y="112185"/>
                    </a:lnTo>
                    <a:cubicBezTo>
                      <a:pt x="98340" y="119297"/>
                      <a:pt x="97217" y="126624"/>
                      <a:pt x="96993" y="134007"/>
                    </a:cubicBezTo>
                    <a:lnTo>
                      <a:pt x="96498" y="150343"/>
                    </a:lnTo>
                    <a:lnTo>
                      <a:pt x="148752" y="122768"/>
                    </a:lnTo>
                    <a:cubicBezTo>
                      <a:pt x="155275" y="123644"/>
                      <a:pt x="161849" y="124093"/>
                      <a:pt x="168431" y="124111"/>
                    </a:cubicBezTo>
                    <a:cubicBezTo>
                      <a:pt x="202197" y="124120"/>
                      <a:pt x="268014" y="97717"/>
                      <a:pt x="268014" y="75200"/>
                    </a:cubicBezTo>
                    <a:cubicBezTo>
                      <a:pt x="268014" y="52683"/>
                      <a:pt x="202197" y="26270"/>
                      <a:pt x="168431" y="26270"/>
                    </a:cubicBezTo>
                    <a:close/>
                    <a:moveTo>
                      <a:pt x="168431" y="105070"/>
                    </a:moveTo>
                    <a:cubicBezTo>
                      <a:pt x="161749" y="105046"/>
                      <a:pt x="155078" y="104521"/>
                      <a:pt x="148476" y="103499"/>
                    </a:cubicBezTo>
                    <a:lnTo>
                      <a:pt x="145361" y="103013"/>
                    </a:lnTo>
                    <a:lnTo>
                      <a:pt x="118863" y="116957"/>
                    </a:lnTo>
                    <a:cubicBezTo>
                      <a:pt x="119584" y="114341"/>
                      <a:pt x="120455" y="111768"/>
                      <a:pt x="121472" y="109252"/>
                    </a:cubicBezTo>
                    <a:lnTo>
                      <a:pt x="125711" y="99089"/>
                    </a:lnTo>
                    <a:lnTo>
                      <a:pt x="115043" y="96364"/>
                    </a:lnTo>
                    <a:cubicBezTo>
                      <a:pt x="109757" y="95012"/>
                      <a:pt x="104565" y="93602"/>
                      <a:pt x="99441" y="92231"/>
                    </a:cubicBezTo>
                    <a:cubicBezTo>
                      <a:pt x="83483" y="87075"/>
                      <a:pt x="66968" y="83839"/>
                      <a:pt x="50244" y="82591"/>
                    </a:cubicBezTo>
                    <a:lnTo>
                      <a:pt x="48111" y="82591"/>
                    </a:lnTo>
                    <a:lnTo>
                      <a:pt x="27242" y="92402"/>
                    </a:lnTo>
                    <a:cubicBezTo>
                      <a:pt x="29668" y="87880"/>
                      <a:pt x="31793" y="83203"/>
                      <a:pt x="33604" y="78400"/>
                    </a:cubicBezTo>
                    <a:lnTo>
                      <a:pt x="34738" y="75200"/>
                    </a:lnTo>
                    <a:lnTo>
                      <a:pt x="33604" y="71999"/>
                    </a:lnTo>
                    <a:cubicBezTo>
                      <a:pt x="31804" y="67206"/>
                      <a:pt x="29682" y="62541"/>
                      <a:pt x="27251" y="58036"/>
                    </a:cubicBezTo>
                    <a:lnTo>
                      <a:pt x="48111" y="67847"/>
                    </a:lnTo>
                    <a:lnTo>
                      <a:pt x="50244" y="67847"/>
                    </a:lnTo>
                    <a:cubicBezTo>
                      <a:pt x="67002" y="66590"/>
                      <a:pt x="83549" y="63338"/>
                      <a:pt x="99536" y="58160"/>
                    </a:cubicBezTo>
                    <a:cubicBezTo>
                      <a:pt x="104604" y="56788"/>
                      <a:pt x="109804" y="55388"/>
                      <a:pt x="115072" y="54035"/>
                    </a:cubicBezTo>
                    <a:lnTo>
                      <a:pt x="125740" y="51302"/>
                    </a:lnTo>
                    <a:lnTo>
                      <a:pt x="121501" y="41148"/>
                    </a:lnTo>
                    <a:cubicBezTo>
                      <a:pt x="120443" y="38595"/>
                      <a:pt x="119530" y="35985"/>
                      <a:pt x="118767" y="33328"/>
                    </a:cubicBezTo>
                    <a:lnTo>
                      <a:pt x="145437" y="47387"/>
                    </a:lnTo>
                    <a:lnTo>
                      <a:pt x="148561" y="46901"/>
                    </a:lnTo>
                    <a:cubicBezTo>
                      <a:pt x="155155" y="45878"/>
                      <a:pt x="161815" y="45349"/>
                      <a:pt x="168488" y="45320"/>
                    </a:cubicBezTo>
                    <a:cubicBezTo>
                      <a:pt x="199101" y="45320"/>
                      <a:pt x="240630" y="66132"/>
                      <a:pt x="248288" y="75200"/>
                    </a:cubicBezTo>
                    <a:cubicBezTo>
                      <a:pt x="240592" y="84258"/>
                      <a:pt x="199044" y="105070"/>
                      <a:pt x="168459" y="1050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76" name="Google Shape;1876;p46"/>
              <p:cNvSpPr/>
              <p:nvPr/>
            </p:nvSpPr>
            <p:spPr>
              <a:xfrm>
                <a:off x="5797011" y="5146412"/>
                <a:ext cx="627792" cy="561975"/>
              </a:xfrm>
              <a:custGeom>
                <a:rect b="b" l="l" r="r" t="t"/>
                <a:pathLst>
                  <a:path extrusionOk="0" h="561975" w="627792">
                    <a:moveTo>
                      <a:pt x="627793" y="190500"/>
                    </a:moveTo>
                    <a:cubicBezTo>
                      <a:pt x="565765" y="121196"/>
                      <a:pt x="477161" y="81583"/>
                      <a:pt x="384153" y="81572"/>
                    </a:cubicBezTo>
                    <a:cubicBezTo>
                      <a:pt x="379705" y="81572"/>
                      <a:pt x="375333" y="81905"/>
                      <a:pt x="370932" y="82077"/>
                    </a:cubicBezTo>
                    <a:lnTo>
                      <a:pt x="235039" y="0"/>
                    </a:lnTo>
                    <a:cubicBezTo>
                      <a:pt x="236091" y="36928"/>
                      <a:pt x="242397" y="73520"/>
                      <a:pt x="253765" y="108671"/>
                    </a:cubicBezTo>
                    <a:cubicBezTo>
                      <a:pt x="251041" y="109909"/>
                      <a:pt x="248317" y="111195"/>
                      <a:pt x="245735" y="112557"/>
                    </a:cubicBezTo>
                    <a:cubicBezTo>
                      <a:pt x="245555" y="112662"/>
                      <a:pt x="245450" y="112833"/>
                      <a:pt x="245278" y="112938"/>
                    </a:cubicBezTo>
                    <a:cubicBezTo>
                      <a:pt x="199999" y="134291"/>
                      <a:pt x="160183" y="165684"/>
                      <a:pt x="128854" y="204730"/>
                    </a:cubicBezTo>
                    <a:lnTo>
                      <a:pt x="128854" y="204730"/>
                    </a:lnTo>
                    <a:cubicBezTo>
                      <a:pt x="126949" y="207121"/>
                      <a:pt x="124920" y="209426"/>
                      <a:pt x="123073" y="211874"/>
                    </a:cubicBezTo>
                    <a:lnTo>
                      <a:pt x="0" y="131445"/>
                    </a:lnTo>
                    <a:cubicBezTo>
                      <a:pt x="0" y="190205"/>
                      <a:pt x="28004" y="280988"/>
                      <a:pt x="28004" y="280988"/>
                    </a:cubicBezTo>
                    <a:cubicBezTo>
                      <a:pt x="28004" y="280988"/>
                      <a:pt x="0" y="371789"/>
                      <a:pt x="0" y="430530"/>
                    </a:cubicBezTo>
                    <a:lnTo>
                      <a:pt x="123053" y="350063"/>
                    </a:lnTo>
                    <a:cubicBezTo>
                      <a:pt x="157111" y="395027"/>
                      <a:pt x="202132" y="430503"/>
                      <a:pt x="253813" y="453104"/>
                    </a:cubicBezTo>
                    <a:cubicBezTo>
                      <a:pt x="242410" y="488317"/>
                      <a:pt x="236089" y="524977"/>
                      <a:pt x="235039" y="561975"/>
                    </a:cubicBezTo>
                    <a:lnTo>
                      <a:pt x="370942" y="479898"/>
                    </a:lnTo>
                    <a:cubicBezTo>
                      <a:pt x="375342" y="480070"/>
                      <a:pt x="379714" y="480403"/>
                      <a:pt x="384162" y="480403"/>
                    </a:cubicBezTo>
                    <a:cubicBezTo>
                      <a:pt x="472575" y="480380"/>
                      <a:pt x="557202" y="444515"/>
                      <a:pt x="618706" y="381000"/>
                    </a:cubicBezTo>
                    <a:lnTo>
                      <a:pt x="514350" y="285750"/>
                    </a:lnTo>
                    <a:close/>
                    <a:moveTo>
                      <a:pt x="590902" y="381410"/>
                    </a:moveTo>
                    <a:cubicBezTo>
                      <a:pt x="534233" y="432684"/>
                      <a:pt x="460585" y="461161"/>
                      <a:pt x="384162" y="461353"/>
                    </a:cubicBezTo>
                    <a:cubicBezTo>
                      <a:pt x="382743" y="461353"/>
                      <a:pt x="379628" y="461296"/>
                      <a:pt x="376771" y="461153"/>
                    </a:cubicBezTo>
                    <a:cubicBezTo>
                      <a:pt x="374228" y="461020"/>
                      <a:pt x="371913" y="460810"/>
                      <a:pt x="370999" y="460772"/>
                    </a:cubicBezTo>
                    <a:cubicBezTo>
                      <a:pt x="360646" y="460319"/>
                      <a:pt x="350365" y="458830"/>
                      <a:pt x="340309" y="456324"/>
                    </a:cubicBezTo>
                    <a:cubicBezTo>
                      <a:pt x="335269" y="454819"/>
                      <a:pt x="329962" y="457686"/>
                      <a:pt x="328457" y="462726"/>
                    </a:cubicBezTo>
                    <a:cubicBezTo>
                      <a:pt x="326953" y="467767"/>
                      <a:pt x="329819" y="473072"/>
                      <a:pt x="334860" y="474577"/>
                    </a:cubicBezTo>
                    <a:cubicBezTo>
                      <a:pt x="335006" y="474621"/>
                      <a:pt x="335151" y="474661"/>
                      <a:pt x="335299" y="474697"/>
                    </a:cubicBezTo>
                    <a:cubicBezTo>
                      <a:pt x="335509" y="474764"/>
                      <a:pt x="337499" y="475278"/>
                      <a:pt x="340614" y="475955"/>
                    </a:cubicBezTo>
                    <a:lnTo>
                      <a:pt x="256861" y="526542"/>
                    </a:lnTo>
                    <a:cubicBezTo>
                      <a:pt x="259759" y="503596"/>
                      <a:pt x="264807" y="480973"/>
                      <a:pt x="271939" y="458972"/>
                    </a:cubicBezTo>
                    <a:lnTo>
                      <a:pt x="277254" y="442560"/>
                    </a:lnTo>
                    <a:lnTo>
                      <a:pt x="261442" y="435654"/>
                    </a:lnTo>
                    <a:cubicBezTo>
                      <a:pt x="212762" y="414330"/>
                      <a:pt x="170349" y="380904"/>
                      <a:pt x="138236" y="338557"/>
                    </a:cubicBezTo>
                    <a:lnTo>
                      <a:pt x="127502" y="324393"/>
                    </a:lnTo>
                    <a:lnTo>
                      <a:pt x="112624" y="334118"/>
                    </a:lnTo>
                    <a:lnTo>
                      <a:pt x="21993" y="393383"/>
                    </a:lnTo>
                    <a:cubicBezTo>
                      <a:pt x="27627" y="357279"/>
                      <a:pt x="35717" y="321601"/>
                      <a:pt x="46206" y="286598"/>
                    </a:cubicBezTo>
                    <a:lnTo>
                      <a:pt x="47939" y="280988"/>
                    </a:lnTo>
                    <a:lnTo>
                      <a:pt x="46206" y="275377"/>
                    </a:lnTo>
                    <a:cubicBezTo>
                      <a:pt x="35717" y="240374"/>
                      <a:pt x="27627" y="204696"/>
                      <a:pt x="21993" y="168593"/>
                    </a:cubicBezTo>
                    <a:lnTo>
                      <a:pt x="115167" y="229552"/>
                    </a:lnTo>
                    <a:cubicBezTo>
                      <a:pt x="113189" y="234085"/>
                      <a:pt x="111460" y="238720"/>
                      <a:pt x="109985" y="243440"/>
                    </a:cubicBezTo>
                    <a:cubicBezTo>
                      <a:pt x="108527" y="248493"/>
                      <a:pt x="111439" y="253771"/>
                      <a:pt x="116491" y="255232"/>
                    </a:cubicBezTo>
                    <a:cubicBezTo>
                      <a:pt x="117353" y="255476"/>
                      <a:pt x="118243" y="255601"/>
                      <a:pt x="119139" y="255603"/>
                    </a:cubicBezTo>
                    <a:cubicBezTo>
                      <a:pt x="123374" y="255602"/>
                      <a:pt x="127101" y="252804"/>
                      <a:pt x="128283" y="248736"/>
                    </a:cubicBezTo>
                    <a:cubicBezTo>
                      <a:pt x="131993" y="237152"/>
                      <a:pt x="137350" y="226162"/>
                      <a:pt x="144189" y="216103"/>
                    </a:cubicBezTo>
                    <a:cubicBezTo>
                      <a:pt x="175518" y="177228"/>
                      <a:pt x="215736" y="146458"/>
                      <a:pt x="261452" y="126387"/>
                    </a:cubicBezTo>
                    <a:lnTo>
                      <a:pt x="273834" y="120968"/>
                    </a:lnTo>
                    <a:cubicBezTo>
                      <a:pt x="279864" y="118643"/>
                      <a:pt x="284312" y="117157"/>
                      <a:pt x="284445" y="117157"/>
                    </a:cubicBezTo>
                    <a:cubicBezTo>
                      <a:pt x="289443" y="115509"/>
                      <a:pt x="292157" y="110120"/>
                      <a:pt x="290508" y="105123"/>
                    </a:cubicBezTo>
                    <a:cubicBezTo>
                      <a:pt x="288859" y="100125"/>
                      <a:pt x="283471" y="97411"/>
                      <a:pt x="278473" y="99060"/>
                    </a:cubicBezTo>
                    <a:cubicBezTo>
                      <a:pt x="278187" y="99155"/>
                      <a:pt x="275482" y="100013"/>
                      <a:pt x="271472" y="101527"/>
                    </a:cubicBezTo>
                    <a:cubicBezTo>
                      <a:pt x="264596" y="80016"/>
                      <a:pt x="259702" y="57922"/>
                      <a:pt x="256851" y="35519"/>
                    </a:cubicBezTo>
                    <a:lnTo>
                      <a:pt x="361074" y="98469"/>
                    </a:lnTo>
                    <a:lnTo>
                      <a:pt x="365960" y="101422"/>
                    </a:lnTo>
                    <a:cubicBezTo>
                      <a:pt x="365960" y="101422"/>
                      <a:pt x="379000" y="100708"/>
                      <a:pt x="384143" y="100708"/>
                    </a:cubicBezTo>
                    <a:cubicBezTo>
                      <a:pt x="464882" y="100760"/>
                      <a:pt x="542379" y="132476"/>
                      <a:pt x="599989" y="189043"/>
                    </a:cubicBezTo>
                    <a:lnTo>
                      <a:pt x="502091" y="271243"/>
                    </a:lnTo>
                    <a:lnTo>
                      <a:pt x="485432" y="285236"/>
                    </a:lnTo>
                    <a:lnTo>
                      <a:pt x="501501" y="299904"/>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77" name="Google Shape;1877;p46"/>
              <p:cNvSpPr/>
              <p:nvPr/>
            </p:nvSpPr>
            <p:spPr>
              <a:xfrm>
                <a:off x="6282786" y="5331597"/>
                <a:ext cx="28575" cy="28575"/>
              </a:xfrm>
              <a:custGeom>
                <a:rect b="b" l="l" r="r" t="t"/>
                <a:pathLst>
                  <a:path extrusionOk="0" h="28575" w="28575">
                    <a:moveTo>
                      <a:pt x="28575" y="14288"/>
                    </a:moveTo>
                    <a:cubicBezTo>
                      <a:pt x="28575" y="22178"/>
                      <a:pt x="22178" y="28575"/>
                      <a:pt x="14287" y="28575"/>
                    </a:cubicBezTo>
                    <a:cubicBezTo>
                      <a:pt x="6397" y="28575"/>
                      <a:pt x="0" y="22178"/>
                      <a:pt x="0" y="14288"/>
                    </a:cubicBezTo>
                    <a:cubicBezTo>
                      <a:pt x="0" y="6397"/>
                      <a:pt x="6397" y="0"/>
                      <a:pt x="14287" y="0"/>
                    </a:cubicBezTo>
                    <a:cubicBezTo>
                      <a:pt x="22178" y="0"/>
                      <a:pt x="28575" y="6397"/>
                      <a:pt x="28575" y="142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1878" name="Google Shape;1878;p46"/>
              <p:cNvSpPr/>
              <p:nvPr/>
            </p:nvSpPr>
            <p:spPr>
              <a:xfrm>
                <a:off x="6614028" y="5420732"/>
                <a:ext cx="13335" cy="13335"/>
              </a:xfrm>
              <a:custGeom>
                <a:rect b="b" l="l" r="r" t="t"/>
                <a:pathLst>
                  <a:path extrusionOk="0" h="13335" w="13335">
                    <a:moveTo>
                      <a:pt x="13335" y="6668"/>
                    </a:moveTo>
                    <a:cubicBezTo>
                      <a:pt x="13335" y="10350"/>
                      <a:pt x="10350" y="13335"/>
                      <a:pt x="6668" y="13335"/>
                    </a:cubicBezTo>
                    <a:cubicBezTo>
                      <a:pt x="2985" y="13335"/>
                      <a:pt x="0" y="10350"/>
                      <a:pt x="0" y="6668"/>
                    </a:cubicBezTo>
                    <a:cubicBezTo>
                      <a:pt x="0" y="2985"/>
                      <a:pt x="2985" y="0"/>
                      <a:pt x="6668" y="0"/>
                    </a:cubicBezTo>
                    <a:cubicBezTo>
                      <a:pt x="10350" y="0"/>
                      <a:pt x="13335" y="2985"/>
                      <a:pt x="13335" y="666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83" name="Shape 1883"/>
        <p:cNvGrpSpPr/>
        <p:nvPr/>
      </p:nvGrpSpPr>
      <p:grpSpPr>
        <a:xfrm>
          <a:off x="0" y="0"/>
          <a:ext cx="0" cy="0"/>
          <a:chOff x="0" y="0"/>
          <a:chExt cx="0" cy="0"/>
        </a:xfrm>
      </p:grpSpPr>
      <p:sp>
        <p:nvSpPr>
          <p:cNvPr id="1884" name="Google Shape;1884;p47"/>
          <p:cNvSpPr/>
          <p:nvPr/>
        </p:nvSpPr>
        <p:spPr>
          <a:xfrm>
            <a:off x="4109407" y="2732830"/>
            <a:ext cx="2238600" cy="1674300"/>
          </a:xfrm>
          <a:prstGeom prst="rect">
            <a:avLst/>
          </a:prstGeom>
          <a:solidFill>
            <a:schemeClr val="accent4"/>
          </a:solidFill>
          <a:ln>
            <a:noFill/>
          </a:ln>
          <a:effectLst>
            <a:outerShdw blurRad="428699" rotWithShape="0" algn="tr" dir="8100000" dist="285800">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85" name="Google Shape;1885;p47"/>
          <p:cNvSpPr/>
          <p:nvPr/>
        </p:nvSpPr>
        <p:spPr>
          <a:xfrm>
            <a:off x="471790" y="1604378"/>
            <a:ext cx="2824500" cy="31422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86" name="Google Shape;1886;p47"/>
          <p:cNvSpPr/>
          <p:nvPr/>
        </p:nvSpPr>
        <p:spPr>
          <a:xfrm>
            <a:off x="6365358" y="1043075"/>
            <a:ext cx="2238600" cy="1674300"/>
          </a:xfrm>
          <a:prstGeom prst="rect">
            <a:avLst/>
          </a:prstGeom>
          <a:solidFill>
            <a:schemeClr val="accent4"/>
          </a:solidFill>
          <a:ln>
            <a:noFill/>
          </a:ln>
          <a:effectLst>
            <a:outerShdw blurRad="428699" rotWithShape="0" algn="tr" dir="8100000" dist="285800">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87" name="Google Shape;1887;p47"/>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Competitor </a:t>
            </a:r>
            <a:r>
              <a:rPr lang="en-GB">
                <a:solidFill>
                  <a:schemeClr val="accent3"/>
                </a:solidFill>
              </a:rPr>
              <a:t>Segmentation</a:t>
            </a:r>
            <a:r>
              <a:rPr lang="en-GB"/>
              <a:t> (1)</a:t>
            </a:r>
            <a:endParaRPr/>
          </a:p>
        </p:txBody>
      </p:sp>
      <p:sp>
        <p:nvSpPr>
          <p:cNvPr id="1888" name="Google Shape;1888;p47"/>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Scale vs Value Proposition</a:t>
            </a:r>
            <a:endParaRPr/>
          </a:p>
        </p:txBody>
      </p:sp>
      <p:grpSp>
        <p:nvGrpSpPr>
          <p:cNvPr id="1889" name="Google Shape;1889;p47"/>
          <p:cNvGrpSpPr/>
          <p:nvPr/>
        </p:nvGrpSpPr>
        <p:grpSpPr>
          <a:xfrm>
            <a:off x="6762943" y="1043075"/>
            <a:ext cx="1674632" cy="810081"/>
            <a:chOff x="9138892" y="1412777"/>
            <a:chExt cx="2232248" cy="1080108"/>
          </a:xfrm>
        </p:grpSpPr>
        <p:sp>
          <p:nvSpPr>
            <p:cNvPr id="1890" name="Google Shape;1890;p47"/>
            <p:cNvSpPr/>
            <p:nvPr/>
          </p:nvSpPr>
          <p:spPr>
            <a:xfrm>
              <a:off x="9138892" y="1412777"/>
              <a:ext cx="2232248" cy="1080108"/>
            </a:xfrm>
            <a:custGeom>
              <a:rect b="b" l="l" r="r" t="t"/>
              <a:pathLst>
                <a:path extrusionOk="0" h="1080108" w="2232248">
                  <a:moveTo>
                    <a:pt x="207173" y="0"/>
                  </a:moveTo>
                  <a:lnTo>
                    <a:pt x="2025075" y="0"/>
                  </a:lnTo>
                  <a:lnTo>
                    <a:pt x="2041631" y="13569"/>
                  </a:lnTo>
                  <a:cubicBezTo>
                    <a:pt x="2161977" y="122748"/>
                    <a:pt x="2232248" y="254364"/>
                    <a:pt x="2232248" y="396039"/>
                  </a:cubicBezTo>
                  <a:cubicBezTo>
                    <a:pt x="2232248" y="773840"/>
                    <a:pt x="1732542" y="1080108"/>
                    <a:pt x="1116124" y="1080108"/>
                  </a:cubicBezTo>
                  <a:cubicBezTo>
                    <a:pt x="499706" y="1080108"/>
                    <a:pt x="0" y="773840"/>
                    <a:pt x="0" y="396039"/>
                  </a:cubicBezTo>
                  <a:cubicBezTo>
                    <a:pt x="0" y="254364"/>
                    <a:pt x="70271" y="122748"/>
                    <a:pt x="190617" y="13569"/>
                  </a:cubicBezTo>
                  <a:lnTo>
                    <a:pt x="207173" y="0"/>
                  </a:lnTo>
                  <a:close/>
                </a:path>
              </a:pathLst>
            </a:cu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91" name="Google Shape;1891;p47"/>
            <p:cNvSpPr/>
            <p:nvPr/>
          </p:nvSpPr>
          <p:spPr>
            <a:xfrm>
              <a:off x="9138892" y="1412777"/>
              <a:ext cx="2232248" cy="1080108"/>
            </a:xfrm>
            <a:custGeom>
              <a:rect b="b" l="l" r="r" t="t"/>
              <a:pathLst>
                <a:path extrusionOk="0" h="1080108" w="2232248">
                  <a:moveTo>
                    <a:pt x="2025075" y="0"/>
                  </a:moveTo>
                  <a:lnTo>
                    <a:pt x="2041631" y="13569"/>
                  </a:lnTo>
                  <a:cubicBezTo>
                    <a:pt x="2161977" y="122748"/>
                    <a:pt x="2232248" y="254364"/>
                    <a:pt x="2232248" y="396039"/>
                  </a:cubicBezTo>
                  <a:cubicBezTo>
                    <a:pt x="2232248" y="773840"/>
                    <a:pt x="1732542" y="1080108"/>
                    <a:pt x="1116124" y="1080108"/>
                  </a:cubicBezTo>
                  <a:cubicBezTo>
                    <a:pt x="499706" y="1080108"/>
                    <a:pt x="0" y="773840"/>
                    <a:pt x="0" y="396039"/>
                  </a:cubicBezTo>
                  <a:cubicBezTo>
                    <a:pt x="0" y="254364"/>
                    <a:pt x="70271" y="122748"/>
                    <a:pt x="190617" y="13569"/>
                  </a:cubicBezTo>
                  <a:lnTo>
                    <a:pt x="207173" y="0"/>
                  </a:lnTo>
                </a:path>
              </a:pathLst>
            </a:custGeom>
            <a:noFill/>
            <a:ln cap="rnd" cmpd="sng" w="7150">
              <a:solidFill>
                <a:schemeClr val="lt1"/>
              </a:solidFill>
              <a:prstDash val="dash"/>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cxnSp>
        <p:nvCxnSpPr>
          <p:cNvPr id="1892" name="Google Shape;1892;p47"/>
          <p:cNvCxnSpPr/>
          <p:nvPr/>
        </p:nvCxnSpPr>
        <p:spPr>
          <a:xfrm>
            <a:off x="3946283" y="1043075"/>
            <a:ext cx="0" cy="3363900"/>
          </a:xfrm>
          <a:prstGeom prst="straightConnector1">
            <a:avLst/>
          </a:prstGeom>
          <a:noFill/>
          <a:ln cap="flat" cmpd="sng" w="14300">
            <a:solidFill>
              <a:srgbClr val="7F7F7F"/>
            </a:solidFill>
            <a:prstDash val="solid"/>
            <a:round/>
            <a:headEnd len="med" w="med" type="triangle"/>
            <a:tailEnd len="med" w="med" type="triangle"/>
          </a:ln>
        </p:spPr>
      </p:cxnSp>
      <p:cxnSp>
        <p:nvCxnSpPr>
          <p:cNvPr id="1893" name="Google Shape;1893;p47"/>
          <p:cNvCxnSpPr/>
          <p:nvPr/>
        </p:nvCxnSpPr>
        <p:spPr>
          <a:xfrm>
            <a:off x="4109407" y="4557605"/>
            <a:ext cx="4484400" cy="0"/>
          </a:xfrm>
          <a:prstGeom prst="straightConnector1">
            <a:avLst/>
          </a:prstGeom>
          <a:noFill/>
          <a:ln cap="flat" cmpd="sng" w="14300">
            <a:solidFill>
              <a:srgbClr val="7F7F7F"/>
            </a:solidFill>
            <a:prstDash val="solid"/>
            <a:round/>
            <a:headEnd len="med" w="med" type="triangle"/>
            <a:tailEnd len="med" w="med" type="triangle"/>
          </a:ln>
        </p:spPr>
      </p:cxnSp>
      <p:sp>
        <p:nvSpPr>
          <p:cNvPr id="1894" name="Google Shape;1894;p47"/>
          <p:cNvSpPr/>
          <p:nvPr/>
        </p:nvSpPr>
        <p:spPr>
          <a:xfrm>
            <a:off x="4109407" y="1043075"/>
            <a:ext cx="2238600" cy="1674300"/>
          </a:xfrm>
          <a:prstGeom prst="rect">
            <a:avLst/>
          </a:prstGeom>
          <a:solidFill>
            <a:schemeClr val="accent3"/>
          </a:solidFill>
          <a:ln>
            <a:noFill/>
          </a:ln>
          <a:effectLst>
            <a:outerShdw blurRad="428699" rotWithShape="0" algn="tr" dir="8100000" dist="285800">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95" name="Google Shape;1895;p47"/>
          <p:cNvSpPr/>
          <p:nvPr/>
        </p:nvSpPr>
        <p:spPr>
          <a:xfrm>
            <a:off x="6365358" y="2732830"/>
            <a:ext cx="2238600" cy="1674300"/>
          </a:xfrm>
          <a:prstGeom prst="rect">
            <a:avLst/>
          </a:prstGeom>
          <a:solidFill>
            <a:schemeClr val="accent3"/>
          </a:solidFill>
          <a:ln>
            <a:noFill/>
          </a:ln>
          <a:effectLst>
            <a:outerShdw blurRad="428699" rotWithShape="0" algn="tr" dir="8100000" dist="285800">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896" name="Google Shape;1896;p47"/>
          <p:cNvSpPr txBox="1"/>
          <p:nvPr/>
        </p:nvSpPr>
        <p:spPr>
          <a:xfrm>
            <a:off x="4109399" y="4678425"/>
            <a:ext cx="3333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chemeClr val="dk1"/>
                </a:solidFill>
                <a:latin typeface="Quattrocento Sans"/>
                <a:ea typeface="Quattrocento Sans"/>
                <a:cs typeface="Quattrocento Sans"/>
                <a:sym typeface="Quattrocento Sans"/>
              </a:rPr>
              <a:t>Low</a:t>
            </a:r>
            <a:endParaRPr sz="1100"/>
          </a:p>
        </p:txBody>
      </p:sp>
      <p:sp>
        <p:nvSpPr>
          <p:cNvPr id="1897" name="Google Shape;1897;p47"/>
          <p:cNvSpPr txBox="1"/>
          <p:nvPr/>
        </p:nvSpPr>
        <p:spPr>
          <a:xfrm>
            <a:off x="8260351" y="4678419"/>
            <a:ext cx="3333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GB" sz="1100">
                <a:solidFill>
                  <a:schemeClr val="dk1"/>
                </a:solidFill>
                <a:latin typeface="Quattrocento Sans"/>
                <a:ea typeface="Quattrocento Sans"/>
                <a:cs typeface="Quattrocento Sans"/>
                <a:sym typeface="Quattrocento Sans"/>
              </a:rPr>
              <a:t>High</a:t>
            </a:r>
            <a:endParaRPr sz="1100"/>
          </a:p>
        </p:txBody>
      </p:sp>
      <p:sp>
        <p:nvSpPr>
          <p:cNvPr id="1898" name="Google Shape;1898;p47"/>
          <p:cNvSpPr txBox="1"/>
          <p:nvPr/>
        </p:nvSpPr>
        <p:spPr>
          <a:xfrm>
            <a:off x="5055210" y="4678419"/>
            <a:ext cx="2598900" cy="1692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GB" sz="1100">
                <a:solidFill>
                  <a:schemeClr val="dk1"/>
                </a:solidFill>
                <a:latin typeface="Quattrocento Sans"/>
                <a:ea typeface="Quattrocento Sans"/>
                <a:cs typeface="Quattrocento Sans"/>
                <a:sym typeface="Quattrocento Sans"/>
              </a:rPr>
              <a:t>Off-grid Value Proposition</a:t>
            </a:r>
            <a:endParaRPr sz="1100"/>
          </a:p>
        </p:txBody>
      </p:sp>
      <p:sp>
        <p:nvSpPr>
          <p:cNvPr id="1899" name="Google Shape;1899;p47"/>
          <p:cNvSpPr txBox="1"/>
          <p:nvPr/>
        </p:nvSpPr>
        <p:spPr>
          <a:xfrm rot="-5400000">
            <a:off x="2439258" y="2632751"/>
            <a:ext cx="2598000" cy="1692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GB" sz="1100">
                <a:solidFill>
                  <a:schemeClr val="dk1"/>
                </a:solidFill>
                <a:latin typeface="Quattrocento Sans"/>
                <a:ea typeface="Quattrocento Sans"/>
                <a:cs typeface="Quattrocento Sans"/>
                <a:sym typeface="Quattrocento Sans"/>
              </a:rPr>
              <a:t>Scale (Mcf/d)</a:t>
            </a:r>
            <a:endParaRPr sz="1100"/>
          </a:p>
        </p:txBody>
      </p:sp>
      <p:sp>
        <p:nvSpPr>
          <p:cNvPr id="1900" name="Google Shape;1900;p47"/>
          <p:cNvSpPr/>
          <p:nvPr/>
        </p:nvSpPr>
        <p:spPr>
          <a:xfrm>
            <a:off x="4641006" y="3442659"/>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01" name="Google Shape;1901;p47"/>
          <p:cNvSpPr/>
          <p:nvPr/>
        </p:nvSpPr>
        <p:spPr>
          <a:xfrm>
            <a:off x="4867308" y="4029478"/>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02" name="Google Shape;1902;p47"/>
          <p:cNvSpPr/>
          <p:nvPr/>
        </p:nvSpPr>
        <p:spPr>
          <a:xfrm>
            <a:off x="6727691" y="3732533"/>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03" name="Google Shape;1903;p47"/>
          <p:cNvSpPr/>
          <p:nvPr/>
        </p:nvSpPr>
        <p:spPr>
          <a:xfrm>
            <a:off x="5348200" y="2855840"/>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04" name="Google Shape;1904;p47"/>
          <p:cNvSpPr/>
          <p:nvPr/>
        </p:nvSpPr>
        <p:spPr>
          <a:xfrm>
            <a:off x="4980460" y="2343039"/>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05" name="Google Shape;1905;p47"/>
          <p:cNvSpPr/>
          <p:nvPr/>
        </p:nvSpPr>
        <p:spPr>
          <a:xfrm>
            <a:off x="5949316" y="2058349"/>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06" name="Google Shape;1906;p47"/>
          <p:cNvSpPr/>
          <p:nvPr/>
        </p:nvSpPr>
        <p:spPr>
          <a:xfrm>
            <a:off x="6203545" y="1165613"/>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07" name="Google Shape;1907;p47"/>
          <p:cNvSpPr/>
          <p:nvPr/>
        </p:nvSpPr>
        <p:spPr>
          <a:xfrm>
            <a:off x="6953533" y="2906762"/>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08" name="Google Shape;1908;p47"/>
          <p:cNvSpPr/>
          <p:nvPr/>
        </p:nvSpPr>
        <p:spPr>
          <a:xfrm>
            <a:off x="6108312" y="3149390"/>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09" name="Google Shape;1909;p47"/>
          <p:cNvSpPr/>
          <p:nvPr/>
        </p:nvSpPr>
        <p:spPr>
          <a:xfrm>
            <a:off x="8118896" y="3741254"/>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10" name="Google Shape;1910;p47"/>
          <p:cNvSpPr/>
          <p:nvPr/>
        </p:nvSpPr>
        <p:spPr>
          <a:xfrm>
            <a:off x="7170150" y="2377512"/>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11" name="Google Shape;1911;p47"/>
          <p:cNvSpPr/>
          <p:nvPr/>
        </p:nvSpPr>
        <p:spPr>
          <a:xfrm>
            <a:off x="8116915" y="1307568"/>
            <a:ext cx="113100" cy="113100"/>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12" name="Google Shape;1912;p47"/>
          <p:cNvSpPr txBox="1"/>
          <p:nvPr/>
        </p:nvSpPr>
        <p:spPr>
          <a:xfrm>
            <a:off x="4929295" y="1101165"/>
            <a:ext cx="1195800" cy="4848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Midstream</a:t>
            </a:r>
            <a:endParaRPr sz="1100"/>
          </a:p>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Replacement</a:t>
            </a:r>
            <a:endParaRPr sz="1100"/>
          </a:p>
        </p:txBody>
      </p:sp>
      <p:sp>
        <p:nvSpPr>
          <p:cNvPr id="1913" name="Google Shape;1913;p47"/>
          <p:cNvSpPr txBox="1"/>
          <p:nvPr/>
        </p:nvSpPr>
        <p:spPr>
          <a:xfrm>
            <a:off x="5104681" y="2034119"/>
            <a:ext cx="754500" cy="161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ESG KPIs</a:t>
            </a:r>
            <a:endParaRPr sz="1100"/>
          </a:p>
        </p:txBody>
      </p:sp>
      <p:sp>
        <p:nvSpPr>
          <p:cNvPr id="1914" name="Google Shape;1914;p47"/>
          <p:cNvSpPr txBox="1"/>
          <p:nvPr/>
        </p:nvSpPr>
        <p:spPr>
          <a:xfrm>
            <a:off x="4207133" y="2239519"/>
            <a:ext cx="754500" cy="4848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Depressed</a:t>
            </a:r>
            <a:endParaRPr sz="1100"/>
          </a:p>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NG Markets </a:t>
            </a:r>
            <a:endParaRPr sz="1100"/>
          </a:p>
        </p:txBody>
      </p:sp>
      <p:sp>
        <p:nvSpPr>
          <p:cNvPr id="1915" name="Google Shape;1915;p47"/>
          <p:cNvSpPr txBox="1"/>
          <p:nvPr/>
        </p:nvSpPr>
        <p:spPr>
          <a:xfrm>
            <a:off x="6365349" y="2264606"/>
            <a:ext cx="668100" cy="323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Emissions</a:t>
            </a:r>
            <a:endParaRPr sz="1100"/>
          </a:p>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Reduction</a:t>
            </a:r>
            <a:endParaRPr sz="1100"/>
          </a:p>
        </p:txBody>
      </p:sp>
      <p:sp>
        <p:nvSpPr>
          <p:cNvPr id="1916" name="Google Shape;1916;p47"/>
          <p:cNvSpPr txBox="1"/>
          <p:nvPr/>
        </p:nvSpPr>
        <p:spPr>
          <a:xfrm>
            <a:off x="7102043" y="1428815"/>
            <a:ext cx="438900" cy="323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t/>
            </a:r>
            <a:endParaRPr sz="1100">
              <a:solidFill>
                <a:schemeClr val="lt1"/>
              </a:solidFill>
              <a:latin typeface="Quattrocento Sans"/>
              <a:ea typeface="Quattrocento Sans"/>
              <a:cs typeface="Quattrocento Sans"/>
              <a:sym typeface="Quattrocento Sans"/>
            </a:endParaRPr>
          </a:p>
        </p:txBody>
      </p:sp>
      <p:sp>
        <p:nvSpPr>
          <p:cNvPr id="1917" name="Google Shape;1917;p47"/>
          <p:cNvSpPr txBox="1"/>
          <p:nvPr/>
        </p:nvSpPr>
        <p:spPr>
          <a:xfrm>
            <a:off x="7234812" y="1195071"/>
            <a:ext cx="787800" cy="161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Reliable Flow Assurance</a:t>
            </a:r>
            <a:endParaRPr sz="1100"/>
          </a:p>
        </p:txBody>
      </p:sp>
      <p:sp>
        <p:nvSpPr>
          <p:cNvPr id="1918" name="Google Shape;1918;p47"/>
          <p:cNvSpPr txBox="1"/>
          <p:nvPr/>
        </p:nvSpPr>
        <p:spPr>
          <a:xfrm>
            <a:off x="6346078" y="3909929"/>
            <a:ext cx="880200" cy="172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Diversification</a:t>
            </a:r>
            <a:endParaRPr sz="1100"/>
          </a:p>
        </p:txBody>
      </p:sp>
      <p:sp>
        <p:nvSpPr>
          <p:cNvPr id="1919" name="Google Shape;1919;p47"/>
          <p:cNvSpPr txBox="1"/>
          <p:nvPr/>
        </p:nvSpPr>
        <p:spPr>
          <a:xfrm>
            <a:off x="4478127" y="2817099"/>
            <a:ext cx="787800" cy="16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100">
                <a:solidFill>
                  <a:schemeClr val="lt1"/>
                </a:solidFill>
                <a:latin typeface="Quattrocento Sans"/>
                <a:ea typeface="Quattrocento Sans"/>
                <a:cs typeface="Quattrocento Sans"/>
                <a:sym typeface="Quattrocento Sans"/>
              </a:rPr>
              <a:t>Non-routine</a:t>
            </a:r>
            <a:endParaRPr sz="1100"/>
          </a:p>
          <a:p>
            <a:pPr indent="0" lvl="0" marL="0" marR="0" rtl="0" algn="l">
              <a:spcBef>
                <a:spcPts val="0"/>
              </a:spcBef>
              <a:spcAft>
                <a:spcPts val="0"/>
              </a:spcAft>
              <a:buNone/>
            </a:pPr>
            <a:r>
              <a:rPr lang="en-GB" sz="1100">
                <a:solidFill>
                  <a:schemeClr val="lt1"/>
                </a:solidFill>
                <a:latin typeface="Quattrocento Sans"/>
                <a:ea typeface="Quattrocento Sans"/>
                <a:cs typeface="Quattrocento Sans"/>
                <a:sym typeface="Quattrocento Sans"/>
              </a:rPr>
              <a:t>Flaring</a:t>
            </a:r>
            <a:endParaRPr sz="1100"/>
          </a:p>
        </p:txBody>
      </p:sp>
      <p:sp>
        <p:nvSpPr>
          <p:cNvPr id="1920" name="Google Shape;1920;p47"/>
          <p:cNvSpPr txBox="1"/>
          <p:nvPr/>
        </p:nvSpPr>
        <p:spPr>
          <a:xfrm>
            <a:off x="4846293" y="3326754"/>
            <a:ext cx="1195800" cy="39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100">
                <a:solidFill>
                  <a:schemeClr val="lt1"/>
                </a:solidFill>
                <a:latin typeface="Quattrocento Sans"/>
                <a:ea typeface="Quattrocento Sans"/>
                <a:cs typeface="Quattrocento Sans"/>
                <a:sym typeface="Quattrocento Sans"/>
              </a:rPr>
              <a:t>Short-term</a:t>
            </a:r>
            <a:endParaRPr sz="1100"/>
          </a:p>
          <a:p>
            <a:pPr indent="0" lvl="0" marL="0" marR="0" rtl="0" algn="l">
              <a:spcBef>
                <a:spcPts val="0"/>
              </a:spcBef>
              <a:spcAft>
                <a:spcPts val="0"/>
              </a:spcAft>
              <a:buNone/>
            </a:pPr>
            <a:r>
              <a:rPr lang="en-GB" sz="1100">
                <a:solidFill>
                  <a:schemeClr val="lt1"/>
                </a:solidFill>
                <a:latin typeface="Quattrocento Sans"/>
                <a:ea typeface="Quattrocento Sans"/>
                <a:cs typeface="Quattrocento Sans"/>
                <a:sym typeface="Quattrocento Sans"/>
              </a:rPr>
              <a:t>Flare Mitigation</a:t>
            </a:r>
            <a:endParaRPr sz="1100"/>
          </a:p>
        </p:txBody>
      </p:sp>
      <p:sp>
        <p:nvSpPr>
          <p:cNvPr id="1921" name="Google Shape;1921;p47"/>
          <p:cNvSpPr txBox="1"/>
          <p:nvPr/>
        </p:nvSpPr>
        <p:spPr>
          <a:xfrm>
            <a:off x="5046987" y="4004705"/>
            <a:ext cx="787800" cy="16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100">
                <a:solidFill>
                  <a:schemeClr val="lt1"/>
                </a:solidFill>
                <a:latin typeface="Quattrocento Sans"/>
                <a:ea typeface="Quattrocento Sans"/>
                <a:cs typeface="Quattrocento Sans"/>
                <a:sym typeface="Quattrocento Sans"/>
              </a:rPr>
              <a:t>Pilot Projects</a:t>
            </a:r>
            <a:endParaRPr sz="1100"/>
          </a:p>
        </p:txBody>
      </p:sp>
      <p:sp>
        <p:nvSpPr>
          <p:cNvPr id="1922" name="Google Shape;1922;p47"/>
          <p:cNvSpPr txBox="1"/>
          <p:nvPr/>
        </p:nvSpPr>
        <p:spPr>
          <a:xfrm>
            <a:off x="7157596" y="2868071"/>
            <a:ext cx="1195800" cy="18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100">
                <a:solidFill>
                  <a:schemeClr val="lt1"/>
                </a:solidFill>
                <a:latin typeface="Quattrocento Sans"/>
                <a:ea typeface="Quattrocento Sans"/>
                <a:cs typeface="Quattrocento Sans"/>
                <a:sym typeface="Quattrocento Sans"/>
              </a:rPr>
              <a:t>Flare Intensity Reduction</a:t>
            </a:r>
            <a:endParaRPr sz="1100"/>
          </a:p>
        </p:txBody>
      </p:sp>
      <p:sp>
        <p:nvSpPr>
          <p:cNvPr id="1923" name="Google Shape;1923;p47"/>
          <p:cNvSpPr txBox="1"/>
          <p:nvPr/>
        </p:nvSpPr>
        <p:spPr>
          <a:xfrm>
            <a:off x="5193999" y="3125160"/>
            <a:ext cx="787800" cy="161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Stranded Gas</a:t>
            </a:r>
            <a:endParaRPr sz="1100"/>
          </a:p>
        </p:txBody>
      </p:sp>
      <p:sp>
        <p:nvSpPr>
          <p:cNvPr id="1924" name="Google Shape;1924;p47"/>
          <p:cNvSpPr txBox="1"/>
          <p:nvPr/>
        </p:nvSpPr>
        <p:spPr>
          <a:xfrm>
            <a:off x="7375964" y="3636225"/>
            <a:ext cx="668100" cy="323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Flare</a:t>
            </a:r>
            <a:endParaRPr sz="1100"/>
          </a:p>
          <a:p>
            <a:pPr indent="0" lvl="0" marL="0" marR="0" rtl="0" algn="r">
              <a:spcBef>
                <a:spcPts val="0"/>
              </a:spcBef>
              <a:spcAft>
                <a:spcPts val="0"/>
              </a:spcAft>
              <a:buNone/>
            </a:pPr>
            <a:r>
              <a:rPr lang="en-GB" sz="1100">
                <a:solidFill>
                  <a:schemeClr val="lt1"/>
                </a:solidFill>
                <a:latin typeface="Quattrocento Sans"/>
                <a:ea typeface="Quattrocento Sans"/>
                <a:cs typeface="Quattrocento Sans"/>
                <a:sym typeface="Quattrocento Sans"/>
              </a:rPr>
              <a:t>Mitigation</a:t>
            </a:r>
            <a:endParaRPr sz="1100"/>
          </a:p>
        </p:txBody>
      </p:sp>
      <p:sp>
        <p:nvSpPr>
          <p:cNvPr id="1925" name="Google Shape;1925;p47"/>
          <p:cNvSpPr txBox="1"/>
          <p:nvPr/>
        </p:nvSpPr>
        <p:spPr>
          <a:xfrm rot="-5400000">
            <a:off x="3702709" y="4117364"/>
            <a:ext cx="240600" cy="338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chemeClr val="dk1"/>
                </a:solidFill>
                <a:latin typeface="Quattrocento Sans"/>
                <a:ea typeface="Quattrocento Sans"/>
                <a:cs typeface="Quattrocento Sans"/>
                <a:sym typeface="Quattrocento Sans"/>
              </a:rPr>
              <a:t>Low</a:t>
            </a:r>
            <a:endParaRPr sz="1100"/>
          </a:p>
        </p:txBody>
      </p:sp>
      <p:sp>
        <p:nvSpPr>
          <p:cNvPr id="1926" name="Google Shape;1926;p47"/>
          <p:cNvSpPr txBox="1"/>
          <p:nvPr/>
        </p:nvSpPr>
        <p:spPr>
          <a:xfrm rot="-5400000">
            <a:off x="3590959" y="1126507"/>
            <a:ext cx="2946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GB" sz="1100">
                <a:solidFill>
                  <a:schemeClr val="dk1"/>
                </a:solidFill>
                <a:latin typeface="Quattrocento Sans"/>
                <a:ea typeface="Quattrocento Sans"/>
                <a:cs typeface="Quattrocento Sans"/>
                <a:sym typeface="Quattrocento Sans"/>
              </a:rPr>
              <a:t>High</a:t>
            </a:r>
            <a:endParaRPr sz="1100"/>
          </a:p>
        </p:txBody>
      </p:sp>
      <p:sp>
        <p:nvSpPr>
          <p:cNvPr id="1927" name="Google Shape;1927;p47"/>
          <p:cNvSpPr/>
          <p:nvPr/>
        </p:nvSpPr>
        <p:spPr>
          <a:xfrm>
            <a:off x="471790" y="1031318"/>
            <a:ext cx="2816400" cy="399900"/>
          </a:xfrm>
          <a:prstGeom prst="roundRect">
            <a:avLst>
              <a:gd fmla="val 13370" name="adj"/>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28" name="Google Shape;1928;p47"/>
          <p:cNvSpPr txBox="1"/>
          <p:nvPr/>
        </p:nvSpPr>
        <p:spPr>
          <a:xfrm>
            <a:off x="640683" y="1115764"/>
            <a:ext cx="2484900" cy="23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500">
                <a:solidFill>
                  <a:schemeClr val="lt1"/>
                </a:solidFill>
                <a:latin typeface="Quattrocento Sans"/>
                <a:ea typeface="Quattrocento Sans"/>
                <a:cs typeface="Quattrocento Sans"/>
                <a:sym typeface="Quattrocento Sans"/>
              </a:rPr>
              <a:t>Observation</a:t>
            </a:r>
            <a:endParaRPr sz="1100"/>
          </a:p>
        </p:txBody>
      </p:sp>
      <p:sp>
        <p:nvSpPr>
          <p:cNvPr id="1929" name="Google Shape;1929;p47"/>
          <p:cNvSpPr txBox="1"/>
          <p:nvPr/>
        </p:nvSpPr>
        <p:spPr>
          <a:xfrm>
            <a:off x="1333152" y="1791744"/>
            <a:ext cx="16779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Competitors solve one or more of these VP at different scales</a:t>
            </a:r>
            <a:endParaRPr sz="1100">
              <a:solidFill>
                <a:srgbClr val="3F3F3F"/>
              </a:solidFill>
              <a:latin typeface="Quattrocento Sans"/>
              <a:ea typeface="Quattrocento Sans"/>
              <a:cs typeface="Quattrocento Sans"/>
              <a:sym typeface="Quattrocento Sans"/>
            </a:endParaRPr>
          </a:p>
        </p:txBody>
      </p:sp>
      <p:sp>
        <p:nvSpPr>
          <p:cNvPr id="1930" name="Google Shape;1930;p47"/>
          <p:cNvSpPr/>
          <p:nvPr/>
        </p:nvSpPr>
        <p:spPr>
          <a:xfrm>
            <a:off x="764952" y="1845768"/>
            <a:ext cx="376800" cy="376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31" name="Google Shape;1931;p47"/>
          <p:cNvSpPr/>
          <p:nvPr/>
        </p:nvSpPr>
        <p:spPr>
          <a:xfrm>
            <a:off x="764952" y="3928413"/>
            <a:ext cx="376800" cy="376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32" name="Google Shape;1932;p47"/>
          <p:cNvSpPr txBox="1"/>
          <p:nvPr/>
        </p:nvSpPr>
        <p:spPr>
          <a:xfrm>
            <a:off x="1333152" y="3955181"/>
            <a:ext cx="1677900" cy="338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Most competitors are ESG/flare mitigation VPs</a:t>
            </a:r>
            <a:endParaRPr sz="1100">
              <a:solidFill>
                <a:srgbClr val="3F3F3F"/>
              </a:solidFill>
              <a:latin typeface="Quattrocento Sans"/>
              <a:ea typeface="Quattrocento Sans"/>
              <a:cs typeface="Quattrocento Sans"/>
              <a:sym typeface="Quattrocento Sans"/>
            </a:endParaRPr>
          </a:p>
        </p:txBody>
      </p:sp>
      <p:sp>
        <p:nvSpPr>
          <p:cNvPr id="1933" name="Google Shape;1933;p47"/>
          <p:cNvSpPr txBox="1"/>
          <p:nvPr/>
        </p:nvSpPr>
        <p:spPr>
          <a:xfrm>
            <a:off x="1333152" y="2485959"/>
            <a:ext cx="16779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Competitor business models are typically single project opportunities</a:t>
            </a:r>
            <a:endParaRPr sz="1100">
              <a:solidFill>
                <a:srgbClr val="3F3F3F"/>
              </a:solidFill>
              <a:latin typeface="Quattrocento Sans"/>
              <a:ea typeface="Quattrocento Sans"/>
              <a:cs typeface="Quattrocento Sans"/>
              <a:sym typeface="Quattrocento Sans"/>
            </a:endParaRPr>
          </a:p>
        </p:txBody>
      </p:sp>
      <p:sp>
        <p:nvSpPr>
          <p:cNvPr id="1934" name="Google Shape;1934;p47"/>
          <p:cNvSpPr/>
          <p:nvPr/>
        </p:nvSpPr>
        <p:spPr>
          <a:xfrm>
            <a:off x="764952" y="2539983"/>
            <a:ext cx="376800" cy="376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35" name="Google Shape;1935;p47"/>
          <p:cNvSpPr/>
          <p:nvPr/>
        </p:nvSpPr>
        <p:spPr>
          <a:xfrm>
            <a:off x="764952" y="3242613"/>
            <a:ext cx="376800" cy="376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36" name="Google Shape;1936;p47"/>
          <p:cNvSpPr txBox="1"/>
          <p:nvPr/>
        </p:nvSpPr>
        <p:spPr>
          <a:xfrm>
            <a:off x="1333152" y="3188590"/>
            <a:ext cx="1677900" cy="507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Scaling is typically done by geographic/location diversification</a:t>
            </a:r>
            <a:endParaRPr sz="1100">
              <a:solidFill>
                <a:srgbClr val="3F3F3F"/>
              </a:solidFill>
              <a:latin typeface="Quattrocento Sans"/>
              <a:ea typeface="Quattrocento Sans"/>
              <a:cs typeface="Quattrocento Sans"/>
              <a:sym typeface="Quattrocento Sans"/>
            </a:endParaRPr>
          </a:p>
        </p:txBody>
      </p:sp>
      <p:sp>
        <p:nvSpPr>
          <p:cNvPr id="1937" name="Google Shape;1937;p47"/>
          <p:cNvSpPr txBox="1"/>
          <p:nvPr/>
        </p:nvSpPr>
        <p:spPr>
          <a:xfrm>
            <a:off x="856347" y="1930244"/>
            <a:ext cx="194100" cy="20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400">
                <a:solidFill>
                  <a:schemeClr val="lt1"/>
                </a:solidFill>
                <a:latin typeface="Quattrocento Sans"/>
                <a:ea typeface="Quattrocento Sans"/>
                <a:cs typeface="Quattrocento Sans"/>
                <a:sym typeface="Quattrocento Sans"/>
              </a:rPr>
              <a:t>1</a:t>
            </a:r>
            <a:endParaRPr sz="1100"/>
          </a:p>
        </p:txBody>
      </p:sp>
      <p:sp>
        <p:nvSpPr>
          <p:cNvPr id="1938" name="Google Shape;1938;p47"/>
          <p:cNvSpPr txBox="1"/>
          <p:nvPr/>
        </p:nvSpPr>
        <p:spPr>
          <a:xfrm>
            <a:off x="856347" y="2630792"/>
            <a:ext cx="194100" cy="20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400">
                <a:solidFill>
                  <a:schemeClr val="lt1"/>
                </a:solidFill>
                <a:latin typeface="Quattrocento Sans"/>
                <a:ea typeface="Quattrocento Sans"/>
                <a:cs typeface="Quattrocento Sans"/>
                <a:sym typeface="Quattrocento Sans"/>
              </a:rPr>
              <a:t>2</a:t>
            </a:r>
            <a:endParaRPr sz="1100"/>
          </a:p>
        </p:txBody>
      </p:sp>
      <p:sp>
        <p:nvSpPr>
          <p:cNvPr id="1939" name="Google Shape;1939;p47"/>
          <p:cNvSpPr txBox="1"/>
          <p:nvPr/>
        </p:nvSpPr>
        <p:spPr>
          <a:xfrm>
            <a:off x="856347" y="3331341"/>
            <a:ext cx="194100" cy="20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400">
                <a:solidFill>
                  <a:schemeClr val="lt1"/>
                </a:solidFill>
                <a:latin typeface="Quattrocento Sans"/>
                <a:ea typeface="Quattrocento Sans"/>
                <a:cs typeface="Quattrocento Sans"/>
                <a:sym typeface="Quattrocento Sans"/>
              </a:rPr>
              <a:t>3</a:t>
            </a:r>
            <a:endParaRPr sz="1100"/>
          </a:p>
        </p:txBody>
      </p:sp>
      <p:sp>
        <p:nvSpPr>
          <p:cNvPr id="1940" name="Google Shape;1940;p47"/>
          <p:cNvSpPr txBox="1"/>
          <p:nvPr/>
        </p:nvSpPr>
        <p:spPr>
          <a:xfrm>
            <a:off x="856347" y="4009767"/>
            <a:ext cx="194100" cy="20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400">
                <a:solidFill>
                  <a:schemeClr val="lt1"/>
                </a:solidFill>
                <a:latin typeface="Quattrocento Sans"/>
                <a:ea typeface="Quattrocento Sans"/>
                <a:cs typeface="Quattrocento Sans"/>
                <a:sym typeface="Quattrocento Sans"/>
              </a:rPr>
              <a:t>4</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44" name="Shape 1944"/>
        <p:cNvGrpSpPr/>
        <p:nvPr/>
      </p:nvGrpSpPr>
      <p:grpSpPr>
        <a:xfrm>
          <a:off x="0" y="0"/>
          <a:ext cx="0" cy="0"/>
          <a:chOff x="0" y="0"/>
          <a:chExt cx="0" cy="0"/>
        </a:xfrm>
      </p:grpSpPr>
      <p:sp>
        <p:nvSpPr>
          <p:cNvPr id="1945" name="Google Shape;1945;p48"/>
          <p:cNvSpPr/>
          <p:nvPr/>
        </p:nvSpPr>
        <p:spPr>
          <a:xfrm>
            <a:off x="4094236" y="1038271"/>
            <a:ext cx="4512000" cy="3363900"/>
          </a:xfrm>
          <a:prstGeom prst="rect">
            <a:avLst/>
          </a:prstGeom>
          <a:solidFill>
            <a:schemeClr val="accent3"/>
          </a:solidFill>
          <a:ln>
            <a:noFill/>
          </a:ln>
          <a:effectLst>
            <a:outerShdw blurRad="428699" sx="109000" rotWithShape="0" algn="tr" sy="109000">
              <a:srgbClr val="000000">
                <a:alpha val="471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46" name="Google Shape;1946;p48"/>
          <p:cNvSpPr txBox="1"/>
          <p:nvPr/>
        </p:nvSpPr>
        <p:spPr>
          <a:xfrm>
            <a:off x="5040039" y="4661057"/>
            <a:ext cx="2598900" cy="1692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GB" sz="1100">
                <a:solidFill>
                  <a:schemeClr val="dk1"/>
                </a:solidFill>
                <a:latin typeface="Quattrocento Sans"/>
                <a:ea typeface="Quattrocento Sans"/>
                <a:cs typeface="Quattrocento Sans"/>
                <a:sym typeface="Quattrocento Sans"/>
              </a:rPr>
              <a:t>Off-grid Value Proposition</a:t>
            </a:r>
            <a:endParaRPr sz="1100"/>
          </a:p>
        </p:txBody>
      </p:sp>
      <p:grpSp>
        <p:nvGrpSpPr>
          <p:cNvPr id="1947" name="Google Shape;1947;p48"/>
          <p:cNvGrpSpPr/>
          <p:nvPr/>
        </p:nvGrpSpPr>
        <p:grpSpPr>
          <a:xfrm>
            <a:off x="4094262" y="1510889"/>
            <a:ext cx="4512003" cy="2418700"/>
            <a:chOff x="5601823" y="2076461"/>
            <a:chExt cx="6014400" cy="3224934"/>
          </a:xfrm>
        </p:grpSpPr>
        <p:cxnSp>
          <p:nvCxnSpPr>
            <p:cNvPr id="1948" name="Google Shape;1948;p48"/>
            <p:cNvCxnSpPr/>
            <p:nvPr/>
          </p:nvCxnSpPr>
          <p:spPr>
            <a:xfrm>
              <a:off x="5601823" y="2076461"/>
              <a:ext cx="6014400" cy="0"/>
            </a:xfrm>
            <a:prstGeom prst="straightConnector1">
              <a:avLst/>
            </a:prstGeom>
            <a:noFill/>
            <a:ln cap="flat" cmpd="sng" w="19050">
              <a:solidFill>
                <a:srgbClr val="D8D8D8"/>
              </a:solidFill>
              <a:prstDash val="solid"/>
              <a:round/>
              <a:headEnd len="sm" w="sm" type="none"/>
              <a:tailEnd len="sm" w="sm" type="none"/>
            </a:ln>
          </p:spPr>
        </p:cxnSp>
        <p:cxnSp>
          <p:nvCxnSpPr>
            <p:cNvPr id="1949" name="Google Shape;1949;p48"/>
            <p:cNvCxnSpPr/>
            <p:nvPr/>
          </p:nvCxnSpPr>
          <p:spPr>
            <a:xfrm>
              <a:off x="5601823" y="3151439"/>
              <a:ext cx="6014400" cy="0"/>
            </a:xfrm>
            <a:prstGeom prst="straightConnector1">
              <a:avLst/>
            </a:prstGeom>
            <a:noFill/>
            <a:ln cap="flat" cmpd="sng" w="19050">
              <a:solidFill>
                <a:srgbClr val="D8D8D8"/>
              </a:solidFill>
              <a:prstDash val="solid"/>
              <a:round/>
              <a:headEnd len="sm" w="sm" type="none"/>
              <a:tailEnd len="sm" w="sm" type="none"/>
            </a:ln>
          </p:spPr>
        </p:cxnSp>
        <p:cxnSp>
          <p:nvCxnSpPr>
            <p:cNvPr id="1950" name="Google Shape;1950;p48"/>
            <p:cNvCxnSpPr/>
            <p:nvPr/>
          </p:nvCxnSpPr>
          <p:spPr>
            <a:xfrm>
              <a:off x="5601823" y="4226417"/>
              <a:ext cx="6014400" cy="0"/>
            </a:xfrm>
            <a:prstGeom prst="straightConnector1">
              <a:avLst/>
            </a:prstGeom>
            <a:noFill/>
            <a:ln cap="flat" cmpd="sng" w="19050">
              <a:solidFill>
                <a:srgbClr val="D8D8D8"/>
              </a:solidFill>
              <a:prstDash val="solid"/>
              <a:round/>
              <a:headEnd len="sm" w="sm" type="none"/>
              <a:tailEnd len="sm" w="sm" type="none"/>
            </a:ln>
          </p:spPr>
        </p:cxnSp>
        <p:cxnSp>
          <p:nvCxnSpPr>
            <p:cNvPr id="1951" name="Google Shape;1951;p48"/>
            <p:cNvCxnSpPr/>
            <p:nvPr/>
          </p:nvCxnSpPr>
          <p:spPr>
            <a:xfrm>
              <a:off x="5601823" y="5301395"/>
              <a:ext cx="6014400" cy="0"/>
            </a:xfrm>
            <a:prstGeom prst="straightConnector1">
              <a:avLst/>
            </a:prstGeom>
            <a:noFill/>
            <a:ln cap="flat" cmpd="sng" w="19050">
              <a:solidFill>
                <a:srgbClr val="D8D8D8"/>
              </a:solidFill>
              <a:prstDash val="solid"/>
              <a:round/>
              <a:headEnd len="sm" w="sm" type="none"/>
              <a:tailEnd len="sm" w="sm" type="none"/>
            </a:ln>
          </p:spPr>
        </p:cxnSp>
      </p:grpSp>
      <p:grpSp>
        <p:nvGrpSpPr>
          <p:cNvPr id="1952" name="Google Shape;1952;p48"/>
          <p:cNvGrpSpPr/>
          <p:nvPr/>
        </p:nvGrpSpPr>
        <p:grpSpPr>
          <a:xfrm>
            <a:off x="7597169" y="1113588"/>
            <a:ext cx="936925" cy="936675"/>
            <a:chOff x="9780323" y="3562204"/>
            <a:chExt cx="1248900" cy="1248900"/>
          </a:xfrm>
        </p:grpSpPr>
        <p:sp>
          <p:nvSpPr>
            <p:cNvPr id="1953" name="Google Shape;1953;p48"/>
            <p:cNvSpPr/>
            <p:nvPr/>
          </p:nvSpPr>
          <p:spPr>
            <a:xfrm>
              <a:off x="9780323" y="3562204"/>
              <a:ext cx="1248900" cy="1248900"/>
            </a:xfrm>
            <a:prstGeom prst="ellipse">
              <a:avLst/>
            </a:prstGeom>
            <a:solidFill>
              <a:srgbClr val="91C3F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54" name="Google Shape;1954;p48"/>
            <p:cNvSpPr txBox="1"/>
            <p:nvPr/>
          </p:nvSpPr>
          <p:spPr>
            <a:xfrm>
              <a:off x="9924339" y="4104028"/>
              <a:ext cx="1008000" cy="180600"/>
            </a:xfrm>
            <a:prstGeom prst="rect">
              <a:avLst/>
            </a:prstGeom>
            <a:noFill/>
            <a:ln>
              <a:noFill/>
            </a:ln>
          </p:spPr>
          <p:txBody>
            <a:bodyPr anchorCtr="0" anchor="ctr" bIns="0" lIns="0" spcFirstLastPara="1" rIns="0" wrap="square" tIns="0">
              <a:sp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10NetZero</a:t>
              </a:r>
              <a:endParaRPr sz="1100">
                <a:solidFill>
                  <a:schemeClr val="lt1"/>
                </a:solidFill>
                <a:latin typeface="Quattrocento Sans"/>
                <a:ea typeface="Quattrocento Sans"/>
                <a:cs typeface="Quattrocento Sans"/>
                <a:sym typeface="Quattrocento Sans"/>
              </a:endParaRPr>
            </a:p>
          </p:txBody>
        </p:sp>
      </p:grpSp>
      <p:grpSp>
        <p:nvGrpSpPr>
          <p:cNvPr id="1955" name="Google Shape;1955;p48"/>
          <p:cNvGrpSpPr/>
          <p:nvPr/>
        </p:nvGrpSpPr>
        <p:grpSpPr>
          <a:xfrm>
            <a:off x="7219029" y="2679762"/>
            <a:ext cx="751475" cy="751275"/>
            <a:chOff x="10016540" y="1727591"/>
            <a:chExt cx="1001700" cy="1001700"/>
          </a:xfrm>
        </p:grpSpPr>
        <p:sp>
          <p:nvSpPr>
            <p:cNvPr id="1956" name="Google Shape;1956;p48"/>
            <p:cNvSpPr/>
            <p:nvPr/>
          </p:nvSpPr>
          <p:spPr>
            <a:xfrm>
              <a:off x="10016540" y="1727591"/>
              <a:ext cx="1001700" cy="10017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57" name="Google Shape;1957;p48"/>
            <p:cNvSpPr txBox="1"/>
            <p:nvPr/>
          </p:nvSpPr>
          <p:spPr>
            <a:xfrm>
              <a:off x="10107236" y="2056019"/>
              <a:ext cx="820200" cy="361200"/>
            </a:xfrm>
            <a:prstGeom prst="rect">
              <a:avLst/>
            </a:prstGeom>
            <a:noFill/>
            <a:ln>
              <a:noFill/>
            </a:ln>
          </p:spPr>
          <p:txBody>
            <a:bodyPr anchorCtr="0" anchor="ctr" bIns="0" lIns="0" spcFirstLastPara="1" rIns="0" wrap="square" tIns="0">
              <a:sp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360 Energy</a:t>
              </a:r>
              <a:endParaRPr sz="1100">
                <a:solidFill>
                  <a:schemeClr val="lt1"/>
                </a:solidFill>
                <a:latin typeface="Quattrocento Sans"/>
                <a:ea typeface="Quattrocento Sans"/>
                <a:cs typeface="Quattrocento Sans"/>
                <a:sym typeface="Quattrocento Sans"/>
              </a:endParaRPr>
            </a:p>
          </p:txBody>
        </p:sp>
      </p:grpSp>
      <p:grpSp>
        <p:nvGrpSpPr>
          <p:cNvPr id="1958" name="Google Shape;1958;p48"/>
          <p:cNvGrpSpPr/>
          <p:nvPr/>
        </p:nvGrpSpPr>
        <p:grpSpPr>
          <a:xfrm>
            <a:off x="5868521" y="3435846"/>
            <a:ext cx="726269" cy="726075"/>
            <a:chOff x="8519819" y="2363211"/>
            <a:chExt cx="968100" cy="968100"/>
          </a:xfrm>
        </p:grpSpPr>
        <p:sp>
          <p:nvSpPr>
            <p:cNvPr id="1959" name="Google Shape;1959;p48"/>
            <p:cNvSpPr/>
            <p:nvPr/>
          </p:nvSpPr>
          <p:spPr>
            <a:xfrm>
              <a:off x="8519819" y="2363211"/>
              <a:ext cx="968100" cy="968100"/>
            </a:xfrm>
            <a:prstGeom prst="ellipse">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60" name="Google Shape;1960;p48"/>
            <p:cNvSpPr txBox="1"/>
            <p:nvPr/>
          </p:nvSpPr>
          <p:spPr>
            <a:xfrm>
              <a:off x="8589649" y="2773500"/>
              <a:ext cx="820200" cy="180600"/>
            </a:xfrm>
            <a:prstGeom prst="rect">
              <a:avLst/>
            </a:prstGeom>
            <a:noFill/>
            <a:ln>
              <a:noFill/>
            </a:ln>
          </p:spPr>
          <p:txBody>
            <a:bodyPr anchorCtr="0" anchor="ctr" bIns="0" lIns="0" spcFirstLastPara="1" rIns="0" wrap="square" tIns="0">
              <a:sp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NGON</a:t>
              </a:r>
              <a:endParaRPr sz="1100"/>
            </a:p>
          </p:txBody>
        </p:sp>
      </p:grpSp>
      <p:grpSp>
        <p:nvGrpSpPr>
          <p:cNvPr id="1961" name="Google Shape;1961;p48"/>
          <p:cNvGrpSpPr/>
          <p:nvPr/>
        </p:nvGrpSpPr>
        <p:grpSpPr>
          <a:xfrm>
            <a:off x="4193894" y="1815666"/>
            <a:ext cx="451695" cy="451575"/>
            <a:chOff x="7465653" y="4935621"/>
            <a:chExt cx="602100" cy="602100"/>
          </a:xfrm>
        </p:grpSpPr>
        <p:sp>
          <p:nvSpPr>
            <p:cNvPr id="1962" name="Google Shape;1962;p48"/>
            <p:cNvSpPr/>
            <p:nvPr/>
          </p:nvSpPr>
          <p:spPr>
            <a:xfrm>
              <a:off x="7465653" y="4935621"/>
              <a:ext cx="602100" cy="602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63" name="Google Shape;1963;p48"/>
            <p:cNvSpPr txBox="1"/>
            <p:nvPr/>
          </p:nvSpPr>
          <p:spPr>
            <a:xfrm>
              <a:off x="7491201" y="5150527"/>
              <a:ext cx="551100" cy="361200"/>
            </a:xfrm>
            <a:prstGeom prst="rect">
              <a:avLst/>
            </a:prstGeom>
            <a:noFill/>
            <a:ln>
              <a:noFill/>
            </a:ln>
          </p:spPr>
          <p:txBody>
            <a:bodyPr anchorCtr="0" anchor="ctr" bIns="0" lIns="0" spcFirstLastPara="1" rIns="0" wrap="square" tIns="0">
              <a:sp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Crusoe</a:t>
              </a:r>
              <a:endParaRPr sz="1100">
                <a:solidFill>
                  <a:schemeClr val="lt1"/>
                </a:solidFill>
                <a:latin typeface="Quattrocento Sans"/>
                <a:ea typeface="Quattrocento Sans"/>
                <a:cs typeface="Quattrocento Sans"/>
                <a:sym typeface="Quattrocento Sans"/>
              </a:endParaRPr>
            </a:p>
          </p:txBody>
        </p:sp>
      </p:grpSp>
      <p:sp>
        <p:nvSpPr>
          <p:cNvPr id="1964" name="Google Shape;1964;p48"/>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Competitor </a:t>
            </a:r>
            <a:r>
              <a:rPr lang="en-GB">
                <a:solidFill>
                  <a:schemeClr val="accent3"/>
                </a:solidFill>
              </a:rPr>
              <a:t>Segmentation</a:t>
            </a:r>
            <a:r>
              <a:rPr lang="en-GB"/>
              <a:t> (2)</a:t>
            </a:r>
            <a:endParaRPr>
              <a:latin typeface="Quattrocento Sans"/>
              <a:ea typeface="Quattrocento Sans"/>
              <a:cs typeface="Quattrocento Sans"/>
              <a:sym typeface="Quattrocento Sans"/>
            </a:endParaRPr>
          </a:p>
        </p:txBody>
      </p:sp>
      <p:sp>
        <p:nvSpPr>
          <p:cNvPr id="1965" name="Google Shape;1965;p48"/>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lnSpcReduction="10000"/>
          </a:bodyPr>
          <a:lstStyle/>
          <a:p>
            <a:pPr indent="0" lvl="0" marL="0" rtl="0" algn="l">
              <a:spcBef>
                <a:spcPts val="0"/>
              </a:spcBef>
              <a:spcAft>
                <a:spcPts val="0"/>
              </a:spcAft>
              <a:buClr>
                <a:schemeClr val="dk1"/>
              </a:buClr>
              <a:buSzPts val="1800"/>
              <a:buNone/>
            </a:pPr>
            <a:r>
              <a:rPr lang="en-GB"/>
              <a:t>Scale vs Value Proposition </a:t>
            </a:r>
            <a:endParaRPr/>
          </a:p>
          <a:p>
            <a:pPr indent="0" lvl="0" marL="0" rtl="0" algn="l">
              <a:spcBef>
                <a:spcPts val="400"/>
              </a:spcBef>
              <a:spcAft>
                <a:spcPts val="0"/>
              </a:spcAft>
              <a:buClr>
                <a:schemeClr val="dk1"/>
              </a:buClr>
              <a:buSzPts val="1800"/>
              <a:buNone/>
            </a:pPr>
            <a:r>
              <a:t/>
            </a:r>
            <a:endParaRPr/>
          </a:p>
        </p:txBody>
      </p:sp>
      <p:cxnSp>
        <p:nvCxnSpPr>
          <p:cNvPr id="1966" name="Google Shape;1966;p48"/>
          <p:cNvCxnSpPr/>
          <p:nvPr/>
        </p:nvCxnSpPr>
        <p:spPr>
          <a:xfrm>
            <a:off x="3946283" y="1043075"/>
            <a:ext cx="0" cy="3363900"/>
          </a:xfrm>
          <a:prstGeom prst="straightConnector1">
            <a:avLst/>
          </a:prstGeom>
          <a:noFill/>
          <a:ln cap="flat" cmpd="sng" w="14300">
            <a:solidFill>
              <a:srgbClr val="7F7F7F"/>
            </a:solidFill>
            <a:prstDash val="solid"/>
            <a:round/>
            <a:headEnd len="med" w="med" type="triangle"/>
            <a:tailEnd len="med" w="med" type="triangle"/>
          </a:ln>
        </p:spPr>
      </p:cxnSp>
      <p:cxnSp>
        <p:nvCxnSpPr>
          <p:cNvPr id="1967" name="Google Shape;1967;p48"/>
          <p:cNvCxnSpPr/>
          <p:nvPr/>
        </p:nvCxnSpPr>
        <p:spPr>
          <a:xfrm>
            <a:off x="4109407" y="4557605"/>
            <a:ext cx="4484400" cy="0"/>
          </a:xfrm>
          <a:prstGeom prst="straightConnector1">
            <a:avLst/>
          </a:prstGeom>
          <a:noFill/>
          <a:ln cap="flat" cmpd="sng" w="14300">
            <a:solidFill>
              <a:srgbClr val="7F7F7F"/>
            </a:solidFill>
            <a:prstDash val="solid"/>
            <a:round/>
            <a:headEnd len="med" w="med" type="triangle"/>
            <a:tailEnd len="med" w="med" type="triangle"/>
          </a:ln>
        </p:spPr>
      </p:cxnSp>
      <p:sp>
        <p:nvSpPr>
          <p:cNvPr id="1968" name="Google Shape;1968;p48"/>
          <p:cNvSpPr txBox="1"/>
          <p:nvPr/>
        </p:nvSpPr>
        <p:spPr>
          <a:xfrm>
            <a:off x="4109399" y="4678425"/>
            <a:ext cx="3333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chemeClr val="dk1"/>
                </a:solidFill>
                <a:latin typeface="Quattrocento Sans"/>
                <a:ea typeface="Quattrocento Sans"/>
                <a:cs typeface="Quattrocento Sans"/>
                <a:sym typeface="Quattrocento Sans"/>
              </a:rPr>
              <a:t>Low</a:t>
            </a:r>
            <a:endParaRPr sz="1100"/>
          </a:p>
        </p:txBody>
      </p:sp>
      <p:sp>
        <p:nvSpPr>
          <p:cNvPr id="1969" name="Google Shape;1969;p48"/>
          <p:cNvSpPr txBox="1"/>
          <p:nvPr/>
        </p:nvSpPr>
        <p:spPr>
          <a:xfrm>
            <a:off x="8260351" y="4678419"/>
            <a:ext cx="3333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GB" sz="1100">
                <a:solidFill>
                  <a:schemeClr val="dk1"/>
                </a:solidFill>
                <a:latin typeface="Quattrocento Sans"/>
                <a:ea typeface="Quattrocento Sans"/>
                <a:cs typeface="Quattrocento Sans"/>
                <a:sym typeface="Quattrocento Sans"/>
              </a:rPr>
              <a:t>High</a:t>
            </a:r>
            <a:endParaRPr sz="1100"/>
          </a:p>
        </p:txBody>
      </p:sp>
      <p:sp>
        <p:nvSpPr>
          <p:cNvPr id="1970" name="Google Shape;1970;p48"/>
          <p:cNvSpPr txBox="1"/>
          <p:nvPr/>
        </p:nvSpPr>
        <p:spPr>
          <a:xfrm rot="-5400000">
            <a:off x="3702709" y="4117364"/>
            <a:ext cx="240600" cy="338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chemeClr val="dk1"/>
                </a:solidFill>
                <a:latin typeface="Quattrocento Sans"/>
                <a:ea typeface="Quattrocento Sans"/>
                <a:cs typeface="Quattrocento Sans"/>
                <a:sym typeface="Quattrocento Sans"/>
              </a:rPr>
              <a:t>Low</a:t>
            </a:r>
            <a:endParaRPr sz="1100"/>
          </a:p>
        </p:txBody>
      </p:sp>
      <p:sp>
        <p:nvSpPr>
          <p:cNvPr id="1971" name="Google Shape;1971;p48"/>
          <p:cNvSpPr txBox="1"/>
          <p:nvPr/>
        </p:nvSpPr>
        <p:spPr>
          <a:xfrm rot="-5400000">
            <a:off x="3590959" y="1126507"/>
            <a:ext cx="2946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GB" sz="1100">
                <a:solidFill>
                  <a:schemeClr val="dk1"/>
                </a:solidFill>
                <a:latin typeface="Quattrocento Sans"/>
                <a:ea typeface="Quattrocento Sans"/>
                <a:cs typeface="Quattrocento Sans"/>
                <a:sym typeface="Quattrocento Sans"/>
              </a:rPr>
              <a:t>High</a:t>
            </a:r>
            <a:endParaRPr sz="1100"/>
          </a:p>
        </p:txBody>
      </p:sp>
      <p:sp>
        <p:nvSpPr>
          <p:cNvPr id="1972" name="Google Shape;1972;p48"/>
          <p:cNvSpPr txBox="1"/>
          <p:nvPr/>
        </p:nvSpPr>
        <p:spPr>
          <a:xfrm rot="-5400000">
            <a:off x="2439258" y="2632751"/>
            <a:ext cx="2598000" cy="1692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GB" sz="1100">
                <a:solidFill>
                  <a:schemeClr val="dk1"/>
                </a:solidFill>
                <a:latin typeface="Quattrocento Sans"/>
                <a:ea typeface="Quattrocento Sans"/>
                <a:cs typeface="Quattrocento Sans"/>
                <a:sym typeface="Quattrocento Sans"/>
              </a:rPr>
              <a:t>Scale (Mcf/d)</a:t>
            </a:r>
            <a:endParaRPr sz="1100"/>
          </a:p>
        </p:txBody>
      </p:sp>
      <p:sp>
        <p:nvSpPr>
          <p:cNvPr id="1973" name="Google Shape;1973;p48"/>
          <p:cNvSpPr/>
          <p:nvPr/>
        </p:nvSpPr>
        <p:spPr>
          <a:xfrm>
            <a:off x="471790" y="1604378"/>
            <a:ext cx="2824500" cy="3142200"/>
          </a:xfrm>
          <a:prstGeom prst="roundRect">
            <a:avLst>
              <a:gd fmla="val 2595" name="adj"/>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74" name="Google Shape;1974;p48"/>
          <p:cNvSpPr/>
          <p:nvPr/>
        </p:nvSpPr>
        <p:spPr>
          <a:xfrm>
            <a:off x="471790" y="1031318"/>
            <a:ext cx="2816400" cy="399900"/>
          </a:xfrm>
          <a:prstGeom prst="roundRect">
            <a:avLst>
              <a:gd fmla="val 13370" name="adj"/>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75" name="Google Shape;1975;p48"/>
          <p:cNvSpPr txBox="1"/>
          <p:nvPr/>
        </p:nvSpPr>
        <p:spPr>
          <a:xfrm>
            <a:off x="640683" y="1115764"/>
            <a:ext cx="2484900" cy="230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500">
                <a:solidFill>
                  <a:schemeClr val="lt1"/>
                </a:solidFill>
                <a:latin typeface="Quattrocento Sans"/>
                <a:ea typeface="Quattrocento Sans"/>
                <a:cs typeface="Quattrocento Sans"/>
                <a:sym typeface="Quattrocento Sans"/>
              </a:rPr>
              <a:t>Observation</a:t>
            </a:r>
            <a:endParaRPr sz="1100"/>
          </a:p>
        </p:txBody>
      </p:sp>
      <p:sp>
        <p:nvSpPr>
          <p:cNvPr id="1976" name="Google Shape;1976;p48"/>
          <p:cNvSpPr txBox="1"/>
          <p:nvPr/>
        </p:nvSpPr>
        <p:spPr>
          <a:xfrm>
            <a:off x="1333152" y="1757120"/>
            <a:ext cx="1677900" cy="554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900">
                <a:solidFill>
                  <a:srgbClr val="3F3F3F"/>
                </a:solidFill>
                <a:latin typeface="Quattrocento Sans"/>
                <a:ea typeface="Quattrocento Sans"/>
                <a:cs typeface="Quattrocento Sans"/>
                <a:sym typeface="Quattrocento Sans"/>
              </a:rPr>
              <a:t>Crusoe: although having the most market share, has pivoted – current business model does not focus on off-grid. </a:t>
            </a:r>
            <a:endParaRPr sz="900">
              <a:solidFill>
                <a:srgbClr val="3F3F3F"/>
              </a:solidFill>
              <a:latin typeface="Quattrocento Sans"/>
              <a:ea typeface="Quattrocento Sans"/>
              <a:cs typeface="Quattrocento Sans"/>
              <a:sym typeface="Quattrocento Sans"/>
            </a:endParaRPr>
          </a:p>
        </p:txBody>
      </p:sp>
      <p:sp>
        <p:nvSpPr>
          <p:cNvPr id="1977" name="Google Shape;1977;p48"/>
          <p:cNvSpPr/>
          <p:nvPr/>
        </p:nvSpPr>
        <p:spPr>
          <a:xfrm>
            <a:off x="764952" y="1845768"/>
            <a:ext cx="376800" cy="376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78" name="Google Shape;1978;p48"/>
          <p:cNvSpPr/>
          <p:nvPr/>
        </p:nvSpPr>
        <p:spPr>
          <a:xfrm>
            <a:off x="764952" y="3928413"/>
            <a:ext cx="376800" cy="376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79" name="Google Shape;1979;p48"/>
          <p:cNvSpPr txBox="1"/>
          <p:nvPr/>
        </p:nvSpPr>
        <p:spPr>
          <a:xfrm>
            <a:off x="1333152" y="3839765"/>
            <a:ext cx="1677900" cy="554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900">
                <a:solidFill>
                  <a:srgbClr val="3F3F3F"/>
                </a:solidFill>
                <a:latin typeface="Quattrocento Sans"/>
                <a:ea typeface="Quattrocento Sans"/>
                <a:cs typeface="Quattrocento Sans"/>
                <a:sym typeface="Quattrocento Sans"/>
              </a:rPr>
              <a:t>10NetZero: Low-cost leader, scalable business model, best VP fit. Strategic partnership reduces risk </a:t>
            </a:r>
            <a:endParaRPr sz="900">
              <a:solidFill>
                <a:srgbClr val="3F3F3F"/>
              </a:solidFill>
              <a:latin typeface="Quattrocento Sans"/>
              <a:ea typeface="Quattrocento Sans"/>
              <a:cs typeface="Quattrocento Sans"/>
              <a:sym typeface="Quattrocento Sans"/>
            </a:endParaRPr>
          </a:p>
        </p:txBody>
      </p:sp>
      <p:sp>
        <p:nvSpPr>
          <p:cNvPr id="1980" name="Google Shape;1980;p48"/>
          <p:cNvSpPr txBox="1"/>
          <p:nvPr/>
        </p:nvSpPr>
        <p:spPr>
          <a:xfrm>
            <a:off x="1333152" y="2451335"/>
            <a:ext cx="1677900" cy="554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900">
                <a:solidFill>
                  <a:srgbClr val="3F3F3F"/>
                </a:solidFill>
                <a:latin typeface="Quattrocento Sans"/>
                <a:ea typeface="Quattrocento Sans"/>
                <a:cs typeface="Quattrocento Sans"/>
                <a:sym typeface="Quattrocento Sans"/>
              </a:rPr>
              <a:t>NGON: business model is focused on flare mitigation – hard to scale. Partnered with MARA to develop 25MW </a:t>
            </a:r>
            <a:endParaRPr sz="900">
              <a:solidFill>
                <a:srgbClr val="3F3F3F"/>
              </a:solidFill>
              <a:latin typeface="Quattrocento Sans"/>
              <a:ea typeface="Quattrocento Sans"/>
              <a:cs typeface="Quattrocento Sans"/>
              <a:sym typeface="Quattrocento Sans"/>
            </a:endParaRPr>
          </a:p>
        </p:txBody>
      </p:sp>
      <p:sp>
        <p:nvSpPr>
          <p:cNvPr id="1981" name="Google Shape;1981;p48"/>
          <p:cNvSpPr/>
          <p:nvPr/>
        </p:nvSpPr>
        <p:spPr>
          <a:xfrm>
            <a:off x="764952" y="2539983"/>
            <a:ext cx="376800" cy="376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82" name="Google Shape;1982;p48"/>
          <p:cNvSpPr/>
          <p:nvPr/>
        </p:nvSpPr>
        <p:spPr>
          <a:xfrm>
            <a:off x="764952" y="3242613"/>
            <a:ext cx="376800" cy="3768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83" name="Google Shape;1983;p48"/>
          <p:cNvSpPr txBox="1"/>
          <p:nvPr/>
        </p:nvSpPr>
        <p:spPr>
          <a:xfrm>
            <a:off x="1333152" y="3084716"/>
            <a:ext cx="1677900" cy="5541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900">
                <a:solidFill>
                  <a:srgbClr val="3F3F3F"/>
                </a:solidFill>
                <a:latin typeface="Quattrocento Sans"/>
                <a:ea typeface="Quattrocento Sans"/>
                <a:cs typeface="Quattrocento Sans"/>
                <a:sym typeface="Quattrocento Sans"/>
              </a:rPr>
              <a:t>360 Energy – part of Haliburton Labs. Business model is consultancy, helping others build off-grid + APEX Rentals &amp; Hosting</a:t>
            </a:r>
            <a:endParaRPr sz="900">
              <a:solidFill>
                <a:srgbClr val="3F3F3F"/>
              </a:solidFill>
              <a:latin typeface="Quattrocento Sans"/>
              <a:ea typeface="Quattrocento Sans"/>
              <a:cs typeface="Quattrocento Sans"/>
              <a:sym typeface="Quattrocento Sans"/>
            </a:endParaRPr>
          </a:p>
        </p:txBody>
      </p:sp>
      <p:sp>
        <p:nvSpPr>
          <p:cNvPr id="1984" name="Google Shape;1984;p48"/>
          <p:cNvSpPr txBox="1"/>
          <p:nvPr/>
        </p:nvSpPr>
        <p:spPr>
          <a:xfrm>
            <a:off x="856347" y="1930244"/>
            <a:ext cx="194100" cy="20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400">
                <a:solidFill>
                  <a:schemeClr val="lt1"/>
                </a:solidFill>
                <a:latin typeface="Quattrocento Sans"/>
                <a:ea typeface="Quattrocento Sans"/>
                <a:cs typeface="Quattrocento Sans"/>
                <a:sym typeface="Quattrocento Sans"/>
              </a:rPr>
              <a:t>1</a:t>
            </a:r>
            <a:endParaRPr sz="1100"/>
          </a:p>
        </p:txBody>
      </p:sp>
      <p:sp>
        <p:nvSpPr>
          <p:cNvPr id="1985" name="Google Shape;1985;p48"/>
          <p:cNvSpPr txBox="1"/>
          <p:nvPr/>
        </p:nvSpPr>
        <p:spPr>
          <a:xfrm>
            <a:off x="856347" y="2630792"/>
            <a:ext cx="194100" cy="20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400">
                <a:solidFill>
                  <a:schemeClr val="lt1"/>
                </a:solidFill>
                <a:latin typeface="Quattrocento Sans"/>
                <a:ea typeface="Quattrocento Sans"/>
                <a:cs typeface="Quattrocento Sans"/>
                <a:sym typeface="Quattrocento Sans"/>
              </a:rPr>
              <a:t>2</a:t>
            </a:r>
            <a:endParaRPr sz="1100"/>
          </a:p>
        </p:txBody>
      </p:sp>
      <p:sp>
        <p:nvSpPr>
          <p:cNvPr id="1986" name="Google Shape;1986;p48"/>
          <p:cNvSpPr txBox="1"/>
          <p:nvPr/>
        </p:nvSpPr>
        <p:spPr>
          <a:xfrm>
            <a:off x="856347" y="3331341"/>
            <a:ext cx="194100" cy="20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400">
                <a:solidFill>
                  <a:schemeClr val="lt1"/>
                </a:solidFill>
                <a:latin typeface="Quattrocento Sans"/>
                <a:ea typeface="Quattrocento Sans"/>
                <a:cs typeface="Quattrocento Sans"/>
                <a:sym typeface="Quattrocento Sans"/>
              </a:rPr>
              <a:t>3</a:t>
            </a:r>
            <a:endParaRPr sz="1100"/>
          </a:p>
        </p:txBody>
      </p:sp>
      <p:sp>
        <p:nvSpPr>
          <p:cNvPr id="1987" name="Google Shape;1987;p48"/>
          <p:cNvSpPr txBox="1"/>
          <p:nvPr/>
        </p:nvSpPr>
        <p:spPr>
          <a:xfrm>
            <a:off x="856347" y="4009767"/>
            <a:ext cx="194100" cy="20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1400">
                <a:solidFill>
                  <a:schemeClr val="lt1"/>
                </a:solidFill>
                <a:latin typeface="Quattrocento Sans"/>
                <a:ea typeface="Quattrocento Sans"/>
                <a:cs typeface="Quattrocento Sans"/>
                <a:sym typeface="Quattrocento Sans"/>
              </a:rPr>
              <a:t>4</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91" name="Shape 1991"/>
        <p:cNvGrpSpPr/>
        <p:nvPr/>
      </p:nvGrpSpPr>
      <p:grpSpPr>
        <a:xfrm>
          <a:off x="0" y="0"/>
          <a:ext cx="0" cy="0"/>
          <a:chOff x="0" y="0"/>
          <a:chExt cx="0" cy="0"/>
        </a:xfrm>
      </p:grpSpPr>
      <p:sp>
        <p:nvSpPr>
          <p:cNvPr id="1992" name="Google Shape;1992;p49"/>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Competitor </a:t>
            </a:r>
            <a:r>
              <a:rPr lang="en-GB">
                <a:solidFill>
                  <a:schemeClr val="accent3"/>
                </a:solidFill>
              </a:rPr>
              <a:t>Segmentation</a:t>
            </a:r>
            <a:r>
              <a:rPr lang="en-GB"/>
              <a:t> (3)</a:t>
            </a:r>
            <a:endParaRPr>
              <a:latin typeface="Quattrocento Sans"/>
              <a:ea typeface="Quattrocento Sans"/>
              <a:cs typeface="Quattrocento Sans"/>
              <a:sym typeface="Quattrocento Sans"/>
            </a:endParaRPr>
          </a:p>
        </p:txBody>
      </p:sp>
      <p:sp>
        <p:nvSpPr>
          <p:cNvPr id="1993" name="Google Shape;1993;p49"/>
          <p:cNvSpPr/>
          <p:nvPr/>
        </p:nvSpPr>
        <p:spPr>
          <a:xfrm>
            <a:off x="1752008" y="837123"/>
            <a:ext cx="5640000" cy="4072200"/>
          </a:xfrm>
          <a:prstGeom prst="ellipse">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94" name="Google Shape;1994;p49"/>
          <p:cNvSpPr/>
          <p:nvPr/>
        </p:nvSpPr>
        <p:spPr>
          <a:xfrm>
            <a:off x="2659400" y="1492292"/>
            <a:ext cx="3825000" cy="2761800"/>
          </a:xfrm>
          <a:prstGeom prst="ellipse">
            <a:avLst/>
          </a:prstGeom>
          <a:solidFill>
            <a:schemeClr val="accent4"/>
          </a:solidFill>
          <a:ln>
            <a:noFill/>
          </a:ln>
          <a:effectLst>
            <a:outerShdw blurRad="428699" rotWithShape="0" algn="tr" dir="8100000" dist="333433">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1995" name="Google Shape;1995;p49"/>
          <p:cNvSpPr/>
          <p:nvPr/>
        </p:nvSpPr>
        <p:spPr>
          <a:xfrm>
            <a:off x="3323078" y="1971490"/>
            <a:ext cx="2497800" cy="1803600"/>
          </a:xfrm>
          <a:prstGeom prst="ellipse">
            <a:avLst/>
          </a:prstGeom>
          <a:solidFill>
            <a:schemeClr val="accent3"/>
          </a:solidFill>
          <a:ln>
            <a:noFill/>
          </a:ln>
          <a:effectLst>
            <a:outerShdw blurRad="428699" rotWithShape="0" algn="tr" dir="8100000" dist="333433">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cxnSp>
        <p:nvCxnSpPr>
          <p:cNvPr id="1996" name="Google Shape;1996;p49"/>
          <p:cNvCxnSpPr/>
          <p:nvPr/>
        </p:nvCxnSpPr>
        <p:spPr>
          <a:xfrm>
            <a:off x="4572000" y="2079878"/>
            <a:ext cx="0" cy="1586700"/>
          </a:xfrm>
          <a:prstGeom prst="straightConnector1">
            <a:avLst/>
          </a:prstGeom>
          <a:noFill/>
          <a:ln cap="rnd" cmpd="sng" w="19050">
            <a:solidFill>
              <a:schemeClr val="lt1"/>
            </a:solidFill>
            <a:prstDash val="solid"/>
            <a:round/>
            <a:headEnd len="sm" w="sm" type="none"/>
            <a:tailEnd len="sm" w="sm" type="none"/>
          </a:ln>
        </p:spPr>
      </p:cxnSp>
      <p:cxnSp>
        <p:nvCxnSpPr>
          <p:cNvPr id="1997" name="Google Shape;1997;p49"/>
          <p:cNvCxnSpPr/>
          <p:nvPr/>
        </p:nvCxnSpPr>
        <p:spPr>
          <a:xfrm>
            <a:off x="3429931" y="2873254"/>
            <a:ext cx="2284200" cy="0"/>
          </a:xfrm>
          <a:prstGeom prst="straightConnector1">
            <a:avLst/>
          </a:prstGeom>
          <a:noFill/>
          <a:ln cap="rnd" cmpd="sng" w="19050">
            <a:solidFill>
              <a:schemeClr val="lt1"/>
            </a:solidFill>
            <a:prstDash val="solid"/>
            <a:round/>
            <a:headEnd len="sm" w="sm" type="none"/>
            <a:tailEnd len="sm" w="sm" type="none"/>
          </a:ln>
        </p:spPr>
      </p:cxnSp>
      <p:sp>
        <p:nvSpPr>
          <p:cNvPr id="1998" name="Google Shape;1998;p49"/>
          <p:cNvSpPr txBox="1"/>
          <p:nvPr/>
        </p:nvSpPr>
        <p:spPr>
          <a:xfrm>
            <a:off x="2051068" y="3439477"/>
            <a:ext cx="758100" cy="2586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Grid Tie-in</a:t>
            </a:r>
            <a:endParaRPr sz="1100">
              <a:solidFill>
                <a:schemeClr val="lt1"/>
              </a:solidFill>
              <a:latin typeface="Quattrocento Sans"/>
              <a:ea typeface="Quattrocento Sans"/>
              <a:cs typeface="Quattrocento Sans"/>
              <a:sym typeface="Quattrocento Sans"/>
            </a:endParaRPr>
          </a:p>
        </p:txBody>
      </p:sp>
      <p:cxnSp>
        <p:nvCxnSpPr>
          <p:cNvPr id="1999" name="Google Shape;1999;p49"/>
          <p:cNvCxnSpPr/>
          <p:nvPr/>
        </p:nvCxnSpPr>
        <p:spPr>
          <a:xfrm>
            <a:off x="3769528" y="2303755"/>
            <a:ext cx="1600500" cy="1132500"/>
          </a:xfrm>
          <a:prstGeom prst="straightConnector1">
            <a:avLst/>
          </a:prstGeom>
          <a:noFill/>
          <a:ln cap="rnd" cmpd="sng" w="19050">
            <a:solidFill>
              <a:schemeClr val="lt1"/>
            </a:solidFill>
            <a:prstDash val="solid"/>
            <a:round/>
            <a:headEnd len="sm" w="sm" type="none"/>
            <a:tailEnd len="sm" w="sm" type="none"/>
          </a:ln>
        </p:spPr>
      </p:cxnSp>
      <p:sp>
        <p:nvSpPr>
          <p:cNvPr id="2000" name="Google Shape;2000;p49"/>
          <p:cNvSpPr/>
          <p:nvPr/>
        </p:nvSpPr>
        <p:spPr>
          <a:xfrm>
            <a:off x="3769528" y="2687370"/>
            <a:ext cx="1600500" cy="352800"/>
          </a:xfrm>
          <a:prstGeom prst="roundRect">
            <a:avLst>
              <a:gd fmla="val 16667" name="adj"/>
            </a:avLst>
          </a:prstGeom>
          <a:solidFill>
            <a:schemeClr val="accent2"/>
          </a:solidFill>
          <a:ln cap="flat" cmpd="sng" w="1905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01" name="Google Shape;2001;p49"/>
          <p:cNvSpPr txBox="1"/>
          <p:nvPr/>
        </p:nvSpPr>
        <p:spPr>
          <a:xfrm>
            <a:off x="3828614" y="2753650"/>
            <a:ext cx="1482900" cy="23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1500">
                <a:solidFill>
                  <a:schemeClr val="lt1"/>
                </a:solidFill>
                <a:latin typeface="Quattrocento Sans"/>
                <a:ea typeface="Quattrocento Sans"/>
                <a:cs typeface="Quattrocento Sans"/>
                <a:sym typeface="Quattrocento Sans"/>
              </a:rPr>
              <a:t>10NetZero</a:t>
            </a:r>
            <a:endParaRPr sz="1100"/>
          </a:p>
        </p:txBody>
      </p:sp>
      <p:sp>
        <p:nvSpPr>
          <p:cNvPr id="2002" name="Google Shape;2002;p49"/>
          <p:cNvSpPr txBox="1"/>
          <p:nvPr/>
        </p:nvSpPr>
        <p:spPr>
          <a:xfrm>
            <a:off x="5672344" y="3216796"/>
            <a:ext cx="669900" cy="2814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360 Energy</a:t>
            </a:r>
            <a:endParaRPr sz="1100"/>
          </a:p>
        </p:txBody>
      </p:sp>
      <p:sp>
        <p:nvSpPr>
          <p:cNvPr id="2003" name="Google Shape;2003;p49"/>
          <p:cNvSpPr txBox="1"/>
          <p:nvPr/>
        </p:nvSpPr>
        <p:spPr>
          <a:xfrm>
            <a:off x="2780474" y="2302396"/>
            <a:ext cx="669900" cy="2814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NGON</a:t>
            </a:r>
            <a:endParaRPr sz="1100">
              <a:solidFill>
                <a:schemeClr val="lt1"/>
              </a:solidFill>
              <a:latin typeface="Quattrocento Sans"/>
              <a:ea typeface="Quattrocento Sans"/>
              <a:cs typeface="Quattrocento Sans"/>
              <a:sym typeface="Quattrocento Sans"/>
            </a:endParaRPr>
          </a:p>
        </p:txBody>
      </p:sp>
      <p:sp>
        <p:nvSpPr>
          <p:cNvPr id="2004" name="Google Shape;2004;p49"/>
          <p:cNvSpPr txBox="1"/>
          <p:nvPr/>
        </p:nvSpPr>
        <p:spPr>
          <a:xfrm>
            <a:off x="4898938" y="1730896"/>
            <a:ext cx="669900" cy="2814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Public Miners</a:t>
            </a:r>
            <a:endParaRPr sz="1100">
              <a:solidFill>
                <a:schemeClr val="lt1"/>
              </a:solidFill>
              <a:latin typeface="Quattrocento Sans"/>
              <a:ea typeface="Quattrocento Sans"/>
              <a:cs typeface="Quattrocento Sans"/>
              <a:sym typeface="Quattrocento Sans"/>
            </a:endParaRPr>
          </a:p>
        </p:txBody>
      </p:sp>
      <p:sp>
        <p:nvSpPr>
          <p:cNvPr id="2005" name="Google Shape;2005;p49"/>
          <p:cNvSpPr txBox="1"/>
          <p:nvPr/>
        </p:nvSpPr>
        <p:spPr>
          <a:xfrm>
            <a:off x="3553882" y="3788296"/>
            <a:ext cx="748200" cy="2814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Compressed NG</a:t>
            </a:r>
            <a:endParaRPr sz="1100">
              <a:solidFill>
                <a:schemeClr val="lt1"/>
              </a:solidFill>
              <a:latin typeface="Quattrocento Sans"/>
              <a:ea typeface="Quattrocento Sans"/>
              <a:cs typeface="Quattrocento Sans"/>
              <a:sym typeface="Quattrocento Sans"/>
            </a:endParaRPr>
          </a:p>
        </p:txBody>
      </p:sp>
      <p:sp>
        <p:nvSpPr>
          <p:cNvPr id="2006" name="Google Shape;2006;p49"/>
          <p:cNvSpPr txBox="1"/>
          <p:nvPr/>
        </p:nvSpPr>
        <p:spPr>
          <a:xfrm>
            <a:off x="6335071" y="3439477"/>
            <a:ext cx="758100" cy="2586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Flaring</a:t>
            </a:r>
            <a:endParaRPr sz="1100">
              <a:solidFill>
                <a:schemeClr val="lt1"/>
              </a:solidFill>
              <a:latin typeface="Quattrocento Sans"/>
              <a:ea typeface="Quattrocento Sans"/>
              <a:cs typeface="Quattrocento Sans"/>
              <a:sym typeface="Quattrocento Sans"/>
            </a:endParaRPr>
          </a:p>
        </p:txBody>
      </p:sp>
      <p:sp>
        <p:nvSpPr>
          <p:cNvPr id="2007" name="Google Shape;2007;p49"/>
          <p:cNvSpPr txBox="1"/>
          <p:nvPr/>
        </p:nvSpPr>
        <p:spPr>
          <a:xfrm>
            <a:off x="4176257" y="4421112"/>
            <a:ext cx="758100" cy="2586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Gas Re-injection</a:t>
            </a:r>
            <a:endParaRPr sz="1100"/>
          </a:p>
        </p:txBody>
      </p:sp>
      <p:sp>
        <p:nvSpPr>
          <p:cNvPr id="2008" name="Google Shape;2008;p49"/>
          <p:cNvSpPr txBox="1"/>
          <p:nvPr/>
        </p:nvSpPr>
        <p:spPr>
          <a:xfrm>
            <a:off x="2844652" y="1321565"/>
            <a:ext cx="758100" cy="2586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Shut-in Well</a:t>
            </a:r>
            <a:endParaRPr sz="1100">
              <a:solidFill>
                <a:schemeClr val="lt1"/>
              </a:solidFill>
              <a:latin typeface="Quattrocento Sans"/>
              <a:ea typeface="Quattrocento Sans"/>
              <a:cs typeface="Quattrocento Sans"/>
              <a:sym typeface="Quattrocento Sans"/>
            </a:endParaRPr>
          </a:p>
        </p:txBody>
      </p:sp>
      <p:sp>
        <p:nvSpPr>
          <p:cNvPr id="2009" name="Google Shape;2009;p49"/>
          <p:cNvSpPr txBox="1"/>
          <p:nvPr/>
        </p:nvSpPr>
        <p:spPr>
          <a:xfrm>
            <a:off x="5494412" y="1321565"/>
            <a:ext cx="758100" cy="2586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Traditional</a:t>
            </a:r>
            <a:endParaRPr sz="1100"/>
          </a:p>
          <a:p>
            <a:pPr indent="0" lvl="0" marL="0" marR="0" rtl="0" algn="ctr">
              <a:lnSpc>
                <a:spcPct val="80000"/>
              </a:lnSpc>
              <a:spcBef>
                <a:spcPts val="0"/>
              </a:spcBef>
              <a:spcAft>
                <a:spcPts val="0"/>
              </a:spcAft>
              <a:buNone/>
            </a:pPr>
            <a:r>
              <a:rPr lang="en-GB" sz="1100">
                <a:solidFill>
                  <a:schemeClr val="lt1"/>
                </a:solidFill>
                <a:latin typeface="Quattrocento Sans"/>
                <a:ea typeface="Quattrocento Sans"/>
                <a:cs typeface="Quattrocento Sans"/>
                <a:sym typeface="Quattrocento Sans"/>
              </a:rPr>
              <a:t>Midstream</a:t>
            </a:r>
            <a:endParaRPr sz="1100">
              <a:solidFill>
                <a:schemeClr val="lt1"/>
              </a:solidFill>
              <a:latin typeface="Quattrocento Sans"/>
              <a:ea typeface="Quattrocento Sans"/>
              <a:cs typeface="Quattrocento Sans"/>
              <a:sym typeface="Quattrocento Sans"/>
            </a:endParaRPr>
          </a:p>
        </p:txBody>
      </p:sp>
      <p:sp>
        <p:nvSpPr>
          <p:cNvPr id="2010" name="Google Shape;2010;p49"/>
          <p:cNvSpPr/>
          <p:nvPr/>
        </p:nvSpPr>
        <p:spPr>
          <a:xfrm>
            <a:off x="6942654" y="2079878"/>
            <a:ext cx="1251010" cy="793376"/>
          </a:xfrm>
          <a:custGeom>
            <a:rect b="b" l="l" r="r" t="t"/>
            <a:pathLst>
              <a:path extrusionOk="0" h="1057835" w="2327461">
                <a:moveTo>
                  <a:pt x="2327461" y="0"/>
                </a:moveTo>
                <a:lnTo>
                  <a:pt x="2327461" y="1057835"/>
                </a:lnTo>
                <a:lnTo>
                  <a:pt x="0" y="1057835"/>
                </a:lnTo>
              </a:path>
            </a:pathLst>
          </a:custGeom>
          <a:noFill/>
          <a:ln cap="flat" cmpd="sng" w="19050">
            <a:solidFill>
              <a:srgbClr val="595959"/>
            </a:solidFill>
            <a:prstDash val="solid"/>
            <a:round/>
            <a:headEnd len="med" w="med" type="triangl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11" name="Google Shape;2011;p49"/>
          <p:cNvSpPr/>
          <p:nvPr/>
        </p:nvSpPr>
        <p:spPr>
          <a:xfrm rot="10800000">
            <a:off x="951112" y="2616373"/>
            <a:ext cx="2001616" cy="1081636"/>
          </a:xfrm>
          <a:custGeom>
            <a:rect b="b" l="l" r="r" t="t"/>
            <a:pathLst>
              <a:path extrusionOk="0" h="1057835" w="2327461">
                <a:moveTo>
                  <a:pt x="2327461" y="0"/>
                </a:moveTo>
                <a:lnTo>
                  <a:pt x="2327461" y="1057835"/>
                </a:lnTo>
                <a:lnTo>
                  <a:pt x="0" y="1057835"/>
                </a:lnTo>
              </a:path>
            </a:pathLst>
          </a:custGeom>
          <a:noFill/>
          <a:ln cap="flat" cmpd="sng" w="21425">
            <a:solidFill>
              <a:srgbClr val="595959"/>
            </a:solidFill>
            <a:prstDash val="solid"/>
            <a:round/>
            <a:headEnd len="med" w="med" type="triangl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12" name="Google Shape;2012;p49"/>
          <p:cNvSpPr txBox="1"/>
          <p:nvPr/>
        </p:nvSpPr>
        <p:spPr>
          <a:xfrm>
            <a:off x="241120" y="3759882"/>
            <a:ext cx="1467900" cy="554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Off-grid Data center companies </a:t>
            </a:r>
            <a:endParaRPr sz="1200">
              <a:solidFill>
                <a:srgbClr val="3F3F3F"/>
              </a:solidFill>
              <a:latin typeface="Quattrocento Sans"/>
              <a:ea typeface="Quattrocento Sans"/>
              <a:cs typeface="Quattrocento Sans"/>
              <a:sym typeface="Quattrocento Sans"/>
            </a:endParaRPr>
          </a:p>
        </p:txBody>
      </p:sp>
      <p:sp>
        <p:nvSpPr>
          <p:cNvPr id="2013" name="Google Shape;2013;p49"/>
          <p:cNvSpPr txBox="1"/>
          <p:nvPr/>
        </p:nvSpPr>
        <p:spPr>
          <a:xfrm>
            <a:off x="7425789" y="1174477"/>
            <a:ext cx="1467900" cy="803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GB" sz="1200">
                <a:solidFill>
                  <a:srgbClr val="3F3F3F"/>
                </a:solidFill>
                <a:latin typeface="Quattrocento Sans"/>
                <a:ea typeface="Quattrocento Sans"/>
                <a:cs typeface="Quattrocento Sans"/>
                <a:sym typeface="Quattrocento Sans"/>
              </a:rPr>
              <a:t>Options for flare mitigation &amp; gas off-take to ensure flow assurance </a:t>
            </a:r>
            <a:endParaRPr sz="1200">
              <a:solidFill>
                <a:srgbClr val="3F3F3F"/>
              </a:solidFill>
              <a:latin typeface="Quattrocento Sans"/>
              <a:ea typeface="Quattrocento Sans"/>
              <a:cs typeface="Quattrocento Sans"/>
              <a:sym typeface="Quattrocento Sans"/>
            </a:endParaRPr>
          </a:p>
        </p:txBody>
      </p:sp>
      <p:sp>
        <p:nvSpPr>
          <p:cNvPr id="2014" name="Google Shape;2014;p49"/>
          <p:cNvSpPr txBox="1"/>
          <p:nvPr/>
        </p:nvSpPr>
        <p:spPr>
          <a:xfrm>
            <a:off x="7550018" y="2869200"/>
            <a:ext cx="16137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GB" sz="1200">
                <a:solidFill>
                  <a:schemeClr val="dk1"/>
                </a:solidFill>
                <a:latin typeface="Quattrocento Sans"/>
                <a:ea typeface="Quattrocento Sans"/>
                <a:cs typeface="Quattrocento Sans"/>
                <a:sym typeface="Quattrocento Sans"/>
              </a:rPr>
              <a:t>Indirect Competition</a:t>
            </a:r>
            <a:endParaRPr sz="1100"/>
          </a:p>
        </p:txBody>
      </p:sp>
      <p:sp>
        <p:nvSpPr>
          <p:cNvPr id="2015" name="Google Shape;2015;p49"/>
          <p:cNvSpPr txBox="1"/>
          <p:nvPr/>
        </p:nvSpPr>
        <p:spPr>
          <a:xfrm>
            <a:off x="118121" y="2340026"/>
            <a:ext cx="1613700" cy="1848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lang="en-GB" sz="1200">
                <a:solidFill>
                  <a:schemeClr val="dk1"/>
                </a:solidFill>
                <a:latin typeface="Quattrocento Sans"/>
                <a:ea typeface="Quattrocento Sans"/>
                <a:cs typeface="Quattrocento Sans"/>
                <a:sym typeface="Quattrocento Sans"/>
              </a:rPr>
              <a:t>Direct Competition</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19" name="Shape 2019"/>
        <p:cNvGrpSpPr/>
        <p:nvPr/>
      </p:nvGrpSpPr>
      <p:grpSpPr>
        <a:xfrm>
          <a:off x="0" y="0"/>
          <a:ext cx="0" cy="0"/>
          <a:chOff x="0" y="0"/>
          <a:chExt cx="0" cy="0"/>
        </a:xfrm>
      </p:grpSpPr>
      <p:sp>
        <p:nvSpPr>
          <p:cNvPr id="2020" name="Google Shape;2020;p50"/>
          <p:cNvSpPr/>
          <p:nvPr/>
        </p:nvSpPr>
        <p:spPr>
          <a:xfrm>
            <a:off x="457200" y="907146"/>
            <a:ext cx="2665800" cy="3348600"/>
          </a:xfrm>
          <a:prstGeom prst="roundRect">
            <a:avLst>
              <a:gd fmla="val 2724" name="adj"/>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21" name="Google Shape;2021;p50"/>
          <p:cNvSpPr/>
          <p:nvPr/>
        </p:nvSpPr>
        <p:spPr>
          <a:xfrm>
            <a:off x="3242596" y="907146"/>
            <a:ext cx="2665800" cy="3348600"/>
          </a:xfrm>
          <a:prstGeom prst="roundRect">
            <a:avLst>
              <a:gd fmla="val 2724" name="adj"/>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22" name="Google Shape;2022;p50"/>
          <p:cNvSpPr/>
          <p:nvPr/>
        </p:nvSpPr>
        <p:spPr>
          <a:xfrm>
            <a:off x="6027993" y="907146"/>
            <a:ext cx="2649600" cy="3348600"/>
          </a:xfrm>
          <a:prstGeom prst="roundRect">
            <a:avLst>
              <a:gd fmla="val 2724" name="adj"/>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23" name="Google Shape;2023;p50"/>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Competitor </a:t>
            </a:r>
            <a:r>
              <a:rPr lang="en-GB">
                <a:solidFill>
                  <a:schemeClr val="accent3"/>
                </a:solidFill>
              </a:rPr>
              <a:t>Review</a:t>
            </a:r>
            <a:endParaRPr/>
          </a:p>
        </p:txBody>
      </p:sp>
      <p:sp>
        <p:nvSpPr>
          <p:cNvPr id="2024" name="Google Shape;2024;p50"/>
          <p:cNvSpPr/>
          <p:nvPr/>
        </p:nvSpPr>
        <p:spPr>
          <a:xfrm>
            <a:off x="457200" y="1379792"/>
            <a:ext cx="2665800" cy="3348600"/>
          </a:xfrm>
          <a:prstGeom prst="roundRect">
            <a:avLst>
              <a:gd fmla="val 2724" name="adj"/>
            </a:avLst>
          </a:prstGeom>
          <a:solidFill>
            <a:schemeClr val="lt1"/>
          </a:solidFill>
          <a:ln>
            <a:noFill/>
          </a:ln>
          <a:effectLst>
            <a:outerShdw blurRad="238166" rotWithShape="0" dir="7200000" dist="123847">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25" name="Google Shape;2025;p50"/>
          <p:cNvSpPr/>
          <p:nvPr/>
        </p:nvSpPr>
        <p:spPr>
          <a:xfrm>
            <a:off x="6027993" y="1379792"/>
            <a:ext cx="2649600" cy="3348600"/>
          </a:xfrm>
          <a:prstGeom prst="roundRect">
            <a:avLst>
              <a:gd fmla="val 2724" name="adj"/>
            </a:avLst>
          </a:prstGeom>
          <a:solidFill>
            <a:schemeClr val="lt1"/>
          </a:solidFill>
          <a:ln>
            <a:noFill/>
          </a:ln>
          <a:effectLst>
            <a:outerShdw blurRad="238166" rotWithShape="0" dir="7200000" dist="123847">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26" name="Google Shape;2026;p50"/>
          <p:cNvSpPr/>
          <p:nvPr/>
        </p:nvSpPr>
        <p:spPr>
          <a:xfrm>
            <a:off x="3173847" y="1379792"/>
            <a:ext cx="2796300" cy="3348600"/>
          </a:xfrm>
          <a:prstGeom prst="roundRect">
            <a:avLst>
              <a:gd fmla="val 2724" name="adj"/>
            </a:avLst>
          </a:prstGeom>
          <a:solidFill>
            <a:schemeClr val="lt1"/>
          </a:solidFill>
          <a:ln>
            <a:noFill/>
          </a:ln>
          <a:effectLst>
            <a:outerShdw blurRad="238166" rotWithShape="0" dir="7200000" dist="123847">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27" name="Google Shape;2027;p50"/>
          <p:cNvSpPr txBox="1"/>
          <p:nvPr/>
        </p:nvSpPr>
        <p:spPr>
          <a:xfrm>
            <a:off x="644497" y="1029959"/>
            <a:ext cx="22914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GB" sz="1500">
                <a:solidFill>
                  <a:schemeClr val="lt1"/>
                </a:solidFill>
                <a:latin typeface="Quattrocento Sans"/>
                <a:ea typeface="Quattrocento Sans"/>
                <a:cs typeface="Quattrocento Sans"/>
                <a:sym typeface="Quattrocento Sans"/>
              </a:rPr>
              <a:t>NGON</a:t>
            </a:r>
            <a:endParaRPr sz="1100"/>
          </a:p>
        </p:txBody>
      </p:sp>
      <p:sp>
        <p:nvSpPr>
          <p:cNvPr id="2028" name="Google Shape;2028;p50"/>
          <p:cNvSpPr txBox="1"/>
          <p:nvPr/>
        </p:nvSpPr>
        <p:spPr>
          <a:xfrm>
            <a:off x="3429893" y="1029959"/>
            <a:ext cx="22914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GB" sz="1500">
                <a:solidFill>
                  <a:schemeClr val="lt1"/>
                </a:solidFill>
                <a:latin typeface="Quattrocento Sans"/>
                <a:ea typeface="Quattrocento Sans"/>
                <a:cs typeface="Quattrocento Sans"/>
                <a:sym typeface="Quattrocento Sans"/>
              </a:rPr>
              <a:t>360 Energy</a:t>
            </a:r>
            <a:endParaRPr sz="1100"/>
          </a:p>
        </p:txBody>
      </p:sp>
      <p:sp>
        <p:nvSpPr>
          <p:cNvPr id="2029" name="Google Shape;2029;p50"/>
          <p:cNvSpPr txBox="1"/>
          <p:nvPr/>
        </p:nvSpPr>
        <p:spPr>
          <a:xfrm>
            <a:off x="6207151" y="1029959"/>
            <a:ext cx="2291400" cy="23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GB" sz="1500">
                <a:solidFill>
                  <a:schemeClr val="lt1"/>
                </a:solidFill>
                <a:latin typeface="Quattrocento Sans"/>
                <a:ea typeface="Quattrocento Sans"/>
                <a:cs typeface="Quattrocento Sans"/>
                <a:sym typeface="Quattrocento Sans"/>
              </a:rPr>
              <a:t>Crusoe</a:t>
            </a:r>
            <a:endParaRPr sz="1100"/>
          </a:p>
        </p:txBody>
      </p:sp>
      <p:grpSp>
        <p:nvGrpSpPr>
          <p:cNvPr id="2030" name="Google Shape;2030;p50"/>
          <p:cNvGrpSpPr/>
          <p:nvPr/>
        </p:nvGrpSpPr>
        <p:grpSpPr>
          <a:xfrm>
            <a:off x="3383299" y="1649804"/>
            <a:ext cx="2366319" cy="508050"/>
            <a:chOff x="4601913" y="2199738"/>
            <a:chExt cx="2994203" cy="677400"/>
          </a:xfrm>
        </p:grpSpPr>
        <p:sp>
          <p:nvSpPr>
            <p:cNvPr id="2031" name="Google Shape;2031;p50"/>
            <p:cNvSpPr txBox="1"/>
            <p:nvPr/>
          </p:nvSpPr>
          <p:spPr>
            <a:xfrm>
              <a:off x="5359316" y="2199738"/>
              <a:ext cx="2236800" cy="677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Accepted to Haliburton Labs cohort to develop off-grid data center solutions</a:t>
              </a:r>
              <a:endParaRPr sz="1100">
                <a:solidFill>
                  <a:srgbClr val="3F3F3F"/>
                </a:solidFill>
                <a:latin typeface="Quattrocento Sans"/>
                <a:ea typeface="Quattrocento Sans"/>
                <a:cs typeface="Quattrocento Sans"/>
                <a:sym typeface="Quattrocento Sans"/>
              </a:endParaRPr>
            </a:p>
          </p:txBody>
        </p:sp>
        <p:grpSp>
          <p:nvGrpSpPr>
            <p:cNvPr id="2032" name="Google Shape;2032;p50"/>
            <p:cNvGrpSpPr/>
            <p:nvPr/>
          </p:nvGrpSpPr>
          <p:grpSpPr>
            <a:xfrm>
              <a:off x="4601913" y="2271770"/>
              <a:ext cx="502200" cy="502200"/>
              <a:chOff x="880680" y="2204864"/>
              <a:chExt cx="502200" cy="502200"/>
            </a:xfrm>
          </p:grpSpPr>
          <p:sp>
            <p:nvSpPr>
              <p:cNvPr id="2033" name="Google Shape;2033;p50"/>
              <p:cNvSpPr/>
              <p:nvPr/>
            </p:nvSpPr>
            <p:spPr>
              <a:xfrm>
                <a:off x="880680" y="2204864"/>
                <a:ext cx="502200" cy="5022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34" name="Google Shape;2034;p50"/>
              <p:cNvSpPr/>
              <p:nvPr/>
            </p:nvSpPr>
            <p:spPr>
              <a:xfrm>
                <a:off x="1034480" y="2391850"/>
                <a:ext cx="200154" cy="141369"/>
              </a:xfrm>
              <a:custGeom>
                <a:rect b="b" l="l" r="r" t="t"/>
                <a:pathLst>
                  <a:path extrusionOk="0" h="1694" w="2400">
                    <a:moveTo>
                      <a:pt x="2361" y="39"/>
                    </a:moveTo>
                    <a:cubicBezTo>
                      <a:pt x="2322" y="0"/>
                      <a:pt x="2259" y="0"/>
                      <a:pt x="2220" y="39"/>
                    </a:cubicBezTo>
                    <a:cubicBezTo>
                      <a:pt x="803" y="1446"/>
                      <a:pt x="803" y="1446"/>
                      <a:pt x="803" y="1446"/>
                    </a:cubicBezTo>
                    <a:cubicBezTo>
                      <a:pt x="180" y="832"/>
                      <a:pt x="180" y="832"/>
                      <a:pt x="180" y="832"/>
                    </a:cubicBezTo>
                    <a:cubicBezTo>
                      <a:pt x="141" y="793"/>
                      <a:pt x="78" y="793"/>
                      <a:pt x="39" y="832"/>
                    </a:cubicBezTo>
                    <a:cubicBezTo>
                      <a:pt x="0" y="870"/>
                      <a:pt x="0" y="933"/>
                      <a:pt x="39" y="972"/>
                    </a:cubicBezTo>
                    <a:cubicBezTo>
                      <a:pt x="733" y="1656"/>
                      <a:pt x="733" y="1656"/>
                      <a:pt x="733" y="1656"/>
                    </a:cubicBezTo>
                    <a:cubicBezTo>
                      <a:pt x="771" y="1694"/>
                      <a:pt x="836" y="1694"/>
                      <a:pt x="874" y="1656"/>
                    </a:cubicBezTo>
                    <a:cubicBezTo>
                      <a:pt x="2361" y="179"/>
                      <a:pt x="2361" y="179"/>
                      <a:pt x="2361" y="179"/>
                    </a:cubicBezTo>
                    <a:cubicBezTo>
                      <a:pt x="2400" y="140"/>
                      <a:pt x="2400" y="77"/>
                      <a:pt x="2361" y="39"/>
                    </a:cubicBezTo>
                    <a:cubicBezTo>
                      <a:pt x="2322" y="0"/>
                      <a:pt x="2400" y="77"/>
                      <a:pt x="2361" y="39"/>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2035" name="Google Shape;2035;p50"/>
          <p:cNvGrpSpPr/>
          <p:nvPr/>
        </p:nvGrpSpPr>
        <p:grpSpPr>
          <a:xfrm>
            <a:off x="3394225" y="3786473"/>
            <a:ext cx="2356438" cy="376650"/>
            <a:chOff x="4601913" y="5048630"/>
            <a:chExt cx="2994203" cy="502200"/>
          </a:xfrm>
        </p:grpSpPr>
        <p:grpSp>
          <p:nvGrpSpPr>
            <p:cNvPr id="2036" name="Google Shape;2036;p50"/>
            <p:cNvGrpSpPr/>
            <p:nvPr/>
          </p:nvGrpSpPr>
          <p:grpSpPr>
            <a:xfrm>
              <a:off x="4601913" y="5048630"/>
              <a:ext cx="502200" cy="502200"/>
              <a:chOff x="880680" y="2996952"/>
              <a:chExt cx="502200" cy="502200"/>
            </a:xfrm>
          </p:grpSpPr>
          <p:sp>
            <p:nvSpPr>
              <p:cNvPr id="2037" name="Google Shape;2037;p50"/>
              <p:cNvSpPr/>
              <p:nvPr/>
            </p:nvSpPr>
            <p:spPr>
              <a:xfrm>
                <a:off x="880680" y="2996952"/>
                <a:ext cx="502200" cy="502200"/>
              </a:xfrm>
              <a:prstGeom prst="ellipse">
                <a:avLst/>
              </a:prstGeom>
              <a:solidFill>
                <a:srgbClr val="FF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38" name="Google Shape;2038;p50"/>
              <p:cNvSpPr/>
              <p:nvPr/>
            </p:nvSpPr>
            <p:spPr>
              <a:xfrm>
                <a:off x="1057714" y="3173946"/>
                <a:ext cx="148205" cy="148279"/>
              </a:xfrm>
              <a:custGeom>
                <a:rect b="b" l="l" r="r" t="t"/>
                <a:pathLst>
                  <a:path extrusionOk="0" h="2404" w="2403">
                    <a:moveTo>
                      <a:pt x="44" y="210"/>
                    </a:moveTo>
                    <a:cubicBezTo>
                      <a:pt x="0" y="165"/>
                      <a:pt x="0" y="91"/>
                      <a:pt x="44" y="45"/>
                    </a:cubicBezTo>
                    <a:cubicBezTo>
                      <a:pt x="90" y="0"/>
                      <a:pt x="163" y="0"/>
                      <a:pt x="209" y="45"/>
                    </a:cubicBezTo>
                    <a:cubicBezTo>
                      <a:pt x="1200" y="1038"/>
                      <a:pt x="1200" y="1038"/>
                      <a:pt x="1200" y="1038"/>
                    </a:cubicBezTo>
                    <a:cubicBezTo>
                      <a:pt x="2193" y="45"/>
                      <a:pt x="2193" y="45"/>
                      <a:pt x="2193" y="45"/>
                    </a:cubicBezTo>
                    <a:cubicBezTo>
                      <a:pt x="2238" y="0"/>
                      <a:pt x="2312" y="0"/>
                      <a:pt x="2357" y="45"/>
                    </a:cubicBezTo>
                    <a:cubicBezTo>
                      <a:pt x="2403" y="91"/>
                      <a:pt x="2403" y="166"/>
                      <a:pt x="2357" y="210"/>
                    </a:cubicBezTo>
                    <a:cubicBezTo>
                      <a:pt x="1366" y="1201"/>
                      <a:pt x="1366" y="1201"/>
                      <a:pt x="1366" y="1201"/>
                    </a:cubicBezTo>
                    <a:cubicBezTo>
                      <a:pt x="2357" y="2194"/>
                      <a:pt x="2357" y="2194"/>
                      <a:pt x="2357" y="2194"/>
                    </a:cubicBezTo>
                    <a:cubicBezTo>
                      <a:pt x="2403" y="2239"/>
                      <a:pt x="2403" y="2313"/>
                      <a:pt x="2357" y="2359"/>
                    </a:cubicBezTo>
                    <a:cubicBezTo>
                      <a:pt x="2312" y="2404"/>
                      <a:pt x="2238" y="2404"/>
                      <a:pt x="2193" y="2359"/>
                    </a:cubicBezTo>
                    <a:cubicBezTo>
                      <a:pt x="1200" y="1366"/>
                      <a:pt x="1200" y="1366"/>
                      <a:pt x="1200" y="1366"/>
                    </a:cubicBezTo>
                    <a:cubicBezTo>
                      <a:pt x="209" y="2359"/>
                      <a:pt x="209" y="2359"/>
                      <a:pt x="209" y="2359"/>
                    </a:cubicBezTo>
                    <a:cubicBezTo>
                      <a:pt x="163" y="2404"/>
                      <a:pt x="90" y="2404"/>
                      <a:pt x="44" y="2359"/>
                    </a:cubicBezTo>
                    <a:cubicBezTo>
                      <a:pt x="0" y="2313"/>
                      <a:pt x="0" y="2239"/>
                      <a:pt x="44" y="2194"/>
                    </a:cubicBezTo>
                    <a:cubicBezTo>
                      <a:pt x="1035" y="1201"/>
                      <a:pt x="1035" y="1201"/>
                      <a:pt x="1035" y="1201"/>
                    </a:cubicBezTo>
                    <a:lnTo>
                      <a:pt x="44" y="21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2039" name="Google Shape;2039;p50"/>
            <p:cNvSpPr txBox="1"/>
            <p:nvPr/>
          </p:nvSpPr>
          <p:spPr>
            <a:xfrm>
              <a:off x="5359316" y="5084321"/>
              <a:ext cx="2236800" cy="45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Little operational experience – use third party services </a:t>
              </a:r>
              <a:endParaRPr sz="1100">
                <a:solidFill>
                  <a:srgbClr val="3F3F3F"/>
                </a:solidFill>
                <a:latin typeface="Quattrocento Sans"/>
                <a:ea typeface="Quattrocento Sans"/>
                <a:cs typeface="Quattrocento Sans"/>
                <a:sym typeface="Quattrocento Sans"/>
              </a:endParaRPr>
            </a:p>
          </p:txBody>
        </p:sp>
      </p:grpSp>
      <p:grpSp>
        <p:nvGrpSpPr>
          <p:cNvPr id="2040" name="Google Shape;2040;p50"/>
          <p:cNvGrpSpPr/>
          <p:nvPr/>
        </p:nvGrpSpPr>
        <p:grpSpPr>
          <a:xfrm>
            <a:off x="3383299" y="2263228"/>
            <a:ext cx="2366319" cy="677250"/>
            <a:chOff x="4601913" y="3017637"/>
            <a:chExt cx="2994203" cy="903000"/>
          </a:xfrm>
        </p:grpSpPr>
        <p:sp>
          <p:nvSpPr>
            <p:cNvPr id="2041" name="Google Shape;2041;p50"/>
            <p:cNvSpPr txBox="1"/>
            <p:nvPr/>
          </p:nvSpPr>
          <p:spPr>
            <a:xfrm>
              <a:off x="5359316" y="3017637"/>
              <a:ext cx="2236800" cy="903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Focused on consultancy, helping others build solutions for their assets + rentals &amp; hosting (compass mining)</a:t>
              </a:r>
              <a:endParaRPr sz="1100">
                <a:solidFill>
                  <a:srgbClr val="3F3F3F"/>
                </a:solidFill>
                <a:latin typeface="Quattrocento Sans"/>
                <a:ea typeface="Quattrocento Sans"/>
                <a:cs typeface="Quattrocento Sans"/>
                <a:sym typeface="Quattrocento Sans"/>
              </a:endParaRPr>
            </a:p>
          </p:txBody>
        </p:sp>
        <p:grpSp>
          <p:nvGrpSpPr>
            <p:cNvPr id="2042" name="Google Shape;2042;p50"/>
            <p:cNvGrpSpPr/>
            <p:nvPr/>
          </p:nvGrpSpPr>
          <p:grpSpPr>
            <a:xfrm>
              <a:off x="4601913" y="3197390"/>
              <a:ext cx="502200" cy="502200"/>
              <a:chOff x="880680" y="2204864"/>
              <a:chExt cx="502200" cy="502200"/>
            </a:xfrm>
          </p:grpSpPr>
          <p:sp>
            <p:nvSpPr>
              <p:cNvPr id="2043" name="Google Shape;2043;p50"/>
              <p:cNvSpPr/>
              <p:nvPr/>
            </p:nvSpPr>
            <p:spPr>
              <a:xfrm>
                <a:off x="880680" y="2204864"/>
                <a:ext cx="502200" cy="5022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44" name="Google Shape;2044;p50"/>
              <p:cNvSpPr/>
              <p:nvPr/>
            </p:nvSpPr>
            <p:spPr>
              <a:xfrm>
                <a:off x="1034480" y="2391850"/>
                <a:ext cx="200154" cy="141369"/>
              </a:xfrm>
              <a:custGeom>
                <a:rect b="b" l="l" r="r" t="t"/>
                <a:pathLst>
                  <a:path extrusionOk="0" h="1694" w="2400">
                    <a:moveTo>
                      <a:pt x="2361" y="39"/>
                    </a:moveTo>
                    <a:cubicBezTo>
                      <a:pt x="2322" y="0"/>
                      <a:pt x="2259" y="0"/>
                      <a:pt x="2220" y="39"/>
                    </a:cubicBezTo>
                    <a:cubicBezTo>
                      <a:pt x="803" y="1446"/>
                      <a:pt x="803" y="1446"/>
                      <a:pt x="803" y="1446"/>
                    </a:cubicBezTo>
                    <a:cubicBezTo>
                      <a:pt x="180" y="832"/>
                      <a:pt x="180" y="832"/>
                      <a:pt x="180" y="832"/>
                    </a:cubicBezTo>
                    <a:cubicBezTo>
                      <a:pt x="141" y="793"/>
                      <a:pt x="78" y="793"/>
                      <a:pt x="39" y="832"/>
                    </a:cubicBezTo>
                    <a:cubicBezTo>
                      <a:pt x="0" y="870"/>
                      <a:pt x="0" y="933"/>
                      <a:pt x="39" y="972"/>
                    </a:cubicBezTo>
                    <a:cubicBezTo>
                      <a:pt x="733" y="1656"/>
                      <a:pt x="733" y="1656"/>
                      <a:pt x="733" y="1656"/>
                    </a:cubicBezTo>
                    <a:cubicBezTo>
                      <a:pt x="771" y="1694"/>
                      <a:pt x="836" y="1694"/>
                      <a:pt x="874" y="1656"/>
                    </a:cubicBezTo>
                    <a:cubicBezTo>
                      <a:pt x="2361" y="179"/>
                      <a:pt x="2361" y="179"/>
                      <a:pt x="2361" y="179"/>
                    </a:cubicBezTo>
                    <a:cubicBezTo>
                      <a:pt x="2400" y="140"/>
                      <a:pt x="2400" y="77"/>
                      <a:pt x="2361" y="39"/>
                    </a:cubicBezTo>
                    <a:cubicBezTo>
                      <a:pt x="2322" y="0"/>
                      <a:pt x="2400" y="77"/>
                      <a:pt x="2361" y="39"/>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2045" name="Google Shape;2045;p50"/>
          <p:cNvGrpSpPr/>
          <p:nvPr/>
        </p:nvGrpSpPr>
        <p:grpSpPr>
          <a:xfrm>
            <a:off x="666941" y="1649803"/>
            <a:ext cx="2246251" cy="508050"/>
            <a:chOff x="880680" y="2132832"/>
            <a:chExt cx="2994203" cy="677400"/>
          </a:xfrm>
        </p:grpSpPr>
        <p:sp>
          <p:nvSpPr>
            <p:cNvPr id="2046" name="Google Shape;2046;p50"/>
            <p:cNvSpPr txBox="1"/>
            <p:nvPr/>
          </p:nvSpPr>
          <p:spPr>
            <a:xfrm>
              <a:off x="1638083" y="2132832"/>
              <a:ext cx="2236800" cy="677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Partnered with MARA to develop 25MW of off-grid data centers </a:t>
              </a:r>
              <a:endParaRPr sz="1100">
                <a:solidFill>
                  <a:srgbClr val="3F3F3F"/>
                </a:solidFill>
                <a:latin typeface="Quattrocento Sans"/>
                <a:ea typeface="Quattrocento Sans"/>
                <a:cs typeface="Quattrocento Sans"/>
                <a:sym typeface="Quattrocento Sans"/>
              </a:endParaRPr>
            </a:p>
          </p:txBody>
        </p:sp>
        <p:grpSp>
          <p:nvGrpSpPr>
            <p:cNvPr id="2047" name="Google Shape;2047;p50"/>
            <p:cNvGrpSpPr/>
            <p:nvPr/>
          </p:nvGrpSpPr>
          <p:grpSpPr>
            <a:xfrm>
              <a:off x="880680" y="2204864"/>
              <a:ext cx="502200" cy="502200"/>
              <a:chOff x="880680" y="2204864"/>
              <a:chExt cx="502200" cy="502200"/>
            </a:xfrm>
          </p:grpSpPr>
          <p:sp>
            <p:nvSpPr>
              <p:cNvPr id="2048" name="Google Shape;2048;p50"/>
              <p:cNvSpPr/>
              <p:nvPr/>
            </p:nvSpPr>
            <p:spPr>
              <a:xfrm>
                <a:off x="880680" y="2204864"/>
                <a:ext cx="502200" cy="5022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49" name="Google Shape;2049;p50"/>
              <p:cNvSpPr/>
              <p:nvPr/>
            </p:nvSpPr>
            <p:spPr>
              <a:xfrm>
                <a:off x="1034480" y="2391850"/>
                <a:ext cx="200154" cy="141369"/>
              </a:xfrm>
              <a:custGeom>
                <a:rect b="b" l="l" r="r" t="t"/>
                <a:pathLst>
                  <a:path extrusionOk="0" h="1694" w="2400">
                    <a:moveTo>
                      <a:pt x="2361" y="39"/>
                    </a:moveTo>
                    <a:cubicBezTo>
                      <a:pt x="2322" y="0"/>
                      <a:pt x="2259" y="0"/>
                      <a:pt x="2220" y="39"/>
                    </a:cubicBezTo>
                    <a:cubicBezTo>
                      <a:pt x="803" y="1446"/>
                      <a:pt x="803" y="1446"/>
                      <a:pt x="803" y="1446"/>
                    </a:cubicBezTo>
                    <a:cubicBezTo>
                      <a:pt x="180" y="832"/>
                      <a:pt x="180" y="832"/>
                      <a:pt x="180" y="832"/>
                    </a:cubicBezTo>
                    <a:cubicBezTo>
                      <a:pt x="141" y="793"/>
                      <a:pt x="78" y="793"/>
                      <a:pt x="39" y="832"/>
                    </a:cubicBezTo>
                    <a:cubicBezTo>
                      <a:pt x="0" y="870"/>
                      <a:pt x="0" y="933"/>
                      <a:pt x="39" y="972"/>
                    </a:cubicBezTo>
                    <a:cubicBezTo>
                      <a:pt x="733" y="1656"/>
                      <a:pt x="733" y="1656"/>
                      <a:pt x="733" y="1656"/>
                    </a:cubicBezTo>
                    <a:cubicBezTo>
                      <a:pt x="771" y="1694"/>
                      <a:pt x="836" y="1694"/>
                      <a:pt x="874" y="1656"/>
                    </a:cubicBezTo>
                    <a:cubicBezTo>
                      <a:pt x="2361" y="179"/>
                      <a:pt x="2361" y="179"/>
                      <a:pt x="2361" y="179"/>
                    </a:cubicBezTo>
                    <a:cubicBezTo>
                      <a:pt x="2400" y="140"/>
                      <a:pt x="2400" y="77"/>
                      <a:pt x="2361" y="39"/>
                    </a:cubicBezTo>
                    <a:cubicBezTo>
                      <a:pt x="2322" y="0"/>
                      <a:pt x="2400" y="77"/>
                      <a:pt x="2361" y="39"/>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2050" name="Google Shape;2050;p50"/>
          <p:cNvGrpSpPr/>
          <p:nvPr/>
        </p:nvGrpSpPr>
        <p:grpSpPr>
          <a:xfrm>
            <a:off x="666941" y="3786473"/>
            <a:ext cx="2246251" cy="376650"/>
            <a:chOff x="880680" y="2996952"/>
            <a:chExt cx="2994203" cy="502200"/>
          </a:xfrm>
        </p:grpSpPr>
        <p:grpSp>
          <p:nvGrpSpPr>
            <p:cNvPr id="2051" name="Google Shape;2051;p50"/>
            <p:cNvGrpSpPr/>
            <p:nvPr/>
          </p:nvGrpSpPr>
          <p:grpSpPr>
            <a:xfrm>
              <a:off x="880680" y="2996952"/>
              <a:ext cx="502200" cy="502200"/>
              <a:chOff x="880680" y="2996952"/>
              <a:chExt cx="502200" cy="502200"/>
            </a:xfrm>
          </p:grpSpPr>
          <p:sp>
            <p:nvSpPr>
              <p:cNvPr id="2052" name="Google Shape;2052;p50"/>
              <p:cNvSpPr/>
              <p:nvPr/>
            </p:nvSpPr>
            <p:spPr>
              <a:xfrm>
                <a:off x="880680" y="2996952"/>
                <a:ext cx="502200" cy="502200"/>
              </a:xfrm>
              <a:prstGeom prst="ellipse">
                <a:avLst/>
              </a:prstGeom>
              <a:solidFill>
                <a:srgbClr val="FF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53" name="Google Shape;2053;p50"/>
              <p:cNvSpPr/>
              <p:nvPr/>
            </p:nvSpPr>
            <p:spPr>
              <a:xfrm>
                <a:off x="1057714" y="3173946"/>
                <a:ext cx="148205" cy="148279"/>
              </a:xfrm>
              <a:custGeom>
                <a:rect b="b" l="l" r="r" t="t"/>
                <a:pathLst>
                  <a:path extrusionOk="0" h="2404" w="2403">
                    <a:moveTo>
                      <a:pt x="44" y="210"/>
                    </a:moveTo>
                    <a:cubicBezTo>
                      <a:pt x="0" y="165"/>
                      <a:pt x="0" y="91"/>
                      <a:pt x="44" y="45"/>
                    </a:cubicBezTo>
                    <a:cubicBezTo>
                      <a:pt x="90" y="0"/>
                      <a:pt x="163" y="0"/>
                      <a:pt x="209" y="45"/>
                    </a:cubicBezTo>
                    <a:cubicBezTo>
                      <a:pt x="1200" y="1038"/>
                      <a:pt x="1200" y="1038"/>
                      <a:pt x="1200" y="1038"/>
                    </a:cubicBezTo>
                    <a:cubicBezTo>
                      <a:pt x="2193" y="45"/>
                      <a:pt x="2193" y="45"/>
                      <a:pt x="2193" y="45"/>
                    </a:cubicBezTo>
                    <a:cubicBezTo>
                      <a:pt x="2238" y="0"/>
                      <a:pt x="2312" y="0"/>
                      <a:pt x="2357" y="45"/>
                    </a:cubicBezTo>
                    <a:cubicBezTo>
                      <a:pt x="2403" y="91"/>
                      <a:pt x="2403" y="166"/>
                      <a:pt x="2357" y="210"/>
                    </a:cubicBezTo>
                    <a:cubicBezTo>
                      <a:pt x="1366" y="1201"/>
                      <a:pt x="1366" y="1201"/>
                      <a:pt x="1366" y="1201"/>
                    </a:cubicBezTo>
                    <a:cubicBezTo>
                      <a:pt x="2357" y="2194"/>
                      <a:pt x="2357" y="2194"/>
                      <a:pt x="2357" y="2194"/>
                    </a:cubicBezTo>
                    <a:cubicBezTo>
                      <a:pt x="2403" y="2239"/>
                      <a:pt x="2403" y="2313"/>
                      <a:pt x="2357" y="2359"/>
                    </a:cubicBezTo>
                    <a:cubicBezTo>
                      <a:pt x="2312" y="2404"/>
                      <a:pt x="2238" y="2404"/>
                      <a:pt x="2193" y="2359"/>
                    </a:cubicBezTo>
                    <a:cubicBezTo>
                      <a:pt x="1200" y="1366"/>
                      <a:pt x="1200" y="1366"/>
                      <a:pt x="1200" y="1366"/>
                    </a:cubicBezTo>
                    <a:cubicBezTo>
                      <a:pt x="209" y="2359"/>
                      <a:pt x="209" y="2359"/>
                      <a:pt x="209" y="2359"/>
                    </a:cubicBezTo>
                    <a:cubicBezTo>
                      <a:pt x="163" y="2404"/>
                      <a:pt x="90" y="2404"/>
                      <a:pt x="44" y="2359"/>
                    </a:cubicBezTo>
                    <a:cubicBezTo>
                      <a:pt x="0" y="2313"/>
                      <a:pt x="0" y="2239"/>
                      <a:pt x="44" y="2194"/>
                    </a:cubicBezTo>
                    <a:cubicBezTo>
                      <a:pt x="1035" y="1201"/>
                      <a:pt x="1035" y="1201"/>
                      <a:pt x="1035" y="1201"/>
                    </a:cubicBezTo>
                    <a:lnTo>
                      <a:pt x="44" y="21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2054" name="Google Shape;2054;p50"/>
            <p:cNvSpPr txBox="1"/>
            <p:nvPr/>
          </p:nvSpPr>
          <p:spPr>
            <a:xfrm>
              <a:off x="1638083" y="3032643"/>
              <a:ext cx="2236800" cy="45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 Heavier SGA costs, executive team</a:t>
              </a:r>
              <a:endParaRPr sz="1100">
                <a:solidFill>
                  <a:srgbClr val="3F3F3F"/>
                </a:solidFill>
                <a:latin typeface="Quattrocento Sans"/>
                <a:ea typeface="Quattrocento Sans"/>
                <a:cs typeface="Quattrocento Sans"/>
                <a:sym typeface="Quattrocento Sans"/>
              </a:endParaRPr>
            </a:p>
          </p:txBody>
        </p:sp>
      </p:grpSp>
      <p:grpSp>
        <p:nvGrpSpPr>
          <p:cNvPr id="2055" name="Google Shape;2055;p50"/>
          <p:cNvGrpSpPr/>
          <p:nvPr/>
        </p:nvGrpSpPr>
        <p:grpSpPr>
          <a:xfrm>
            <a:off x="666941" y="2398043"/>
            <a:ext cx="2246251" cy="376650"/>
            <a:chOff x="880680" y="2204864"/>
            <a:chExt cx="2994203" cy="502200"/>
          </a:xfrm>
        </p:grpSpPr>
        <p:sp>
          <p:nvSpPr>
            <p:cNvPr id="2056" name="Google Shape;2056;p50"/>
            <p:cNvSpPr txBox="1"/>
            <p:nvPr/>
          </p:nvSpPr>
          <p:spPr>
            <a:xfrm>
              <a:off x="1638083" y="2348275"/>
              <a:ext cx="2236800" cy="2259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ESG, flare mitigation focus </a:t>
              </a:r>
              <a:endParaRPr sz="1100">
                <a:solidFill>
                  <a:srgbClr val="3F3F3F"/>
                </a:solidFill>
                <a:latin typeface="Quattrocento Sans"/>
                <a:ea typeface="Quattrocento Sans"/>
                <a:cs typeface="Quattrocento Sans"/>
                <a:sym typeface="Quattrocento Sans"/>
              </a:endParaRPr>
            </a:p>
          </p:txBody>
        </p:sp>
        <p:grpSp>
          <p:nvGrpSpPr>
            <p:cNvPr id="2057" name="Google Shape;2057;p50"/>
            <p:cNvGrpSpPr/>
            <p:nvPr/>
          </p:nvGrpSpPr>
          <p:grpSpPr>
            <a:xfrm>
              <a:off x="880680" y="2204864"/>
              <a:ext cx="502200" cy="502200"/>
              <a:chOff x="880680" y="2204864"/>
              <a:chExt cx="502200" cy="502200"/>
            </a:xfrm>
          </p:grpSpPr>
          <p:sp>
            <p:nvSpPr>
              <p:cNvPr id="2058" name="Google Shape;2058;p50"/>
              <p:cNvSpPr/>
              <p:nvPr/>
            </p:nvSpPr>
            <p:spPr>
              <a:xfrm>
                <a:off x="880680" y="2204864"/>
                <a:ext cx="502200" cy="5022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59" name="Google Shape;2059;p50"/>
              <p:cNvSpPr/>
              <p:nvPr/>
            </p:nvSpPr>
            <p:spPr>
              <a:xfrm>
                <a:off x="1034480" y="2391850"/>
                <a:ext cx="200154" cy="141369"/>
              </a:xfrm>
              <a:custGeom>
                <a:rect b="b" l="l" r="r" t="t"/>
                <a:pathLst>
                  <a:path extrusionOk="0" h="1694" w="2400">
                    <a:moveTo>
                      <a:pt x="2361" y="39"/>
                    </a:moveTo>
                    <a:cubicBezTo>
                      <a:pt x="2322" y="0"/>
                      <a:pt x="2259" y="0"/>
                      <a:pt x="2220" y="39"/>
                    </a:cubicBezTo>
                    <a:cubicBezTo>
                      <a:pt x="803" y="1446"/>
                      <a:pt x="803" y="1446"/>
                      <a:pt x="803" y="1446"/>
                    </a:cubicBezTo>
                    <a:cubicBezTo>
                      <a:pt x="180" y="832"/>
                      <a:pt x="180" y="832"/>
                      <a:pt x="180" y="832"/>
                    </a:cubicBezTo>
                    <a:cubicBezTo>
                      <a:pt x="141" y="793"/>
                      <a:pt x="78" y="793"/>
                      <a:pt x="39" y="832"/>
                    </a:cubicBezTo>
                    <a:cubicBezTo>
                      <a:pt x="0" y="870"/>
                      <a:pt x="0" y="933"/>
                      <a:pt x="39" y="972"/>
                    </a:cubicBezTo>
                    <a:cubicBezTo>
                      <a:pt x="733" y="1656"/>
                      <a:pt x="733" y="1656"/>
                      <a:pt x="733" y="1656"/>
                    </a:cubicBezTo>
                    <a:cubicBezTo>
                      <a:pt x="771" y="1694"/>
                      <a:pt x="836" y="1694"/>
                      <a:pt x="874" y="1656"/>
                    </a:cubicBezTo>
                    <a:cubicBezTo>
                      <a:pt x="2361" y="179"/>
                      <a:pt x="2361" y="179"/>
                      <a:pt x="2361" y="179"/>
                    </a:cubicBezTo>
                    <a:cubicBezTo>
                      <a:pt x="2400" y="140"/>
                      <a:pt x="2400" y="77"/>
                      <a:pt x="2361" y="39"/>
                    </a:cubicBezTo>
                    <a:cubicBezTo>
                      <a:pt x="2322" y="0"/>
                      <a:pt x="2400" y="77"/>
                      <a:pt x="2361" y="39"/>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2060" name="Google Shape;2060;p50"/>
          <p:cNvGrpSpPr/>
          <p:nvPr/>
        </p:nvGrpSpPr>
        <p:grpSpPr>
          <a:xfrm>
            <a:off x="666941" y="3100672"/>
            <a:ext cx="2246251" cy="534818"/>
            <a:chOff x="880680" y="2996952"/>
            <a:chExt cx="2994203" cy="713091"/>
          </a:xfrm>
        </p:grpSpPr>
        <p:grpSp>
          <p:nvGrpSpPr>
            <p:cNvPr id="2061" name="Google Shape;2061;p50"/>
            <p:cNvGrpSpPr/>
            <p:nvPr/>
          </p:nvGrpSpPr>
          <p:grpSpPr>
            <a:xfrm>
              <a:off x="880680" y="2996952"/>
              <a:ext cx="502200" cy="502200"/>
              <a:chOff x="880680" y="2996952"/>
              <a:chExt cx="502200" cy="502200"/>
            </a:xfrm>
          </p:grpSpPr>
          <p:sp>
            <p:nvSpPr>
              <p:cNvPr id="2062" name="Google Shape;2062;p50"/>
              <p:cNvSpPr/>
              <p:nvPr/>
            </p:nvSpPr>
            <p:spPr>
              <a:xfrm>
                <a:off x="880680" y="2996952"/>
                <a:ext cx="502200" cy="502200"/>
              </a:xfrm>
              <a:prstGeom prst="ellipse">
                <a:avLst/>
              </a:prstGeom>
              <a:solidFill>
                <a:srgbClr val="FF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63" name="Google Shape;2063;p50"/>
              <p:cNvSpPr/>
              <p:nvPr/>
            </p:nvSpPr>
            <p:spPr>
              <a:xfrm>
                <a:off x="1057714" y="3173946"/>
                <a:ext cx="148205" cy="148279"/>
              </a:xfrm>
              <a:custGeom>
                <a:rect b="b" l="l" r="r" t="t"/>
                <a:pathLst>
                  <a:path extrusionOk="0" h="2404" w="2403">
                    <a:moveTo>
                      <a:pt x="44" y="210"/>
                    </a:moveTo>
                    <a:cubicBezTo>
                      <a:pt x="0" y="165"/>
                      <a:pt x="0" y="91"/>
                      <a:pt x="44" y="45"/>
                    </a:cubicBezTo>
                    <a:cubicBezTo>
                      <a:pt x="90" y="0"/>
                      <a:pt x="163" y="0"/>
                      <a:pt x="209" y="45"/>
                    </a:cubicBezTo>
                    <a:cubicBezTo>
                      <a:pt x="1200" y="1038"/>
                      <a:pt x="1200" y="1038"/>
                      <a:pt x="1200" y="1038"/>
                    </a:cubicBezTo>
                    <a:cubicBezTo>
                      <a:pt x="2193" y="45"/>
                      <a:pt x="2193" y="45"/>
                      <a:pt x="2193" y="45"/>
                    </a:cubicBezTo>
                    <a:cubicBezTo>
                      <a:pt x="2238" y="0"/>
                      <a:pt x="2312" y="0"/>
                      <a:pt x="2357" y="45"/>
                    </a:cubicBezTo>
                    <a:cubicBezTo>
                      <a:pt x="2403" y="91"/>
                      <a:pt x="2403" y="166"/>
                      <a:pt x="2357" y="210"/>
                    </a:cubicBezTo>
                    <a:cubicBezTo>
                      <a:pt x="1366" y="1201"/>
                      <a:pt x="1366" y="1201"/>
                      <a:pt x="1366" y="1201"/>
                    </a:cubicBezTo>
                    <a:cubicBezTo>
                      <a:pt x="2357" y="2194"/>
                      <a:pt x="2357" y="2194"/>
                      <a:pt x="2357" y="2194"/>
                    </a:cubicBezTo>
                    <a:cubicBezTo>
                      <a:pt x="2403" y="2239"/>
                      <a:pt x="2403" y="2313"/>
                      <a:pt x="2357" y="2359"/>
                    </a:cubicBezTo>
                    <a:cubicBezTo>
                      <a:pt x="2312" y="2404"/>
                      <a:pt x="2238" y="2404"/>
                      <a:pt x="2193" y="2359"/>
                    </a:cubicBezTo>
                    <a:cubicBezTo>
                      <a:pt x="1200" y="1366"/>
                      <a:pt x="1200" y="1366"/>
                      <a:pt x="1200" y="1366"/>
                    </a:cubicBezTo>
                    <a:cubicBezTo>
                      <a:pt x="209" y="2359"/>
                      <a:pt x="209" y="2359"/>
                      <a:pt x="209" y="2359"/>
                    </a:cubicBezTo>
                    <a:cubicBezTo>
                      <a:pt x="163" y="2404"/>
                      <a:pt x="90" y="2404"/>
                      <a:pt x="44" y="2359"/>
                    </a:cubicBezTo>
                    <a:cubicBezTo>
                      <a:pt x="0" y="2313"/>
                      <a:pt x="0" y="2239"/>
                      <a:pt x="44" y="2194"/>
                    </a:cubicBezTo>
                    <a:cubicBezTo>
                      <a:pt x="1035" y="1201"/>
                      <a:pt x="1035" y="1201"/>
                      <a:pt x="1035" y="1201"/>
                    </a:cubicBezTo>
                    <a:lnTo>
                      <a:pt x="44" y="21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2064" name="Google Shape;2064;p50"/>
            <p:cNvSpPr txBox="1"/>
            <p:nvPr/>
          </p:nvSpPr>
          <p:spPr>
            <a:xfrm>
              <a:off x="1638083" y="3032643"/>
              <a:ext cx="2236800" cy="677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Scaling from individual sites, geographically spread out </a:t>
              </a:r>
              <a:endParaRPr sz="1100">
                <a:solidFill>
                  <a:srgbClr val="3F3F3F"/>
                </a:solidFill>
                <a:latin typeface="Quattrocento Sans"/>
                <a:ea typeface="Quattrocento Sans"/>
                <a:cs typeface="Quattrocento Sans"/>
                <a:sym typeface="Quattrocento Sans"/>
              </a:endParaRPr>
            </a:p>
          </p:txBody>
        </p:sp>
      </p:grpSp>
      <p:grpSp>
        <p:nvGrpSpPr>
          <p:cNvPr id="2065" name="Google Shape;2065;p50"/>
          <p:cNvGrpSpPr/>
          <p:nvPr/>
        </p:nvGrpSpPr>
        <p:grpSpPr>
          <a:xfrm>
            <a:off x="6252104" y="1649803"/>
            <a:ext cx="2246251" cy="508050"/>
            <a:chOff x="880680" y="2132832"/>
            <a:chExt cx="2994203" cy="677400"/>
          </a:xfrm>
        </p:grpSpPr>
        <p:sp>
          <p:nvSpPr>
            <p:cNvPr id="2066" name="Google Shape;2066;p50"/>
            <p:cNvSpPr txBox="1"/>
            <p:nvPr/>
          </p:nvSpPr>
          <p:spPr>
            <a:xfrm>
              <a:off x="1638083" y="2132832"/>
              <a:ext cx="2236800" cy="677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Largest off-grid data center company: 250+MW at one point</a:t>
              </a:r>
              <a:endParaRPr sz="1100">
                <a:solidFill>
                  <a:srgbClr val="3F3F3F"/>
                </a:solidFill>
                <a:latin typeface="Quattrocento Sans"/>
                <a:ea typeface="Quattrocento Sans"/>
                <a:cs typeface="Quattrocento Sans"/>
                <a:sym typeface="Quattrocento Sans"/>
              </a:endParaRPr>
            </a:p>
          </p:txBody>
        </p:sp>
        <p:grpSp>
          <p:nvGrpSpPr>
            <p:cNvPr id="2067" name="Google Shape;2067;p50"/>
            <p:cNvGrpSpPr/>
            <p:nvPr/>
          </p:nvGrpSpPr>
          <p:grpSpPr>
            <a:xfrm>
              <a:off x="880680" y="2204864"/>
              <a:ext cx="502200" cy="502200"/>
              <a:chOff x="880680" y="2204864"/>
              <a:chExt cx="502200" cy="502200"/>
            </a:xfrm>
          </p:grpSpPr>
          <p:sp>
            <p:nvSpPr>
              <p:cNvPr id="2068" name="Google Shape;2068;p50"/>
              <p:cNvSpPr/>
              <p:nvPr/>
            </p:nvSpPr>
            <p:spPr>
              <a:xfrm>
                <a:off x="880680" y="2204864"/>
                <a:ext cx="502200" cy="502200"/>
              </a:xfrm>
              <a:prstGeom prst="ellipse">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69" name="Google Shape;2069;p50"/>
              <p:cNvSpPr/>
              <p:nvPr/>
            </p:nvSpPr>
            <p:spPr>
              <a:xfrm>
                <a:off x="1034480" y="2391850"/>
                <a:ext cx="200154" cy="141369"/>
              </a:xfrm>
              <a:custGeom>
                <a:rect b="b" l="l" r="r" t="t"/>
                <a:pathLst>
                  <a:path extrusionOk="0" h="1694" w="2400">
                    <a:moveTo>
                      <a:pt x="2361" y="39"/>
                    </a:moveTo>
                    <a:cubicBezTo>
                      <a:pt x="2322" y="0"/>
                      <a:pt x="2259" y="0"/>
                      <a:pt x="2220" y="39"/>
                    </a:cubicBezTo>
                    <a:cubicBezTo>
                      <a:pt x="803" y="1446"/>
                      <a:pt x="803" y="1446"/>
                      <a:pt x="803" y="1446"/>
                    </a:cubicBezTo>
                    <a:cubicBezTo>
                      <a:pt x="180" y="832"/>
                      <a:pt x="180" y="832"/>
                      <a:pt x="180" y="832"/>
                    </a:cubicBezTo>
                    <a:cubicBezTo>
                      <a:pt x="141" y="793"/>
                      <a:pt x="78" y="793"/>
                      <a:pt x="39" y="832"/>
                    </a:cubicBezTo>
                    <a:cubicBezTo>
                      <a:pt x="0" y="870"/>
                      <a:pt x="0" y="933"/>
                      <a:pt x="39" y="972"/>
                    </a:cubicBezTo>
                    <a:cubicBezTo>
                      <a:pt x="733" y="1656"/>
                      <a:pt x="733" y="1656"/>
                      <a:pt x="733" y="1656"/>
                    </a:cubicBezTo>
                    <a:cubicBezTo>
                      <a:pt x="771" y="1694"/>
                      <a:pt x="836" y="1694"/>
                      <a:pt x="874" y="1656"/>
                    </a:cubicBezTo>
                    <a:cubicBezTo>
                      <a:pt x="2361" y="179"/>
                      <a:pt x="2361" y="179"/>
                      <a:pt x="2361" y="179"/>
                    </a:cubicBezTo>
                    <a:cubicBezTo>
                      <a:pt x="2400" y="140"/>
                      <a:pt x="2400" y="77"/>
                      <a:pt x="2361" y="39"/>
                    </a:cubicBezTo>
                    <a:cubicBezTo>
                      <a:pt x="2322" y="0"/>
                      <a:pt x="2400" y="77"/>
                      <a:pt x="2361" y="39"/>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grpSp>
        <p:nvGrpSpPr>
          <p:cNvPr id="2070" name="Google Shape;2070;p50"/>
          <p:cNvGrpSpPr/>
          <p:nvPr/>
        </p:nvGrpSpPr>
        <p:grpSpPr>
          <a:xfrm>
            <a:off x="6252104" y="2329376"/>
            <a:ext cx="2246251" cy="508050"/>
            <a:chOff x="880680" y="2924921"/>
            <a:chExt cx="2994203" cy="677400"/>
          </a:xfrm>
        </p:grpSpPr>
        <p:grpSp>
          <p:nvGrpSpPr>
            <p:cNvPr id="2071" name="Google Shape;2071;p50"/>
            <p:cNvGrpSpPr/>
            <p:nvPr/>
          </p:nvGrpSpPr>
          <p:grpSpPr>
            <a:xfrm>
              <a:off x="880680" y="2996952"/>
              <a:ext cx="502200" cy="502200"/>
              <a:chOff x="880680" y="2996952"/>
              <a:chExt cx="502200" cy="502200"/>
            </a:xfrm>
          </p:grpSpPr>
          <p:sp>
            <p:nvSpPr>
              <p:cNvPr id="2072" name="Google Shape;2072;p50"/>
              <p:cNvSpPr/>
              <p:nvPr/>
            </p:nvSpPr>
            <p:spPr>
              <a:xfrm>
                <a:off x="880680" y="2996952"/>
                <a:ext cx="502200" cy="502200"/>
              </a:xfrm>
              <a:prstGeom prst="ellipse">
                <a:avLst/>
              </a:prstGeom>
              <a:solidFill>
                <a:srgbClr val="FF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73" name="Google Shape;2073;p50"/>
              <p:cNvSpPr/>
              <p:nvPr/>
            </p:nvSpPr>
            <p:spPr>
              <a:xfrm>
                <a:off x="1057714" y="3173946"/>
                <a:ext cx="148205" cy="148279"/>
              </a:xfrm>
              <a:custGeom>
                <a:rect b="b" l="l" r="r" t="t"/>
                <a:pathLst>
                  <a:path extrusionOk="0" h="2404" w="2403">
                    <a:moveTo>
                      <a:pt x="44" y="210"/>
                    </a:moveTo>
                    <a:cubicBezTo>
                      <a:pt x="0" y="165"/>
                      <a:pt x="0" y="91"/>
                      <a:pt x="44" y="45"/>
                    </a:cubicBezTo>
                    <a:cubicBezTo>
                      <a:pt x="90" y="0"/>
                      <a:pt x="163" y="0"/>
                      <a:pt x="209" y="45"/>
                    </a:cubicBezTo>
                    <a:cubicBezTo>
                      <a:pt x="1200" y="1038"/>
                      <a:pt x="1200" y="1038"/>
                      <a:pt x="1200" y="1038"/>
                    </a:cubicBezTo>
                    <a:cubicBezTo>
                      <a:pt x="2193" y="45"/>
                      <a:pt x="2193" y="45"/>
                      <a:pt x="2193" y="45"/>
                    </a:cubicBezTo>
                    <a:cubicBezTo>
                      <a:pt x="2238" y="0"/>
                      <a:pt x="2312" y="0"/>
                      <a:pt x="2357" y="45"/>
                    </a:cubicBezTo>
                    <a:cubicBezTo>
                      <a:pt x="2403" y="91"/>
                      <a:pt x="2403" y="166"/>
                      <a:pt x="2357" y="210"/>
                    </a:cubicBezTo>
                    <a:cubicBezTo>
                      <a:pt x="1366" y="1201"/>
                      <a:pt x="1366" y="1201"/>
                      <a:pt x="1366" y="1201"/>
                    </a:cubicBezTo>
                    <a:cubicBezTo>
                      <a:pt x="2357" y="2194"/>
                      <a:pt x="2357" y="2194"/>
                      <a:pt x="2357" y="2194"/>
                    </a:cubicBezTo>
                    <a:cubicBezTo>
                      <a:pt x="2403" y="2239"/>
                      <a:pt x="2403" y="2313"/>
                      <a:pt x="2357" y="2359"/>
                    </a:cubicBezTo>
                    <a:cubicBezTo>
                      <a:pt x="2312" y="2404"/>
                      <a:pt x="2238" y="2404"/>
                      <a:pt x="2193" y="2359"/>
                    </a:cubicBezTo>
                    <a:cubicBezTo>
                      <a:pt x="1200" y="1366"/>
                      <a:pt x="1200" y="1366"/>
                      <a:pt x="1200" y="1366"/>
                    </a:cubicBezTo>
                    <a:cubicBezTo>
                      <a:pt x="209" y="2359"/>
                      <a:pt x="209" y="2359"/>
                      <a:pt x="209" y="2359"/>
                    </a:cubicBezTo>
                    <a:cubicBezTo>
                      <a:pt x="163" y="2404"/>
                      <a:pt x="90" y="2404"/>
                      <a:pt x="44" y="2359"/>
                    </a:cubicBezTo>
                    <a:cubicBezTo>
                      <a:pt x="0" y="2313"/>
                      <a:pt x="0" y="2239"/>
                      <a:pt x="44" y="2194"/>
                    </a:cubicBezTo>
                    <a:cubicBezTo>
                      <a:pt x="1035" y="1201"/>
                      <a:pt x="1035" y="1201"/>
                      <a:pt x="1035" y="1201"/>
                    </a:cubicBezTo>
                    <a:lnTo>
                      <a:pt x="44" y="21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2074" name="Google Shape;2074;p50"/>
            <p:cNvSpPr txBox="1"/>
            <p:nvPr/>
          </p:nvSpPr>
          <p:spPr>
            <a:xfrm>
              <a:off x="1638083" y="2924921"/>
              <a:ext cx="2236800" cy="677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Pivoted to AI, on-grid data centers. Raised money to do so </a:t>
              </a:r>
              <a:endParaRPr sz="1100">
                <a:solidFill>
                  <a:srgbClr val="3F3F3F"/>
                </a:solidFill>
                <a:latin typeface="Quattrocento Sans"/>
                <a:ea typeface="Quattrocento Sans"/>
                <a:cs typeface="Quattrocento Sans"/>
                <a:sym typeface="Quattrocento Sans"/>
              </a:endParaRPr>
            </a:p>
          </p:txBody>
        </p:sp>
      </p:grpSp>
      <p:grpSp>
        <p:nvGrpSpPr>
          <p:cNvPr id="2075" name="Google Shape;2075;p50"/>
          <p:cNvGrpSpPr/>
          <p:nvPr/>
        </p:nvGrpSpPr>
        <p:grpSpPr>
          <a:xfrm>
            <a:off x="6252104" y="3057804"/>
            <a:ext cx="2246251" cy="376650"/>
            <a:chOff x="880680" y="2996952"/>
            <a:chExt cx="2994203" cy="502200"/>
          </a:xfrm>
        </p:grpSpPr>
        <p:grpSp>
          <p:nvGrpSpPr>
            <p:cNvPr id="2076" name="Google Shape;2076;p50"/>
            <p:cNvGrpSpPr/>
            <p:nvPr/>
          </p:nvGrpSpPr>
          <p:grpSpPr>
            <a:xfrm>
              <a:off x="880680" y="2996952"/>
              <a:ext cx="502200" cy="502200"/>
              <a:chOff x="880680" y="2996952"/>
              <a:chExt cx="502200" cy="502200"/>
            </a:xfrm>
          </p:grpSpPr>
          <p:sp>
            <p:nvSpPr>
              <p:cNvPr id="2077" name="Google Shape;2077;p50"/>
              <p:cNvSpPr/>
              <p:nvPr/>
            </p:nvSpPr>
            <p:spPr>
              <a:xfrm>
                <a:off x="880680" y="2996952"/>
                <a:ext cx="502200" cy="502200"/>
              </a:xfrm>
              <a:prstGeom prst="ellipse">
                <a:avLst/>
              </a:prstGeom>
              <a:solidFill>
                <a:srgbClr val="FF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78" name="Google Shape;2078;p50"/>
              <p:cNvSpPr/>
              <p:nvPr/>
            </p:nvSpPr>
            <p:spPr>
              <a:xfrm>
                <a:off x="1057714" y="3173946"/>
                <a:ext cx="148205" cy="148279"/>
              </a:xfrm>
              <a:custGeom>
                <a:rect b="b" l="l" r="r" t="t"/>
                <a:pathLst>
                  <a:path extrusionOk="0" h="2404" w="2403">
                    <a:moveTo>
                      <a:pt x="44" y="210"/>
                    </a:moveTo>
                    <a:cubicBezTo>
                      <a:pt x="0" y="165"/>
                      <a:pt x="0" y="91"/>
                      <a:pt x="44" y="45"/>
                    </a:cubicBezTo>
                    <a:cubicBezTo>
                      <a:pt x="90" y="0"/>
                      <a:pt x="163" y="0"/>
                      <a:pt x="209" y="45"/>
                    </a:cubicBezTo>
                    <a:cubicBezTo>
                      <a:pt x="1200" y="1038"/>
                      <a:pt x="1200" y="1038"/>
                      <a:pt x="1200" y="1038"/>
                    </a:cubicBezTo>
                    <a:cubicBezTo>
                      <a:pt x="2193" y="45"/>
                      <a:pt x="2193" y="45"/>
                      <a:pt x="2193" y="45"/>
                    </a:cubicBezTo>
                    <a:cubicBezTo>
                      <a:pt x="2238" y="0"/>
                      <a:pt x="2312" y="0"/>
                      <a:pt x="2357" y="45"/>
                    </a:cubicBezTo>
                    <a:cubicBezTo>
                      <a:pt x="2403" y="91"/>
                      <a:pt x="2403" y="166"/>
                      <a:pt x="2357" y="210"/>
                    </a:cubicBezTo>
                    <a:cubicBezTo>
                      <a:pt x="1366" y="1201"/>
                      <a:pt x="1366" y="1201"/>
                      <a:pt x="1366" y="1201"/>
                    </a:cubicBezTo>
                    <a:cubicBezTo>
                      <a:pt x="2357" y="2194"/>
                      <a:pt x="2357" y="2194"/>
                      <a:pt x="2357" y="2194"/>
                    </a:cubicBezTo>
                    <a:cubicBezTo>
                      <a:pt x="2403" y="2239"/>
                      <a:pt x="2403" y="2313"/>
                      <a:pt x="2357" y="2359"/>
                    </a:cubicBezTo>
                    <a:cubicBezTo>
                      <a:pt x="2312" y="2404"/>
                      <a:pt x="2238" y="2404"/>
                      <a:pt x="2193" y="2359"/>
                    </a:cubicBezTo>
                    <a:cubicBezTo>
                      <a:pt x="1200" y="1366"/>
                      <a:pt x="1200" y="1366"/>
                      <a:pt x="1200" y="1366"/>
                    </a:cubicBezTo>
                    <a:cubicBezTo>
                      <a:pt x="209" y="2359"/>
                      <a:pt x="209" y="2359"/>
                      <a:pt x="209" y="2359"/>
                    </a:cubicBezTo>
                    <a:cubicBezTo>
                      <a:pt x="163" y="2404"/>
                      <a:pt x="90" y="2404"/>
                      <a:pt x="44" y="2359"/>
                    </a:cubicBezTo>
                    <a:cubicBezTo>
                      <a:pt x="0" y="2313"/>
                      <a:pt x="0" y="2239"/>
                      <a:pt x="44" y="2194"/>
                    </a:cubicBezTo>
                    <a:cubicBezTo>
                      <a:pt x="1035" y="1201"/>
                      <a:pt x="1035" y="1201"/>
                      <a:pt x="1035" y="1201"/>
                    </a:cubicBezTo>
                    <a:lnTo>
                      <a:pt x="44" y="21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2079" name="Google Shape;2079;p50"/>
            <p:cNvSpPr txBox="1"/>
            <p:nvPr/>
          </p:nvSpPr>
          <p:spPr>
            <a:xfrm>
              <a:off x="1638083" y="3032643"/>
              <a:ext cx="2236800" cy="45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Backed-out of several off-grid deals </a:t>
              </a:r>
              <a:endParaRPr sz="1100">
                <a:solidFill>
                  <a:srgbClr val="3F3F3F"/>
                </a:solidFill>
                <a:latin typeface="Quattrocento Sans"/>
                <a:ea typeface="Quattrocento Sans"/>
                <a:cs typeface="Quattrocento Sans"/>
                <a:sym typeface="Quattrocento Sans"/>
              </a:endParaRPr>
            </a:p>
          </p:txBody>
        </p:sp>
      </p:grpSp>
      <p:grpSp>
        <p:nvGrpSpPr>
          <p:cNvPr id="2080" name="Google Shape;2080;p50"/>
          <p:cNvGrpSpPr/>
          <p:nvPr/>
        </p:nvGrpSpPr>
        <p:grpSpPr>
          <a:xfrm>
            <a:off x="6252104" y="3705859"/>
            <a:ext cx="2246251" cy="508050"/>
            <a:chOff x="880680" y="2924921"/>
            <a:chExt cx="2994203" cy="677400"/>
          </a:xfrm>
        </p:grpSpPr>
        <p:grpSp>
          <p:nvGrpSpPr>
            <p:cNvPr id="2081" name="Google Shape;2081;p50"/>
            <p:cNvGrpSpPr/>
            <p:nvPr/>
          </p:nvGrpSpPr>
          <p:grpSpPr>
            <a:xfrm>
              <a:off x="880680" y="2996952"/>
              <a:ext cx="502200" cy="502200"/>
              <a:chOff x="880680" y="2996952"/>
              <a:chExt cx="502200" cy="502200"/>
            </a:xfrm>
          </p:grpSpPr>
          <p:sp>
            <p:nvSpPr>
              <p:cNvPr id="2082" name="Google Shape;2082;p50"/>
              <p:cNvSpPr/>
              <p:nvPr/>
            </p:nvSpPr>
            <p:spPr>
              <a:xfrm>
                <a:off x="880680" y="2996952"/>
                <a:ext cx="502200" cy="502200"/>
              </a:xfrm>
              <a:prstGeom prst="ellipse">
                <a:avLst/>
              </a:prstGeom>
              <a:solidFill>
                <a:srgbClr val="FF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83" name="Google Shape;2083;p50"/>
              <p:cNvSpPr/>
              <p:nvPr/>
            </p:nvSpPr>
            <p:spPr>
              <a:xfrm>
                <a:off x="1057714" y="3173946"/>
                <a:ext cx="148205" cy="148279"/>
              </a:xfrm>
              <a:custGeom>
                <a:rect b="b" l="l" r="r" t="t"/>
                <a:pathLst>
                  <a:path extrusionOk="0" h="2404" w="2403">
                    <a:moveTo>
                      <a:pt x="44" y="210"/>
                    </a:moveTo>
                    <a:cubicBezTo>
                      <a:pt x="0" y="165"/>
                      <a:pt x="0" y="91"/>
                      <a:pt x="44" y="45"/>
                    </a:cubicBezTo>
                    <a:cubicBezTo>
                      <a:pt x="90" y="0"/>
                      <a:pt x="163" y="0"/>
                      <a:pt x="209" y="45"/>
                    </a:cubicBezTo>
                    <a:cubicBezTo>
                      <a:pt x="1200" y="1038"/>
                      <a:pt x="1200" y="1038"/>
                      <a:pt x="1200" y="1038"/>
                    </a:cubicBezTo>
                    <a:cubicBezTo>
                      <a:pt x="2193" y="45"/>
                      <a:pt x="2193" y="45"/>
                      <a:pt x="2193" y="45"/>
                    </a:cubicBezTo>
                    <a:cubicBezTo>
                      <a:pt x="2238" y="0"/>
                      <a:pt x="2312" y="0"/>
                      <a:pt x="2357" y="45"/>
                    </a:cubicBezTo>
                    <a:cubicBezTo>
                      <a:pt x="2403" y="91"/>
                      <a:pt x="2403" y="166"/>
                      <a:pt x="2357" y="210"/>
                    </a:cubicBezTo>
                    <a:cubicBezTo>
                      <a:pt x="1366" y="1201"/>
                      <a:pt x="1366" y="1201"/>
                      <a:pt x="1366" y="1201"/>
                    </a:cubicBezTo>
                    <a:cubicBezTo>
                      <a:pt x="2357" y="2194"/>
                      <a:pt x="2357" y="2194"/>
                      <a:pt x="2357" y="2194"/>
                    </a:cubicBezTo>
                    <a:cubicBezTo>
                      <a:pt x="2403" y="2239"/>
                      <a:pt x="2403" y="2313"/>
                      <a:pt x="2357" y="2359"/>
                    </a:cubicBezTo>
                    <a:cubicBezTo>
                      <a:pt x="2312" y="2404"/>
                      <a:pt x="2238" y="2404"/>
                      <a:pt x="2193" y="2359"/>
                    </a:cubicBezTo>
                    <a:cubicBezTo>
                      <a:pt x="1200" y="1366"/>
                      <a:pt x="1200" y="1366"/>
                      <a:pt x="1200" y="1366"/>
                    </a:cubicBezTo>
                    <a:cubicBezTo>
                      <a:pt x="209" y="2359"/>
                      <a:pt x="209" y="2359"/>
                      <a:pt x="209" y="2359"/>
                    </a:cubicBezTo>
                    <a:cubicBezTo>
                      <a:pt x="163" y="2404"/>
                      <a:pt x="90" y="2404"/>
                      <a:pt x="44" y="2359"/>
                    </a:cubicBezTo>
                    <a:cubicBezTo>
                      <a:pt x="0" y="2313"/>
                      <a:pt x="0" y="2239"/>
                      <a:pt x="44" y="2194"/>
                    </a:cubicBezTo>
                    <a:cubicBezTo>
                      <a:pt x="1035" y="1201"/>
                      <a:pt x="1035" y="1201"/>
                      <a:pt x="1035" y="1201"/>
                    </a:cubicBezTo>
                    <a:lnTo>
                      <a:pt x="44" y="21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2084" name="Google Shape;2084;p50"/>
            <p:cNvSpPr txBox="1"/>
            <p:nvPr/>
          </p:nvSpPr>
          <p:spPr>
            <a:xfrm>
              <a:off x="1638083" y="2924921"/>
              <a:ext cx="2236800" cy="677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Lost an IP BTC mining case to Upstream Data – Settled Dec-2025</a:t>
              </a:r>
              <a:endParaRPr sz="1100">
                <a:solidFill>
                  <a:srgbClr val="3F3F3F"/>
                </a:solidFill>
                <a:latin typeface="Quattrocento Sans"/>
                <a:ea typeface="Quattrocento Sans"/>
                <a:cs typeface="Quattrocento Sans"/>
                <a:sym typeface="Quattrocento Sans"/>
              </a:endParaRPr>
            </a:p>
          </p:txBody>
        </p:sp>
      </p:grpSp>
      <p:grpSp>
        <p:nvGrpSpPr>
          <p:cNvPr id="2085" name="Google Shape;2085;p50"/>
          <p:cNvGrpSpPr/>
          <p:nvPr/>
        </p:nvGrpSpPr>
        <p:grpSpPr>
          <a:xfrm>
            <a:off x="3383478" y="3038234"/>
            <a:ext cx="2345842" cy="508050"/>
            <a:chOff x="4654252" y="4050978"/>
            <a:chExt cx="2941864" cy="677400"/>
          </a:xfrm>
        </p:grpSpPr>
        <p:sp>
          <p:nvSpPr>
            <p:cNvPr id="2086" name="Google Shape;2086;p50"/>
            <p:cNvSpPr txBox="1"/>
            <p:nvPr/>
          </p:nvSpPr>
          <p:spPr>
            <a:xfrm>
              <a:off x="5359316" y="4050978"/>
              <a:ext cx="2236800" cy="677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Takes a piece of the upside, but does not own equipment + finance generators</a:t>
              </a:r>
              <a:endParaRPr sz="1100">
                <a:solidFill>
                  <a:srgbClr val="3F3F3F"/>
                </a:solidFill>
                <a:latin typeface="Quattrocento Sans"/>
                <a:ea typeface="Quattrocento Sans"/>
                <a:cs typeface="Quattrocento Sans"/>
                <a:sym typeface="Quattrocento Sans"/>
              </a:endParaRPr>
            </a:p>
          </p:txBody>
        </p:sp>
        <p:grpSp>
          <p:nvGrpSpPr>
            <p:cNvPr id="2087" name="Google Shape;2087;p50"/>
            <p:cNvGrpSpPr/>
            <p:nvPr/>
          </p:nvGrpSpPr>
          <p:grpSpPr>
            <a:xfrm>
              <a:off x="4654252" y="4077072"/>
              <a:ext cx="502200" cy="502200"/>
              <a:chOff x="880680" y="2996952"/>
              <a:chExt cx="502200" cy="502200"/>
            </a:xfrm>
          </p:grpSpPr>
          <p:sp>
            <p:nvSpPr>
              <p:cNvPr id="2088" name="Google Shape;2088;p50"/>
              <p:cNvSpPr/>
              <p:nvPr/>
            </p:nvSpPr>
            <p:spPr>
              <a:xfrm>
                <a:off x="880680" y="2996952"/>
                <a:ext cx="502200" cy="502200"/>
              </a:xfrm>
              <a:prstGeom prst="ellipse">
                <a:avLst/>
              </a:prstGeom>
              <a:solidFill>
                <a:srgbClr val="FF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89" name="Google Shape;2089;p50"/>
              <p:cNvSpPr/>
              <p:nvPr/>
            </p:nvSpPr>
            <p:spPr>
              <a:xfrm>
                <a:off x="1057714" y="3173946"/>
                <a:ext cx="148205" cy="148279"/>
              </a:xfrm>
              <a:custGeom>
                <a:rect b="b" l="l" r="r" t="t"/>
                <a:pathLst>
                  <a:path extrusionOk="0" h="2404" w="2403">
                    <a:moveTo>
                      <a:pt x="44" y="210"/>
                    </a:moveTo>
                    <a:cubicBezTo>
                      <a:pt x="0" y="165"/>
                      <a:pt x="0" y="91"/>
                      <a:pt x="44" y="45"/>
                    </a:cubicBezTo>
                    <a:cubicBezTo>
                      <a:pt x="90" y="0"/>
                      <a:pt x="163" y="0"/>
                      <a:pt x="209" y="45"/>
                    </a:cubicBezTo>
                    <a:cubicBezTo>
                      <a:pt x="1200" y="1038"/>
                      <a:pt x="1200" y="1038"/>
                      <a:pt x="1200" y="1038"/>
                    </a:cubicBezTo>
                    <a:cubicBezTo>
                      <a:pt x="2193" y="45"/>
                      <a:pt x="2193" y="45"/>
                      <a:pt x="2193" y="45"/>
                    </a:cubicBezTo>
                    <a:cubicBezTo>
                      <a:pt x="2238" y="0"/>
                      <a:pt x="2312" y="0"/>
                      <a:pt x="2357" y="45"/>
                    </a:cubicBezTo>
                    <a:cubicBezTo>
                      <a:pt x="2403" y="91"/>
                      <a:pt x="2403" y="166"/>
                      <a:pt x="2357" y="210"/>
                    </a:cubicBezTo>
                    <a:cubicBezTo>
                      <a:pt x="1366" y="1201"/>
                      <a:pt x="1366" y="1201"/>
                      <a:pt x="1366" y="1201"/>
                    </a:cubicBezTo>
                    <a:cubicBezTo>
                      <a:pt x="2357" y="2194"/>
                      <a:pt x="2357" y="2194"/>
                      <a:pt x="2357" y="2194"/>
                    </a:cubicBezTo>
                    <a:cubicBezTo>
                      <a:pt x="2403" y="2239"/>
                      <a:pt x="2403" y="2313"/>
                      <a:pt x="2357" y="2359"/>
                    </a:cubicBezTo>
                    <a:cubicBezTo>
                      <a:pt x="2312" y="2404"/>
                      <a:pt x="2238" y="2404"/>
                      <a:pt x="2193" y="2359"/>
                    </a:cubicBezTo>
                    <a:cubicBezTo>
                      <a:pt x="1200" y="1366"/>
                      <a:pt x="1200" y="1366"/>
                      <a:pt x="1200" y="1366"/>
                    </a:cubicBezTo>
                    <a:cubicBezTo>
                      <a:pt x="209" y="2359"/>
                      <a:pt x="209" y="2359"/>
                      <a:pt x="209" y="2359"/>
                    </a:cubicBezTo>
                    <a:cubicBezTo>
                      <a:pt x="163" y="2404"/>
                      <a:pt x="90" y="2404"/>
                      <a:pt x="44" y="2359"/>
                    </a:cubicBezTo>
                    <a:cubicBezTo>
                      <a:pt x="0" y="2313"/>
                      <a:pt x="0" y="2239"/>
                      <a:pt x="44" y="2194"/>
                    </a:cubicBezTo>
                    <a:cubicBezTo>
                      <a:pt x="1035" y="1201"/>
                      <a:pt x="1035" y="1201"/>
                      <a:pt x="1035" y="1201"/>
                    </a:cubicBezTo>
                    <a:lnTo>
                      <a:pt x="44" y="21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93" name="Shape 2093"/>
        <p:cNvGrpSpPr/>
        <p:nvPr/>
      </p:nvGrpSpPr>
      <p:grpSpPr>
        <a:xfrm>
          <a:off x="0" y="0"/>
          <a:ext cx="0" cy="0"/>
          <a:chOff x="0" y="0"/>
          <a:chExt cx="0" cy="0"/>
        </a:xfrm>
      </p:grpSpPr>
      <p:sp>
        <p:nvSpPr>
          <p:cNvPr id="2094" name="Google Shape;2094;p51"/>
          <p:cNvSpPr/>
          <p:nvPr/>
        </p:nvSpPr>
        <p:spPr>
          <a:xfrm>
            <a:off x="4607150" y="1308291"/>
            <a:ext cx="3584400" cy="1192200"/>
          </a:xfrm>
          <a:prstGeom prst="roundRect">
            <a:avLst>
              <a:gd fmla="val 5862" name="adj"/>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95" name="Google Shape;2095;p51"/>
          <p:cNvSpPr/>
          <p:nvPr/>
        </p:nvSpPr>
        <p:spPr>
          <a:xfrm>
            <a:off x="1005482" y="1308291"/>
            <a:ext cx="3584400" cy="1192200"/>
          </a:xfrm>
          <a:prstGeom prst="roundRect">
            <a:avLst>
              <a:gd fmla="val 5862"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96" name="Google Shape;2096;p51"/>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Competitor </a:t>
            </a:r>
            <a:r>
              <a:rPr lang="en-GB">
                <a:solidFill>
                  <a:schemeClr val="accent3"/>
                </a:solidFill>
              </a:rPr>
              <a:t>Analysis</a:t>
            </a:r>
            <a:endParaRPr>
              <a:latin typeface="Quattrocento Sans"/>
              <a:ea typeface="Quattrocento Sans"/>
              <a:cs typeface="Quattrocento Sans"/>
              <a:sym typeface="Quattrocento Sans"/>
            </a:endParaRPr>
          </a:p>
        </p:txBody>
      </p:sp>
      <p:sp>
        <p:nvSpPr>
          <p:cNvPr id="2097" name="Google Shape;2097;p51"/>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10NetZero Digital Midstream™ Strategic Advantage</a:t>
            </a:r>
            <a:endParaRPr/>
          </a:p>
        </p:txBody>
      </p:sp>
      <p:sp>
        <p:nvSpPr>
          <p:cNvPr id="2098" name="Google Shape;2098;p51"/>
          <p:cNvSpPr/>
          <p:nvPr/>
        </p:nvSpPr>
        <p:spPr>
          <a:xfrm>
            <a:off x="4607150" y="1631742"/>
            <a:ext cx="3584400" cy="1512300"/>
          </a:xfrm>
          <a:prstGeom prst="rect">
            <a:avLst/>
          </a:prstGeom>
          <a:solidFill>
            <a:srgbClr val="E2F0FE"/>
          </a:solidFill>
          <a:ln>
            <a:noFill/>
          </a:ln>
          <a:effectLst>
            <a:outerShdw blurRad="238166" rotWithShape="0" algn="tr" dir="8100000" dist="123847">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99" name="Google Shape;2099;p51"/>
          <p:cNvSpPr txBox="1"/>
          <p:nvPr/>
        </p:nvSpPr>
        <p:spPr>
          <a:xfrm rot="-5400000">
            <a:off x="7835293" y="3054168"/>
            <a:ext cx="13134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GB" sz="1500">
                <a:solidFill>
                  <a:schemeClr val="dk1"/>
                </a:solidFill>
                <a:latin typeface="Quattrocento Sans"/>
                <a:ea typeface="Quattrocento Sans"/>
                <a:cs typeface="Quattrocento Sans"/>
                <a:sym typeface="Quattrocento Sans"/>
              </a:rPr>
              <a:t>Strategic Target</a:t>
            </a:r>
            <a:endParaRPr sz="1100"/>
          </a:p>
        </p:txBody>
      </p:sp>
      <p:sp>
        <p:nvSpPr>
          <p:cNvPr id="2100" name="Google Shape;2100;p51"/>
          <p:cNvSpPr txBox="1"/>
          <p:nvPr/>
        </p:nvSpPr>
        <p:spPr>
          <a:xfrm>
            <a:off x="3756504" y="920647"/>
            <a:ext cx="1701300" cy="2310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GB" sz="1500">
                <a:solidFill>
                  <a:schemeClr val="dk1"/>
                </a:solidFill>
                <a:latin typeface="Quattrocento Sans"/>
                <a:ea typeface="Quattrocento Sans"/>
                <a:cs typeface="Quattrocento Sans"/>
                <a:sym typeface="Quattrocento Sans"/>
              </a:rPr>
              <a:t>Strategic Advantage</a:t>
            </a:r>
            <a:endParaRPr sz="1100"/>
          </a:p>
        </p:txBody>
      </p:sp>
      <p:sp>
        <p:nvSpPr>
          <p:cNvPr id="2101" name="Google Shape;2101;p51"/>
          <p:cNvSpPr txBox="1"/>
          <p:nvPr/>
        </p:nvSpPr>
        <p:spPr>
          <a:xfrm rot="-5400000">
            <a:off x="54474" y="3710143"/>
            <a:ext cx="1293600" cy="4311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GB" sz="1400">
                <a:solidFill>
                  <a:srgbClr val="3F3F3F"/>
                </a:solidFill>
                <a:latin typeface="Quattrocento Sans"/>
                <a:ea typeface="Quattrocento Sans"/>
                <a:cs typeface="Quattrocento Sans"/>
                <a:sym typeface="Quattrocento Sans"/>
              </a:rPr>
              <a:t>Limited to one Segment</a:t>
            </a:r>
            <a:endParaRPr sz="1100"/>
          </a:p>
        </p:txBody>
      </p:sp>
      <p:sp>
        <p:nvSpPr>
          <p:cNvPr id="2102" name="Google Shape;2102;p51"/>
          <p:cNvSpPr txBox="1"/>
          <p:nvPr/>
        </p:nvSpPr>
        <p:spPr>
          <a:xfrm rot="-5400000">
            <a:off x="50526" y="2280109"/>
            <a:ext cx="1293600" cy="215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GB" sz="1400">
                <a:solidFill>
                  <a:srgbClr val="3F3F3F"/>
                </a:solidFill>
                <a:latin typeface="Quattrocento Sans"/>
                <a:ea typeface="Quattrocento Sans"/>
                <a:cs typeface="Quattrocento Sans"/>
                <a:sym typeface="Quattrocento Sans"/>
              </a:rPr>
              <a:t>Entire Industry</a:t>
            </a:r>
            <a:endParaRPr sz="1100"/>
          </a:p>
        </p:txBody>
      </p:sp>
      <p:sp>
        <p:nvSpPr>
          <p:cNvPr id="2103" name="Google Shape;2103;p51"/>
          <p:cNvSpPr txBox="1"/>
          <p:nvPr/>
        </p:nvSpPr>
        <p:spPr>
          <a:xfrm>
            <a:off x="1114715" y="1377684"/>
            <a:ext cx="34032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200">
                <a:solidFill>
                  <a:schemeClr val="lt1"/>
                </a:solidFill>
                <a:latin typeface="Quattrocento Sans"/>
                <a:ea typeface="Quattrocento Sans"/>
                <a:cs typeface="Quattrocento Sans"/>
                <a:sym typeface="Quattrocento Sans"/>
              </a:rPr>
              <a:t>Singularity from the buyer’s point of view</a:t>
            </a:r>
            <a:endParaRPr sz="1100"/>
          </a:p>
        </p:txBody>
      </p:sp>
      <p:sp>
        <p:nvSpPr>
          <p:cNvPr id="2104" name="Google Shape;2104;p51"/>
          <p:cNvSpPr txBox="1"/>
          <p:nvPr/>
        </p:nvSpPr>
        <p:spPr>
          <a:xfrm>
            <a:off x="4690119" y="1377684"/>
            <a:ext cx="34032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lang="en-GB" sz="1200">
                <a:solidFill>
                  <a:schemeClr val="lt1"/>
                </a:solidFill>
                <a:latin typeface="Quattrocento Sans"/>
                <a:ea typeface="Quattrocento Sans"/>
                <a:cs typeface="Quattrocento Sans"/>
                <a:sym typeface="Quattrocento Sans"/>
              </a:rPr>
              <a:t>Low-cost Advantage</a:t>
            </a:r>
            <a:endParaRPr sz="1100"/>
          </a:p>
        </p:txBody>
      </p:sp>
      <p:sp>
        <p:nvSpPr>
          <p:cNvPr id="2105" name="Google Shape;2105;p51"/>
          <p:cNvSpPr/>
          <p:nvPr/>
        </p:nvSpPr>
        <p:spPr>
          <a:xfrm>
            <a:off x="1006675" y="1631742"/>
            <a:ext cx="3584400" cy="1512300"/>
          </a:xfrm>
          <a:prstGeom prst="rect">
            <a:avLst/>
          </a:prstGeom>
          <a:solidFill>
            <a:srgbClr val="B9DCFE"/>
          </a:solidFill>
          <a:ln>
            <a:noFill/>
          </a:ln>
          <a:effectLst>
            <a:outerShdw blurRad="238166" rotWithShape="0" algn="tr" dir="8100000" dist="123847">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06" name="Google Shape;2106;p51"/>
          <p:cNvSpPr/>
          <p:nvPr/>
        </p:nvSpPr>
        <p:spPr>
          <a:xfrm>
            <a:off x="1005482" y="3169626"/>
            <a:ext cx="7185900" cy="1512300"/>
          </a:xfrm>
          <a:prstGeom prst="rect">
            <a:avLst/>
          </a:prstGeom>
          <a:solidFill>
            <a:schemeClr val="accent6"/>
          </a:solidFill>
          <a:ln>
            <a:noFill/>
          </a:ln>
          <a:effectLst>
            <a:outerShdw blurRad="238166" rotWithShape="0" algn="tr" dir="8100000" dist="123847">
              <a:srgbClr val="000000">
                <a:alpha val="98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07" name="Google Shape;2107;p51"/>
          <p:cNvSpPr/>
          <p:nvPr/>
        </p:nvSpPr>
        <p:spPr>
          <a:xfrm>
            <a:off x="3807680" y="2430626"/>
            <a:ext cx="588000" cy="588000"/>
          </a:xfrm>
          <a:prstGeom prst="ellipse">
            <a:avLst/>
          </a:prstGeom>
          <a:solidFill>
            <a:schemeClr val="accent2"/>
          </a:solidFill>
          <a:ln cap="flat" cmpd="sng" w="19050">
            <a:solidFill>
              <a:srgbClr val="013E7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08" name="Google Shape;2108;p51"/>
          <p:cNvSpPr/>
          <p:nvPr/>
        </p:nvSpPr>
        <p:spPr>
          <a:xfrm>
            <a:off x="7413968" y="2430626"/>
            <a:ext cx="588000" cy="588000"/>
          </a:xfrm>
          <a:prstGeom prst="ellipse">
            <a:avLst/>
          </a:prstGeom>
          <a:solidFill>
            <a:schemeClr val="accent5"/>
          </a:solidFill>
          <a:ln cap="flat" cmpd="sng" w="19050">
            <a:solidFill>
              <a:srgbClr val="1A8BF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09" name="Google Shape;2109;p51"/>
          <p:cNvSpPr/>
          <p:nvPr/>
        </p:nvSpPr>
        <p:spPr>
          <a:xfrm>
            <a:off x="7413968" y="3939386"/>
            <a:ext cx="588000" cy="588000"/>
          </a:xfrm>
          <a:prstGeom prst="ellipse">
            <a:avLst/>
          </a:prstGeom>
          <a:solidFill>
            <a:schemeClr val="accent5"/>
          </a:solidFill>
          <a:ln cap="flat" cmpd="sng" w="19050">
            <a:solidFill>
              <a:srgbClr val="BFBFB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10" name="Google Shape;2110;p51"/>
          <p:cNvSpPr txBox="1"/>
          <p:nvPr/>
        </p:nvSpPr>
        <p:spPr>
          <a:xfrm>
            <a:off x="4013282" y="2539874"/>
            <a:ext cx="176700" cy="3693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GB" sz="2400">
                <a:solidFill>
                  <a:schemeClr val="lt1"/>
                </a:solidFill>
                <a:latin typeface="Quattrocento Sans"/>
                <a:ea typeface="Quattrocento Sans"/>
                <a:cs typeface="Quattrocento Sans"/>
                <a:sym typeface="Quattrocento Sans"/>
              </a:rPr>
              <a:t>1</a:t>
            </a:r>
            <a:endParaRPr sz="1100"/>
          </a:p>
        </p:txBody>
      </p:sp>
      <p:sp>
        <p:nvSpPr>
          <p:cNvPr id="2111" name="Google Shape;2111;p51"/>
          <p:cNvSpPr txBox="1"/>
          <p:nvPr/>
        </p:nvSpPr>
        <p:spPr>
          <a:xfrm>
            <a:off x="7619570" y="2539874"/>
            <a:ext cx="176700" cy="3693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GB" sz="2400">
                <a:solidFill>
                  <a:schemeClr val="lt1"/>
                </a:solidFill>
                <a:latin typeface="Quattrocento Sans"/>
                <a:ea typeface="Quattrocento Sans"/>
                <a:cs typeface="Quattrocento Sans"/>
                <a:sym typeface="Quattrocento Sans"/>
              </a:rPr>
              <a:t>2</a:t>
            </a:r>
            <a:endParaRPr sz="1100"/>
          </a:p>
        </p:txBody>
      </p:sp>
      <p:sp>
        <p:nvSpPr>
          <p:cNvPr id="2112" name="Google Shape;2112;p51"/>
          <p:cNvSpPr txBox="1"/>
          <p:nvPr/>
        </p:nvSpPr>
        <p:spPr>
          <a:xfrm>
            <a:off x="7619570" y="4048634"/>
            <a:ext cx="176700" cy="3693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GB" sz="2400">
                <a:solidFill>
                  <a:schemeClr val="lt1"/>
                </a:solidFill>
                <a:latin typeface="Quattrocento Sans"/>
                <a:ea typeface="Quattrocento Sans"/>
                <a:cs typeface="Quattrocento Sans"/>
                <a:sym typeface="Quattrocento Sans"/>
              </a:rPr>
              <a:t>3</a:t>
            </a:r>
            <a:endParaRPr sz="1100"/>
          </a:p>
        </p:txBody>
      </p:sp>
      <p:sp>
        <p:nvSpPr>
          <p:cNvPr id="2113" name="Google Shape;2113;p51"/>
          <p:cNvSpPr txBox="1"/>
          <p:nvPr/>
        </p:nvSpPr>
        <p:spPr>
          <a:xfrm>
            <a:off x="1174765" y="1761249"/>
            <a:ext cx="32208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GB" sz="1400">
                <a:solidFill>
                  <a:srgbClr val="3F3F3F"/>
                </a:solidFill>
                <a:latin typeface="Quattrocento Sans"/>
                <a:ea typeface="Quattrocento Sans"/>
                <a:cs typeface="Quattrocento Sans"/>
                <a:sym typeface="Quattrocento Sans"/>
              </a:rPr>
              <a:t>10NetZero Differentiation</a:t>
            </a:r>
            <a:endParaRPr sz="1100"/>
          </a:p>
        </p:txBody>
      </p:sp>
      <p:sp>
        <p:nvSpPr>
          <p:cNvPr id="2114" name="Google Shape;2114;p51"/>
          <p:cNvSpPr txBox="1"/>
          <p:nvPr/>
        </p:nvSpPr>
        <p:spPr>
          <a:xfrm>
            <a:off x="4788799" y="1761249"/>
            <a:ext cx="32208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GB" sz="1400">
                <a:solidFill>
                  <a:srgbClr val="3F3F3F"/>
                </a:solidFill>
                <a:latin typeface="Quattrocento Sans"/>
                <a:ea typeface="Quattrocento Sans"/>
                <a:cs typeface="Quattrocento Sans"/>
                <a:sym typeface="Quattrocento Sans"/>
              </a:rPr>
              <a:t>Comprehensive Cost Leadership</a:t>
            </a:r>
            <a:endParaRPr sz="1100"/>
          </a:p>
        </p:txBody>
      </p:sp>
      <p:sp>
        <p:nvSpPr>
          <p:cNvPr id="2115" name="Google Shape;2115;p51"/>
          <p:cNvSpPr txBox="1"/>
          <p:nvPr/>
        </p:nvSpPr>
        <p:spPr>
          <a:xfrm>
            <a:off x="1174765" y="3287490"/>
            <a:ext cx="32208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GB" sz="1400">
                <a:solidFill>
                  <a:srgbClr val="3F3F3F"/>
                </a:solidFill>
                <a:latin typeface="Quattrocento Sans"/>
                <a:ea typeface="Quattrocento Sans"/>
                <a:cs typeface="Quattrocento Sans"/>
                <a:sym typeface="Quattrocento Sans"/>
              </a:rPr>
              <a:t>Focus On Priorities</a:t>
            </a:r>
            <a:endParaRPr sz="1100"/>
          </a:p>
        </p:txBody>
      </p:sp>
      <p:sp>
        <p:nvSpPr>
          <p:cNvPr id="2116" name="Google Shape;2116;p51"/>
          <p:cNvSpPr txBox="1"/>
          <p:nvPr/>
        </p:nvSpPr>
        <p:spPr>
          <a:xfrm>
            <a:off x="1177876" y="2092943"/>
            <a:ext cx="26919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Business Model 🡪 Digital Midstream, Max VP fit, flow assurance to oil &amp; gas operators.</a:t>
            </a:r>
            <a:endParaRPr sz="1100"/>
          </a:p>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Strategic Partner 🡪 Low-cost &amp; risk, scaling. </a:t>
            </a:r>
            <a:endParaRPr sz="1100">
              <a:solidFill>
                <a:srgbClr val="3F3F3F"/>
              </a:solidFill>
              <a:latin typeface="Quattrocento Sans"/>
              <a:ea typeface="Quattrocento Sans"/>
              <a:cs typeface="Quattrocento Sans"/>
              <a:sym typeface="Quattrocento Sans"/>
            </a:endParaRPr>
          </a:p>
        </p:txBody>
      </p:sp>
      <p:sp>
        <p:nvSpPr>
          <p:cNvPr id="2117" name="Google Shape;2117;p51"/>
          <p:cNvSpPr txBox="1"/>
          <p:nvPr/>
        </p:nvSpPr>
        <p:spPr>
          <a:xfrm>
            <a:off x="1177876" y="2597207"/>
            <a:ext cx="2475900" cy="677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Flexible 🡪 lower sunk-cost, mobile assets.</a:t>
            </a:r>
            <a:endParaRPr sz="11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Lower risk 🡪 contracts, multiple customers, multi-discipline experience.</a:t>
            </a:r>
            <a:endParaRPr sz="1100">
              <a:solidFill>
                <a:srgbClr val="3F3F3F"/>
              </a:solidFill>
              <a:latin typeface="Quattrocento Sans"/>
              <a:ea typeface="Quattrocento Sans"/>
              <a:cs typeface="Quattrocento Sans"/>
              <a:sym typeface="Quattrocento Sans"/>
            </a:endParaRPr>
          </a:p>
        </p:txBody>
      </p:sp>
      <p:sp>
        <p:nvSpPr>
          <p:cNvPr id="2118" name="Google Shape;2118;p51"/>
          <p:cNvSpPr txBox="1"/>
          <p:nvPr/>
        </p:nvSpPr>
        <p:spPr>
          <a:xfrm>
            <a:off x="4796075" y="2092943"/>
            <a:ext cx="2585100" cy="338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Reliable, high quality, high volume, low-cost natural gas</a:t>
            </a:r>
            <a:endParaRPr sz="1100">
              <a:solidFill>
                <a:srgbClr val="3F3F3F"/>
              </a:solidFill>
              <a:latin typeface="Quattrocento Sans"/>
              <a:ea typeface="Quattrocento Sans"/>
              <a:cs typeface="Quattrocento Sans"/>
              <a:sym typeface="Quattrocento Sans"/>
            </a:endParaRPr>
          </a:p>
        </p:txBody>
      </p:sp>
      <p:sp>
        <p:nvSpPr>
          <p:cNvPr id="2119" name="Google Shape;2119;p51"/>
          <p:cNvSpPr txBox="1"/>
          <p:nvPr/>
        </p:nvSpPr>
        <p:spPr>
          <a:xfrm>
            <a:off x="4796075" y="2597207"/>
            <a:ext cx="2531100" cy="338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Lowest OPEX, low SGA, lowest $/MW deployed at scale.</a:t>
            </a:r>
            <a:endParaRPr sz="1100">
              <a:solidFill>
                <a:srgbClr val="3F3F3F"/>
              </a:solidFill>
              <a:latin typeface="Quattrocento Sans"/>
              <a:ea typeface="Quattrocento Sans"/>
              <a:cs typeface="Quattrocento Sans"/>
              <a:sym typeface="Quattrocento Sans"/>
            </a:endParaRPr>
          </a:p>
        </p:txBody>
      </p:sp>
      <p:sp>
        <p:nvSpPr>
          <p:cNvPr id="2120" name="Google Shape;2120;p51"/>
          <p:cNvSpPr txBox="1"/>
          <p:nvPr/>
        </p:nvSpPr>
        <p:spPr>
          <a:xfrm>
            <a:off x="1177876" y="3632631"/>
            <a:ext cx="1677900" cy="101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Reliable Power Generation</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Purpose built</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Ease of use</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Reputation</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Low-cost operation</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Scalable</a:t>
            </a:r>
            <a:endParaRPr sz="1100">
              <a:solidFill>
                <a:srgbClr val="3F3F3F"/>
              </a:solidFill>
              <a:latin typeface="Quattrocento Sans"/>
              <a:ea typeface="Quattrocento Sans"/>
              <a:cs typeface="Quattrocento Sans"/>
              <a:sym typeface="Quattrocento Sans"/>
            </a:endParaRPr>
          </a:p>
        </p:txBody>
      </p:sp>
      <p:sp>
        <p:nvSpPr>
          <p:cNvPr id="2121" name="Google Shape;2121;p51"/>
          <p:cNvSpPr txBox="1"/>
          <p:nvPr/>
        </p:nvSpPr>
        <p:spPr>
          <a:xfrm>
            <a:off x="3171922" y="3632631"/>
            <a:ext cx="1778100" cy="118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Same equipment across assets</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Minimal training/specialized talent</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Repeatable</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Geographically agnostic</a:t>
            </a:r>
            <a:endParaRPr sz="1100"/>
          </a:p>
          <a:p>
            <a:pPr indent="-152400" lvl="0" marL="215900" marR="0" rtl="0" algn="l">
              <a:spcBef>
                <a:spcPts val="0"/>
              </a:spcBef>
              <a:spcAft>
                <a:spcPts val="0"/>
              </a:spcAft>
              <a:buClr>
                <a:schemeClr val="dk1"/>
              </a:buClr>
              <a:buSzPts val="1100"/>
              <a:buFont typeface="Quattrocento Sans"/>
              <a:buNone/>
            </a:pPr>
            <a:r>
              <a:t/>
            </a:r>
            <a:endParaRPr sz="1100">
              <a:solidFill>
                <a:srgbClr val="3F3F3F"/>
              </a:solidFill>
              <a:latin typeface="Quattrocento Sans"/>
              <a:ea typeface="Quattrocento Sans"/>
              <a:cs typeface="Quattrocento Sans"/>
              <a:sym typeface="Quattrocento Sans"/>
            </a:endParaRPr>
          </a:p>
        </p:txBody>
      </p:sp>
      <p:sp>
        <p:nvSpPr>
          <p:cNvPr id="2122" name="Google Shape;2122;p51"/>
          <p:cNvSpPr txBox="1"/>
          <p:nvPr/>
        </p:nvSpPr>
        <p:spPr>
          <a:xfrm>
            <a:off x="5165967" y="3632631"/>
            <a:ext cx="2268900" cy="101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GB" sz="1100">
                <a:solidFill>
                  <a:srgbClr val="3F3F3F"/>
                </a:solidFill>
                <a:latin typeface="Quattrocento Sans"/>
                <a:ea typeface="Quattrocento Sans"/>
                <a:cs typeface="Quattrocento Sans"/>
                <a:sym typeface="Quattrocento Sans"/>
              </a:rPr>
              <a:t> Operations</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Power generation &amp; data center only</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Limited gas infrastructure responsibility</a:t>
            </a:r>
            <a:endParaRPr sz="1100"/>
          </a:p>
          <a:p>
            <a:pPr indent="-222250" lvl="0" marL="215900" marR="0" rtl="0" algn="l">
              <a:spcBef>
                <a:spcPts val="0"/>
              </a:spcBef>
              <a:spcAft>
                <a:spcPts val="0"/>
              </a:spcAft>
              <a:buClr>
                <a:srgbClr val="3F3F3F"/>
              </a:buClr>
              <a:buSzPts val="1100"/>
              <a:buFont typeface="Quattrocento Sans"/>
              <a:buChar char="-"/>
            </a:pPr>
            <a:r>
              <a:rPr lang="en-GB" sz="1100">
                <a:solidFill>
                  <a:srgbClr val="3F3F3F"/>
                </a:solidFill>
                <a:latin typeface="Quattrocento Sans"/>
                <a:ea typeface="Quattrocento Sans"/>
                <a:cs typeface="Quattrocento Sans"/>
                <a:sym typeface="Quattrocento Sans"/>
              </a:rPr>
              <a:t>Planned maintenance &amp; uptime</a:t>
            </a:r>
            <a:endParaRPr sz="1100">
              <a:solidFill>
                <a:srgbClr val="3F3F3F"/>
              </a:solidFill>
              <a:latin typeface="Quattrocento Sans"/>
              <a:ea typeface="Quattrocento Sans"/>
              <a:cs typeface="Quattrocento Sans"/>
              <a:sym typeface="Quattrocen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26" name="Shape 2126"/>
        <p:cNvGrpSpPr/>
        <p:nvPr/>
      </p:nvGrpSpPr>
      <p:grpSpPr>
        <a:xfrm>
          <a:off x="0" y="0"/>
          <a:ext cx="0" cy="0"/>
          <a:chOff x="0" y="0"/>
          <a:chExt cx="0" cy="0"/>
        </a:xfrm>
      </p:grpSpPr>
      <p:sp>
        <p:nvSpPr>
          <p:cNvPr id="2127" name="Google Shape;2127;p52"/>
          <p:cNvSpPr/>
          <p:nvPr/>
        </p:nvSpPr>
        <p:spPr>
          <a:xfrm rot="-5400000">
            <a:off x="28350" y="2570580"/>
            <a:ext cx="2050200" cy="1192500"/>
          </a:xfrm>
          <a:prstGeom prst="roundRect">
            <a:avLst>
              <a:gd fmla="val 5862" name="adj"/>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28" name="Google Shape;2128;p52"/>
          <p:cNvSpPr/>
          <p:nvPr/>
        </p:nvSpPr>
        <p:spPr>
          <a:xfrm>
            <a:off x="2319260" y="951206"/>
            <a:ext cx="6367500" cy="1381200"/>
          </a:xfrm>
          <a:prstGeom prst="roundRect">
            <a:avLst>
              <a:gd fmla="val 5862"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29" name="Google Shape;2129;p52"/>
          <p:cNvSpPr txBox="1"/>
          <p:nvPr/>
        </p:nvSpPr>
        <p:spPr>
          <a:xfrm>
            <a:off x="2465217" y="1043783"/>
            <a:ext cx="6128700" cy="215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GB" sz="1400">
                <a:solidFill>
                  <a:schemeClr val="lt1"/>
                </a:solidFill>
                <a:latin typeface="Quattrocento Sans"/>
                <a:ea typeface="Quattrocento Sans"/>
                <a:cs typeface="Quattrocento Sans"/>
                <a:sym typeface="Quattrocento Sans"/>
              </a:rPr>
              <a:t>Evaluation Factors</a:t>
            </a:r>
            <a:endParaRPr sz="1100"/>
          </a:p>
        </p:txBody>
      </p:sp>
      <p:sp>
        <p:nvSpPr>
          <p:cNvPr id="2130" name="Google Shape;2130;p52"/>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Competitor </a:t>
            </a:r>
            <a:r>
              <a:rPr lang="en-GB">
                <a:solidFill>
                  <a:schemeClr val="accent3"/>
                </a:solidFill>
              </a:rPr>
              <a:t>Analysis</a:t>
            </a:r>
            <a:endParaRPr>
              <a:latin typeface="Quattrocento Sans"/>
              <a:ea typeface="Quattrocento Sans"/>
              <a:cs typeface="Quattrocento Sans"/>
              <a:sym typeface="Quattrocento Sans"/>
            </a:endParaRPr>
          </a:p>
        </p:txBody>
      </p:sp>
      <p:sp>
        <p:nvSpPr>
          <p:cNvPr id="2131" name="Google Shape;2131;p52"/>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Competitors Evaluation</a:t>
            </a:r>
            <a:endParaRPr/>
          </a:p>
        </p:txBody>
      </p:sp>
      <p:graphicFrame>
        <p:nvGraphicFramePr>
          <p:cNvPr id="2132" name="Google Shape;2132;p52"/>
          <p:cNvGraphicFramePr/>
          <p:nvPr/>
        </p:nvGraphicFramePr>
        <p:xfrm>
          <a:off x="844615" y="1329248"/>
          <a:ext cx="3000000" cy="3000000"/>
        </p:xfrm>
        <a:graphic>
          <a:graphicData uri="http://schemas.openxmlformats.org/drawingml/2006/table">
            <a:tbl>
              <a:tblPr bandRow="1" firstRow="1">
                <a:noFill/>
                <a:tableStyleId>{73FFE5A1-D430-4675-B8FF-07BCE57D9119}</a:tableStyleId>
              </a:tblPr>
              <a:tblGrid>
                <a:gridCol w="1470400"/>
                <a:gridCol w="1031100"/>
                <a:gridCol w="1009800"/>
                <a:gridCol w="1080400"/>
                <a:gridCol w="1026375"/>
                <a:gridCol w="594225"/>
                <a:gridCol w="1629875"/>
              </a:tblGrid>
              <a:tr h="804575">
                <a:tc>
                  <a:txBody>
                    <a:bodyPr/>
                    <a:lstStyle/>
                    <a:p>
                      <a:pPr indent="0" lvl="0" marL="0" marR="0" rtl="0" algn="l">
                        <a:spcBef>
                          <a:spcPts val="0"/>
                        </a:spcBef>
                        <a:spcAft>
                          <a:spcPts val="0"/>
                        </a:spcAft>
                        <a:buNone/>
                      </a:pPr>
                      <a:r>
                        <a:t/>
                      </a:r>
                      <a:endParaRPr sz="1100"/>
                    </a:p>
                  </a:txBody>
                  <a:tcPr marT="34300" marB="34300" marR="68600" marL="68600" anchor="ctr">
                    <a:lnL cap="flat" cmpd="sng" w="7150">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7150">
                      <a:solidFill>
                        <a:srgbClr val="000000">
                          <a:alpha val="0"/>
                        </a:srgbClr>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100">
                          <a:solidFill>
                            <a:schemeClr val="accent2"/>
                          </a:solidFill>
                        </a:rPr>
                        <a:t>MW Deployed</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b="1" lang="en-GB" sz="1100">
                          <a:solidFill>
                            <a:schemeClr val="accent2"/>
                          </a:solidFill>
                        </a:rPr>
                        <a:t>Economic</a:t>
                      </a:r>
                      <a:endParaRPr sz="1100"/>
                    </a:p>
                    <a:p>
                      <a:pPr indent="0" lvl="0" marL="0" marR="0" rtl="0" algn="ctr">
                        <a:spcBef>
                          <a:spcPts val="0"/>
                        </a:spcBef>
                        <a:spcAft>
                          <a:spcPts val="0"/>
                        </a:spcAft>
                        <a:buNone/>
                      </a:pPr>
                      <a:r>
                        <a:rPr b="1" lang="en-GB" sz="1100">
                          <a:solidFill>
                            <a:schemeClr val="accent2"/>
                          </a:solidFill>
                        </a:rPr>
                        <a:t>Solution</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b="1" lang="en-GB" sz="1100">
                          <a:solidFill>
                            <a:schemeClr val="accent2"/>
                          </a:solidFill>
                        </a:rPr>
                        <a:t>Competence &amp;</a:t>
                      </a:r>
                      <a:endParaRPr sz="1100"/>
                    </a:p>
                    <a:p>
                      <a:pPr indent="0" lvl="0" marL="0" marR="0" rtl="0" algn="ctr">
                        <a:spcBef>
                          <a:spcPts val="0"/>
                        </a:spcBef>
                        <a:spcAft>
                          <a:spcPts val="0"/>
                        </a:spcAft>
                        <a:buNone/>
                      </a:pPr>
                      <a:r>
                        <a:rPr b="1" lang="en-GB" sz="1100">
                          <a:solidFill>
                            <a:schemeClr val="accent2"/>
                          </a:solidFill>
                        </a:rPr>
                        <a:t>Equipment</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b="1" lang="en-GB" sz="1100">
                          <a:solidFill>
                            <a:schemeClr val="accent2"/>
                          </a:solidFill>
                        </a:rPr>
                        <a:t>Value Proposition Fit</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gridSpan="2">
                  <a:txBody>
                    <a:bodyPr/>
                    <a:lstStyle/>
                    <a:p>
                      <a:pPr indent="0" lvl="0" marL="0" marR="0" rtl="0" algn="ctr">
                        <a:spcBef>
                          <a:spcPts val="0"/>
                        </a:spcBef>
                        <a:spcAft>
                          <a:spcPts val="0"/>
                        </a:spcAft>
                        <a:buNone/>
                      </a:pPr>
                      <a:r>
                        <a:rPr b="1" lang="en-GB" sz="1200">
                          <a:solidFill>
                            <a:schemeClr val="lt1"/>
                          </a:solidFill>
                        </a:rPr>
                        <a:t>Market Position</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3"/>
                    </a:solidFill>
                  </a:tcPr>
                </a:tc>
                <a:tc hMerge="1"/>
              </a:tr>
              <a:tr h="519575">
                <a:tc>
                  <a:txBody>
                    <a:bodyPr/>
                    <a:lstStyle/>
                    <a:p>
                      <a:pPr indent="0" lvl="0" marL="0" marR="0" rtl="0" algn="l">
                        <a:spcBef>
                          <a:spcPts val="0"/>
                        </a:spcBef>
                        <a:spcAft>
                          <a:spcPts val="0"/>
                        </a:spcAft>
                        <a:buNone/>
                      </a:pPr>
                      <a:r>
                        <a:rPr b="1" lang="en-GB" sz="1100"/>
                        <a:t>10NetZero</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3</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1</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1</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1</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GB" sz="1100">
                          <a:solidFill>
                            <a:schemeClr val="lt1"/>
                          </a:solidFill>
                        </a:rPr>
                        <a:t>1</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c>
                  <a:txBody>
                    <a:bodyPr/>
                    <a:lstStyle/>
                    <a:p>
                      <a:pPr indent="0" lvl="0" marL="0" marR="0" rtl="0" algn="ctr">
                        <a:spcBef>
                          <a:spcPts val="0"/>
                        </a:spcBef>
                        <a:spcAft>
                          <a:spcPts val="0"/>
                        </a:spcAft>
                        <a:buNone/>
                      </a:pPr>
                      <a:r>
                        <a:rPr lang="en-GB" sz="1100">
                          <a:solidFill>
                            <a:schemeClr val="lt1"/>
                          </a:solidFill>
                        </a:rPr>
                        <a:t>Most Value Produced, Scalable </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r>
              <a:tr h="519575">
                <a:tc>
                  <a:txBody>
                    <a:bodyPr/>
                    <a:lstStyle/>
                    <a:p>
                      <a:pPr indent="0" lvl="0" marL="0" marR="0" rtl="0" algn="l">
                        <a:spcBef>
                          <a:spcPts val="0"/>
                        </a:spcBef>
                        <a:spcAft>
                          <a:spcPts val="0"/>
                        </a:spcAft>
                        <a:buNone/>
                      </a:pPr>
                      <a:r>
                        <a:rPr b="1" lang="en-GB" sz="1100"/>
                        <a:t>NGON</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2</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2</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2</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3</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GB" sz="1100">
                          <a:solidFill>
                            <a:schemeClr val="lt1"/>
                          </a:solidFill>
                        </a:rPr>
                        <a:t>2</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chemeClr val="lt1"/>
                        </a:buClr>
                        <a:buSzPts val="1100"/>
                        <a:buFont typeface="Quattrocento Sans"/>
                        <a:buNone/>
                      </a:pPr>
                      <a:r>
                        <a:rPr lang="en-GB" sz="1100">
                          <a:solidFill>
                            <a:schemeClr val="lt1"/>
                          </a:solidFill>
                        </a:rPr>
                        <a:t>Inefficient Business Model</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r>
              <a:tr h="519575">
                <a:tc>
                  <a:txBody>
                    <a:bodyPr/>
                    <a:lstStyle/>
                    <a:p>
                      <a:pPr indent="0" lvl="0" marL="0" marR="0" rtl="0" algn="l">
                        <a:lnSpc>
                          <a:spcPct val="100000"/>
                        </a:lnSpc>
                        <a:spcBef>
                          <a:spcPts val="0"/>
                        </a:spcBef>
                        <a:spcAft>
                          <a:spcPts val="0"/>
                        </a:spcAft>
                        <a:buClr>
                          <a:schemeClr val="dk1"/>
                        </a:buClr>
                        <a:buSzPts val="1100"/>
                        <a:buFont typeface="Quattrocento Sans"/>
                        <a:buNone/>
                      </a:pPr>
                      <a:r>
                        <a:rPr b="1" lang="en-GB" sz="1100"/>
                        <a:t>360 Energy</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4</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3</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4</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2</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spcBef>
                          <a:spcPts val="0"/>
                        </a:spcBef>
                        <a:spcAft>
                          <a:spcPts val="0"/>
                        </a:spcAft>
                        <a:buNone/>
                      </a:pPr>
                      <a:r>
                        <a:rPr lang="en-GB" sz="1100">
                          <a:solidFill>
                            <a:schemeClr val="lt1"/>
                          </a:solidFill>
                        </a:rPr>
                        <a:t>4</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chemeClr val="lt1"/>
                        </a:buClr>
                        <a:buSzPts val="1100"/>
                        <a:buFont typeface="Quattrocento Sans"/>
                        <a:buNone/>
                      </a:pPr>
                      <a:r>
                        <a:rPr lang="en-GB" sz="1100">
                          <a:solidFill>
                            <a:schemeClr val="lt1"/>
                          </a:solidFill>
                        </a:rPr>
                        <a:t>Consultancy &amp; rental focused</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5"/>
                    </a:solidFill>
                  </a:tcPr>
                </a:tc>
              </a:tr>
              <a:tr h="519575">
                <a:tc>
                  <a:txBody>
                    <a:bodyPr/>
                    <a:lstStyle/>
                    <a:p>
                      <a:pPr indent="0" lvl="0" marL="0" marR="0" rtl="0" algn="l">
                        <a:lnSpc>
                          <a:spcPct val="100000"/>
                        </a:lnSpc>
                        <a:spcBef>
                          <a:spcPts val="0"/>
                        </a:spcBef>
                        <a:spcAft>
                          <a:spcPts val="0"/>
                        </a:spcAft>
                        <a:buClr>
                          <a:schemeClr val="dk1"/>
                        </a:buClr>
                        <a:buSzPts val="1100"/>
                        <a:buFont typeface="Quattrocento Sans"/>
                        <a:buNone/>
                      </a:pPr>
                      <a:r>
                        <a:rPr b="1" lang="en-GB" sz="1100"/>
                        <a:t>Crusoe</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1</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4</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3</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3F3F3F"/>
                        </a:buClr>
                        <a:buSzPts val="1100"/>
                        <a:buFont typeface="Quattrocento Sans"/>
                        <a:buNone/>
                      </a:pPr>
                      <a:r>
                        <a:rPr b="0" i="0" lang="en-GB" sz="1100" u="none" cap="none" strike="noStrike">
                          <a:solidFill>
                            <a:srgbClr val="3F3F3F"/>
                          </a:solidFill>
                          <a:latin typeface="Quattrocento Sans"/>
                          <a:ea typeface="Quattrocento Sans"/>
                          <a:cs typeface="Quattrocento Sans"/>
                          <a:sym typeface="Quattrocento Sans"/>
                        </a:rPr>
                        <a:t>4</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spcBef>
                          <a:spcPts val="0"/>
                        </a:spcBef>
                        <a:spcAft>
                          <a:spcPts val="0"/>
                        </a:spcAft>
                        <a:buNone/>
                      </a:pPr>
                      <a:r>
                        <a:rPr lang="en-GB" sz="1100">
                          <a:solidFill>
                            <a:schemeClr val="lt1"/>
                          </a:solidFill>
                        </a:rPr>
                        <a:t>3</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5"/>
                    </a:solidFill>
                  </a:tcPr>
                </a:tc>
                <a:tc>
                  <a:txBody>
                    <a:bodyPr/>
                    <a:lstStyle/>
                    <a:p>
                      <a:pPr indent="0" lvl="0" marL="0" marR="0" rtl="0" algn="ctr">
                        <a:lnSpc>
                          <a:spcPct val="100000"/>
                        </a:lnSpc>
                        <a:spcBef>
                          <a:spcPts val="0"/>
                        </a:spcBef>
                        <a:spcAft>
                          <a:spcPts val="0"/>
                        </a:spcAft>
                        <a:buClr>
                          <a:schemeClr val="lt1"/>
                        </a:buClr>
                        <a:buSzPts val="1100"/>
                        <a:buFont typeface="Quattrocento Sans"/>
                        <a:buNone/>
                      </a:pPr>
                      <a:r>
                        <a:rPr lang="en-GB" sz="1100">
                          <a:solidFill>
                            <a:schemeClr val="lt1"/>
                          </a:solidFill>
                        </a:rPr>
                        <a:t>Pivoted away from off-grid data centers</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5"/>
                    </a:solidFill>
                  </a:tcPr>
                </a:tc>
              </a:tr>
            </a:tbl>
          </a:graphicData>
        </a:graphic>
      </p:graphicFrame>
      <p:sp>
        <p:nvSpPr>
          <p:cNvPr id="2133" name="Google Shape;2133;p52"/>
          <p:cNvSpPr txBox="1"/>
          <p:nvPr/>
        </p:nvSpPr>
        <p:spPr>
          <a:xfrm rot="-5400000">
            <a:off x="-506067" y="3318045"/>
            <a:ext cx="2289000" cy="2154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GB" sz="1400">
                <a:solidFill>
                  <a:schemeClr val="lt1"/>
                </a:solidFill>
                <a:latin typeface="Quattrocento Sans"/>
                <a:ea typeface="Quattrocento Sans"/>
                <a:cs typeface="Quattrocento Sans"/>
                <a:sym typeface="Quattrocento Sans"/>
              </a:rPr>
              <a:t>Competitor</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37" name="Shape 2137"/>
        <p:cNvGrpSpPr/>
        <p:nvPr/>
      </p:nvGrpSpPr>
      <p:grpSpPr>
        <a:xfrm>
          <a:off x="0" y="0"/>
          <a:ext cx="0" cy="0"/>
          <a:chOff x="0" y="0"/>
          <a:chExt cx="0" cy="0"/>
        </a:xfrm>
      </p:grpSpPr>
      <p:sp>
        <p:nvSpPr>
          <p:cNvPr id="2138" name="Google Shape;2138;p53"/>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Competitor </a:t>
            </a:r>
            <a:r>
              <a:rPr lang="en-GB">
                <a:solidFill>
                  <a:schemeClr val="accent3"/>
                </a:solidFill>
              </a:rPr>
              <a:t>Analysis</a:t>
            </a:r>
            <a:endParaRPr>
              <a:latin typeface="Quattrocento Sans"/>
              <a:ea typeface="Quattrocento Sans"/>
              <a:cs typeface="Quattrocento Sans"/>
              <a:sym typeface="Quattrocento Sans"/>
            </a:endParaRPr>
          </a:p>
        </p:txBody>
      </p:sp>
      <p:sp>
        <p:nvSpPr>
          <p:cNvPr id="2139" name="Google Shape;2139;p53"/>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Competitors Evaluation - Rating</a:t>
            </a:r>
            <a:endParaRPr/>
          </a:p>
        </p:txBody>
      </p:sp>
      <p:graphicFrame>
        <p:nvGraphicFramePr>
          <p:cNvPr id="2140" name="Google Shape;2140;p53"/>
          <p:cNvGraphicFramePr/>
          <p:nvPr/>
        </p:nvGraphicFramePr>
        <p:xfrm>
          <a:off x="457200" y="1121262"/>
          <a:ext cx="3000000" cy="3000000"/>
        </p:xfrm>
        <a:graphic>
          <a:graphicData uri="http://schemas.openxmlformats.org/drawingml/2006/table">
            <a:tbl>
              <a:tblPr bandRow="1" firstRow="1">
                <a:noFill/>
                <a:tableStyleId>{73FFE5A1-D430-4675-B8FF-07BCE57D9119}</a:tableStyleId>
              </a:tblPr>
              <a:tblGrid>
                <a:gridCol w="1863125"/>
                <a:gridCol w="1539800"/>
                <a:gridCol w="1565425"/>
                <a:gridCol w="1630650"/>
                <a:gridCol w="1630650"/>
              </a:tblGrid>
              <a:tr h="631350">
                <a:tc>
                  <a:txBody>
                    <a:bodyPr/>
                    <a:lstStyle/>
                    <a:p>
                      <a:pPr indent="0" lvl="0" marL="0" marR="0" rtl="0" algn="l">
                        <a:spcBef>
                          <a:spcPts val="0"/>
                        </a:spcBef>
                        <a:spcAft>
                          <a:spcPts val="0"/>
                        </a:spcAft>
                        <a:buNone/>
                      </a:pPr>
                      <a:r>
                        <a:rPr b="1" lang="en-GB" sz="1400"/>
                        <a:t>Factors</a:t>
                      </a:r>
                      <a:endParaRPr sz="1100"/>
                    </a:p>
                  </a:txBody>
                  <a:tcPr marT="34300" marB="34300" marR="68600" marL="1485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GB" sz="1200">
                          <a:solidFill>
                            <a:schemeClr val="lt1"/>
                          </a:solidFill>
                        </a:rPr>
                        <a:t>10NetZero</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5"/>
                    </a:solidFill>
                  </a:tcPr>
                </a:tc>
                <a:tc>
                  <a:txBody>
                    <a:bodyPr/>
                    <a:lstStyle/>
                    <a:p>
                      <a:pPr indent="0" lvl="0" marL="0" marR="0" rtl="0" algn="ctr">
                        <a:spcBef>
                          <a:spcPts val="0"/>
                        </a:spcBef>
                        <a:spcAft>
                          <a:spcPts val="0"/>
                        </a:spcAft>
                        <a:buNone/>
                      </a:pPr>
                      <a:r>
                        <a:rPr b="1" lang="en-GB" sz="1200">
                          <a:solidFill>
                            <a:schemeClr val="lt1"/>
                          </a:solidFill>
                        </a:rPr>
                        <a:t>NGON</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1A8BFA"/>
                    </a:solidFill>
                  </a:tcPr>
                </a:tc>
                <a:tc>
                  <a:txBody>
                    <a:bodyPr/>
                    <a:lstStyle/>
                    <a:p>
                      <a:pPr indent="0" lvl="0" marL="0" marR="0" rtl="0" algn="ctr">
                        <a:lnSpc>
                          <a:spcPct val="100000"/>
                        </a:lnSpc>
                        <a:spcBef>
                          <a:spcPts val="0"/>
                        </a:spcBef>
                        <a:spcAft>
                          <a:spcPts val="0"/>
                        </a:spcAft>
                        <a:buClr>
                          <a:srgbClr val="FFFFFF"/>
                        </a:buClr>
                        <a:buSzPts val="1200"/>
                        <a:buFont typeface="Quattrocento Sans"/>
                        <a:buNone/>
                      </a:pPr>
                      <a:r>
                        <a:rPr b="1" i="0" lang="en-GB" sz="1200" u="none" cap="none" strike="noStrike">
                          <a:solidFill>
                            <a:srgbClr val="FFFFFF"/>
                          </a:solidFill>
                          <a:latin typeface="Quattrocento Sans"/>
                          <a:ea typeface="Quattrocento Sans"/>
                          <a:cs typeface="Quattrocento Sans"/>
                          <a:sym typeface="Quattrocento Sans"/>
                        </a:rPr>
                        <a:t>360 Mining</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FFFFFF"/>
                        </a:buClr>
                        <a:buSzPts val="1200"/>
                        <a:buFont typeface="Quattrocento Sans"/>
                        <a:buNone/>
                      </a:pPr>
                      <a:r>
                        <a:rPr b="1" i="0" lang="en-GB" sz="1200" u="none" cap="none" strike="noStrike">
                          <a:solidFill>
                            <a:srgbClr val="FFFFFF"/>
                          </a:solidFill>
                          <a:latin typeface="Quattrocento Sans"/>
                          <a:ea typeface="Quattrocento Sans"/>
                          <a:cs typeface="Quattrocento Sans"/>
                          <a:sym typeface="Quattrocento Sans"/>
                        </a:rPr>
                        <a:t>Crusoe</a:t>
                      </a:r>
                      <a:endParaRPr sz="1100"/>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2"/>
                    </a:solidFill>
                  </a:tcPr>
                </a:tc>
              </a:tr>
              <a:tr h="587125">
                <a:tc>
                  <a:txBody>
                    <a:bodyPr/>
                    <a:lstStyle/>
                    <a:p>
                      <a:pPr indent="0" lvl="0" marL="0" marR="0" rtl="0" algn="l">
                        <a:spcBef>
                          <a:spcPts val="0"/>
                        </a:spcBef>
                        <a:spcAft>
                          <a:spcPts val="0"/>
                        </a:spcAft>
                        <a:buNone/>
                      </a:pPr>
                      <a:r>
                        <a:rPr b="1" lang="en-GB" sz="1200"/>
                        <a:t>Value Proposition</a:t>
                      </a:r>
                      <a:endParaRPr sz="1100"/>
                    </a:p>
                  </a:txBody>
                  <a:tcPr marT="34300" marB="34300" marR="68600" marL="1350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r>
              <a:tr h="587125">
                <a:tc>
                  <a:txBody>
                    <a:bodyPr/>
                    <a:lstStyle/>
                    <a:p>
                      <a:pPr indent="0" lvl="0" marL="0" marR="0" rtl="0" algn="l">
                        <a:spcBef>
                          <a:spcPts val="0"/>
                        </a:spcBef>
                        <a:spcAft>
                          <a:spcPts val="0"/>
                        </a:spcAft>
                        <a:buNone/>
                      </a:pPr>
                      <a:r>
                        <a:rPr b="1" lang="en-GB" sz="1200"/>
                        <a:t>Scalability</a:t>
                      </a:r>
                      <a:endParaRPr sz="1100"/>
                    </a:p>
                  </a:txBody>
                  <a:tcPr marT="34300" marB="34300" marR="68600" marL="1350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r>
              <a:tr h="587125">
                <a:tc>
                  <a:txBody>
                    <a:bodyPr/>
                    <a:lstStyle/>
                    <a:p>
                      <a:pPr indent="0" lvl="0" marL="0" marR="0" rtl="0" algn="l">
                        <a:lnSpc>
                          <a:spcPct val="100000"/>
                        </a:lnSpc>
                        <a:spcBef>
                          <a:spcPts val="0"/>
                        </a:spcBef>
                        <a:spcAft>
                          <a:spcPts val="0"/>
                        </a:spcAft>
                        <a:buClr>
                          <a:schemeClr val="dk1"/>
                        </a:buClr>
                        <a:buSzPts val="1200"/>
                        <a:buFont typeface="Quattrocento Sans"/>
                        <a:buNone/>
                      </a:pPr>
                      <a:r>
                        <a:rPr b="1" lang="en-GB" sz="1200"/>
                        <a:t>Reliability</a:t>
                      </a:r>
                      <a:endParaRPr sz="1100"/>
                    </a:p>
                  </a:txBody>
                  <a:tcPr marT="34300" marB="34300" marR="68600" marL="1350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r>
              <a:tr h="587125">
                <a:tc>
                  <a:txBody>
                    <a:bodyPr/>
                    <a:lstStyle/>
                    <a:p>
                      <a:pPr indent="0" lvl="0" marL="0" marR="0" rtl="0" algn="l">
                        <a:lnSpc>
                          <a:spcPct val="100000"/>
                        </a:lnSpc>
                        <a:spcBef>
                          <a:spcPts val="0"/>
                        </a:spcBef>
                        <a:spcAft>
                          <a:spcPts val="0"/>
                        </a:spcAft>
                        <a:buClr>
                          <a:schemeClr val="dk1"/>
                        </a:buClr>
                        <a:buSzPts val="1200"/>
                        <a:buFont typeface="Quattrocento Sans"/>
                        <a:buNone/>
                      </a:pPr>
                      <a:r>
                        <a:rPr b="1" lang="en-GB" sz="1200"/>
                        <a:t>Flexibility</a:t>
                      </a:r>
                      <a:endParaRPr sz="1100"/>
                    </a:p>
                  </a:txBody>
                  <a:tcPr marT="34300" marB="34300" marR="68600" marL="1350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2F2F2"/>
                    </a:solidFill>
                  </a:tcPr>
                </a:tc>
              </a:tr>
              <a:tr h="587125">
                <a:tc>
                  <a:txBody>
                    <a:bodyPr/>
                    <a:lstStyle/>
                    <a:p>
                      <a:pPr indent="0" lvl="0" marL="0" marR="0" rtl="0" algn="l">
                        <a:lnSpc>
                          <a:spcPct val="100000"/>
                        </a:lnSpc>
                        <a:spcBef>
                          <a:spcPts val="0"/>
                        </a:spcBef>
                        <a:spcAft>
                          <a:spcPts val="0"/>
                        </a:spcAft>
                        <a:buClr>
                          <a:schemeClr val="dk1"/>
                        </a:buClr>
                        <a:buSzPts val="1200"/>
                        <a:buFont typeface="Quattrocento Sans"/>
                        <a:buNone/>
                      </a:pPr>
                      <a:r>
                        <a:rPr b="1" lang="en-GB" sz="1200"/>
                        <a:t>Profitability </a:t>
                      </a:r>
                      <a:endParaRPr sz="1100"/>
                    </a:p>
                  </a:txBody>
                  <a:tcPr marT="34300" marB="34300" marR="68600" marL="1350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chemeClr val="dk1"/>
                        </a:buClr>
                        <a:buSzPts val="1100"/>
                        <a:buFont typeface="Quattrocento Sans"/>
                        <a:buNone/>
                      </a:pPr>
                      <a:r>
                        <a:t/>
                      </a:r>
                      <a:endParaRPr b="0" i="0" sz="1100" u="none" cap="none" strike="noStrike">
                        <a:solidFill>
                          <a:srgbClr val="3F3F3F"/>
                        </a:solidFill>
                        <a:latin typeface="Quattrocento Sans"/>
                        <a:ea typeface="Quattrocento Sans"/>
                        <a:cs typeface="Quattrocento Sans"/>
                        <a:sym typeface="Quattrocento Sans"/>
                      </a:endParaRPr>
                    </a:p>
                  </a:txBody>
                  <a:tcPr marT="34300" marB="34300" marR="68600" marL="686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8D8D8"/>
                    </a:solidFill>
                  </a:tcPr>
                </a:tc>
              </a:tr>
            </a:tbl>
          </a:graphicData>
        </a:graphic>
      </p:graphicFrame>
      <p:grpSp>
        <p:nvGrpSpPr>
          <p:cNvPr id="2141" name="Google Shape;2141;p53"/>
          <p:cNvGrpSpPr/>
          <p:nvPr/>
        </p:nvGrpSpPr>
        <p:grpSpPr>
          <a:xfrm>
            <a:off x="2519253" y="1947668"/>
            <a:ext cx="1105610" cy="180225"/>
            <a:chOff x="3358108" y="2368726"/>
            <a:chExt cx="1473753" cy="240300"/>
          </a:xfrm>
        </p:grpSpPr>
        <p:sp>
          <p:nvSpPr>
            <p:cNvPr id="2142" name="Google Shape;2142;p53"/>
            <p:cNvSpPr/>
            <p:nvPr/>
          </p:nvSpPr>
          <p:spPr>
            <a:xfrm>
              <a:off x="3358108" y="2368726"/>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43" name="Google Shape;2143;p53"/>
            <p:cNvSpPr/>
            <p:nvPr/>
          </p:nvSpPr>
          <p:spPr>
            <a:xfrm>
              <a:off x="3666471" y="2368726"/>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44" name="Google Shape;2144;p53"/>
            <p:cNvSpPr/>
            <p:nvPr/>
          </p:nvSpPr>
          <p:spPr>
            <a:xfrm>
              <a:off x="3974834" y="2368726"/>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45" name="Google Shape;2145;p53"/>
            <p:cNvSpPr/>
            <p:nvPr/>
          </p:nvSpPr>
          <p:spPr>
            <a:xfrm>
              <a:off x="4283197" y="2368726"/>
              <a:ext cx="240300" cy="240300"/>
            </a:xfrm>
            <a:prstGeom prst="star5">
              <a:avLst>
                <a:gd fmla="val 26208" name="adj"/>
                <a:gd fmla="val 105146" name="hf"/>
                <a:gd fmla="val 110557" name="vf"/>
              </a:avLst>
            </a:prstGeom>
            <a:solidFill>
              <a:srgbClr val="3197F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46" name="Google Shape;2146;p53"/>
            <p:cNvSpPr/>
            <p:nvPr/>
          </p:nvSpPr>
          <p:spPr>
            <a:xfrm>
              <a:off x="4591561" y="2368726"/>
              <a:ext cx="240300" cy="240300"/>
            </a:xfrm>
            <a:prstGeom prst="star5">
              <a:avLst>
                <a:gd fmla="val 26208" name="adj"/>
                <a:gd fmla="val 105146" name="hf"/>
                <a:gd fmla="val 110557" name="vf"/>
              </a:avLst>
            </a:prstGeom>
            <a:solidFill>
              <a:srgbClr val="3197F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147" name="Google Shape;2147;p53"/>
          <p:cNvGrpSpPr/>
          <p:nvPr/>
        </p:nvGrpSpPr>
        <p:grpSpPr>
          <a:xfrm>
            <a:off x="4129026" y="1947668"/>
            <a:ext cx="1105610" cy="180225"/>
            <a:chOff x="5503900" y="2368726"/>
            <a:chExt cx="1473753" cy="240300"/>
          </a:xfrm>
        </p:grpSpPr>
        <p:sp>
          <p:nvSpPr>
            <p:cNvPr id="2148" name="Google Shape;2148;p53"/>
            <p:cNvSpPr/>
            <p:nvPr/>
          </p:nvSpPr>
          <p:spPr>
            <a:xfrm>
              <a:off x="5503900" y="2368726"/>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49" name="Google Shape;2149;p53"/>
            <p:cNvSpPr/>
            <p:nvPr/>
          </p:nvSpPr>
          <p:spPr>
            <a:xfrm>
              <a:off x="5812263" y="2368726"/>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50" name="Google Shape;2150;p53"/>
            <p:cNvSpPr/>
            <p:nvPr/>
          </p:nvSpPr>
          <p:spPr>
            <a:xfrm>
              <a:off x="6120626" y="2368726"/>
              <a:ext cx="240300" cy="240300"/>
            </a:xfrm>
            <a:prstGeom prst="star5">
              <a:avLst>
                <a:gd fmla="val 26208" name="adj"/>
                <a:gd fmla="val 105146" name="hf"/>
                <a:gd fmla="val 110557" name="vf"/>
              </a:avLst>
            </a:prstGeom>
            <a:solidFill>
              <a:srgbClr val="73BB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51" name="Google Shape;2151;p53"/>
            <p:cNvSpPr/>
            <p:nvPr/>
          </p:nvSpPr>
          <p:spPr>
            <a:xfrm>
              <a:off x="6428989" y="23687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52" name="Google Shape;2152;p53"/>
            <p:cNvSpPr/>
            <p:nvPr/>
          </p:nvSpPr>
          <p:spPr>
            <a:xfrm>
              <a:off x="6737353" y="23687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153" name="Google Shape;2153;p53"/>
          <p:cNvGrpSpPr/>
          <p:nvPr/>
        </p:nvGrpSpPr>
        <p:grpSpPr>
          <a:xfrm>
            <a:off x="5702213" y="1947668"/>
            <a:ext cx="1105610" cy="180225"/>
            <a:chOff x="7600924" y="2368726"/>
            <a:chExt cx="1473753" cy="240300"/>
          </a:xfrm>
        </p:grpSpPr>
        <p:sp>
          <p:nvSpPr>
            <p:cNvPr id="2154" name="Google Shape;2154;p53"/>
            <p:cNvSpPr/>
            <p:nvPr/>
          </p:nvSpPr>
          <p:spPr>
            <a:xfrm>
              <a:off x="7600924" y="2368726"/>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55" name="Google Shape;2155;p53"/>
            <p:cNvSpPr/>
            <p:nvPr/>
          </p:nvSpPr>
          <p:spPr>
            <a:xfrm>
              <a:off x="7909287" y="2368726"/>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56" name="Google Shape;2156;p53"/>
            <p:cNvSpPr/>
            <p:nvPr/>
          </p:nvSpPr>
          <p:spPr>
            <a:xfrm>
              <a:off x="8217650" y="23687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57" name="Google Shape;2157;p53"/>
            <p:cNvSpPr/>
            <p:nvPr/>
          </p:nvSpPr>
          <p:spPr>
            <a:xfrm>
              <a:off x="8526013" y="23687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58" name="Google Shape;2158;p53"/>
            <p:cNvSpPr/>
            <p:nvPr/>
          </p:nvSpPr>
          <p:spPr>
            <a:xfrm>
              <a:off x="8834377" y="23687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159" name="Google Shape;2159;p53"/>
          <p:cNvGrpSpPr/>
          <p:nvPr/>
        </p:nvGrpSpPr>
        <p:grpSpPr>
          <a:xfrm>
            <a:off x="7306257" y="1947668"/>
            <a:ext cx="1105610" cy="180225"/>
            <a:chOff x="9739079" y="2368726"/>
            <a:chExt cx="1473753" cy="240300"/>
          </a:xfrm>
        </p:grpSpPr>
        <p:sp>
          <p:nvSpPr>
            <p:cNvPr id="2160" name="Google Shape;2160;p53"/>
            <p:cNvSpPr/>
            <p:nvPr/>
          </p:nvSpPr>
          <p:spPr>
            <a:xfrm>
              <a:off x="9739079" y="2368726"/>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61" name="Google Shape;2161;p53"/>
            <p:cNvSpPr/>
            <p:nvPr/>
          </p:nvSpPr>
          <p:spPr>
            <a:xfrm>
              <a:off x="10047442" y="2368726"/>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62" name="Google Shape;2162;p53"/>
            <p:cNvSpPr/>
            <p:nvPr/>
          </p:nvSpPr>
          <p:spPr>
            <a:xfrm>
              <a:off x="10355805" y="23687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63" name="Google Shape;2163;p53"/>
            <p:cNvSpPr/>
            <p:nvPr/>
          </p:nvSpPr>
          <p:spPr>
            <a:xfrm>
              <a:off x="10664168" y="23687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64" name="Google Shape;2164;p53"/>
            <p:cNvSpPr/>
            <p:nvPr/>
          </p:nvSpPr>
          <p:spPr>
            <a:xfrm>
              <a:off x="10972532" y="23687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165" name="Google Shape;2165;p53"/>
          <p:cNvGrpSpPr/>
          <p:nvPr/>
        </p:nvGrpSpPr>
        <p:grpSpPr>
          <a:xfrm>
            <a:off x="2519253" y="2537395"/>
            <a:ext cx="1105610" cy="180225"/>
            <a:chOff x="3358108" y="3234358"/>
            <a:chExt cx="1473753" cy="240300"/>
          </a:xfrm>
        </p:grpSpPr>
        <p:sp>
          <p:nvSpPr>
            <p:cNvPr id="2166" name="Google Shape;2166;p53"/>
            <p:cNvSpPr/>
            <p:nvPr/>
          </p:nvSpPr>
          <p:spPr>
            <a:xfrm>
              <a:off x="3358108" y="3234358"/>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67" name="Google Shape;2167;p53"/>
            <p:cNvSpPr/>
            <p:nvPr/>
          </p:nvSpPr>
          <p:spPr>
            <a:xfrm>
              <a:off x="3666471" y="3234358"/>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68" name="Google Shape;2168;p53"/>
            <p:cNvSpPr/>
            <p:nvPr/>
          </p:nvSpPr>
          <p:spPr>
            <a:xfrm>
              <a:off x="3974834" y="3234358"/>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69" name="Google Shape;2169;p53"/>
            <p:cNvSpPr/>
            <p:nvPr/>
          </p:nvSpPr>
          <p:spPr>
            <a:xfrm>
              <a:off x="4283197" y="3234358"/>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70" name="Google Shape;2170;p53"/>
            <p:cNvSpPr/>
            <p:nvPr/>
          </p:nvSpPr>
          <p:spPr>
            <a:xfrm>
              <a:off x="4591561" y="323435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171" name="Google Shape;2171;p53"/>
          <p:cNvGrpSpPr/>
          <p:nvPr/>
        </p:nvGrpSpPr>
        <p:grpSpPr>
          <a:xfrm>
            <a:off x="4129026" y="2537395"/>
            <a:ext cx="1105610" cy="180225"/>
            <a:chOff x="5503900" y="3234358"/>
            <a:chExt cx="1473753" cy="240300"/>
          </a:xfrm>
        </p:grpSpPr>
        <p:sp>
          <p:nvSpPr>
            <p:cNvPr id="2172" name="Google Shape;2172;p53"/>
            <p:cNvSpPr/>
            <p:nvPr/>
          </p:nvSpPr>
          <p:spPr>
            <a:xfrm>
              <a:off x="5503900" y="3234358"/>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73" name="Google Shape;2173;p53"/>
            <p:cNvSpPr/>
            <p:nvPr/>
          </p:nvSpPr>
          <p:spPr>
            <a:xfrm>
              <a:off x="5812263" y="3234358"/>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74" name="Google Shape;2174;p53"/>
            <p:cNvSpPr/>
            <p:nvPr/>
          </p:nvSpPr>
          <p:spPr>
            <a:xfrm>
              <a:off x="6120626" y="323435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75" name="Google Shape;2175;p53"/>
            <p:cNvSpPr/>
            <p:nvPr/>
          </p:nvSpPr>
          <p:spPr>
            <a:xfrm>
              <a:off x="6428989" y="323435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76" name="Google Shape;2176;p53"/>
            <p:cNvSpPr/>
            <p:nvPr/>
          </p:nvSpPr>
          <p:spPr>
            <a:xfrm>
              <a:off x="6737353" y="323435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177" name="Google Shape;2177;p53"/>
          <p:cNvGrpSpPr/>
          <p:nvPr/>
        </p:nvGrpSpPr>
        <p:grpSpPr>
          <a:xfrm>
            <a:off x="5702213" y="2537395"/>
            <a:ext cx="1105610" cy="180225"/>
            <a:chOff x="7600924" y="3234358"/>
            <a:chExt cx="1473753" cy="240300"/>
          </a:xfrm>
        </p:grpSpPr>
        <p:sp>
          <p:nvSpPr>
            <p:cNvPr id="2178" name="Google Shape;2178;p53"/>
            <p:cNvSpPr/>
            <p:nvPr/>
          </p:nvSpPr>
          <p:spPr>
            <a:xfrm>
              <a:off x="7600924" y="3234358"/>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79" name="Google Shape;2179;p53"/>
            <p:cNvSpPr/>
            <p:nvPr/>
          </p:nvSpPr>
          <p:spPr>
            <a:xfrm>
              <a:off x="7909287" y="3234358"/>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80" name="Google Shape;2180;p53"/>
            <p:cNvSpPr/>
            <p:nvPr/>
          </p:nvSpPr>
          <p:spPr>
            <a:xfrm>
              <a:off x="8217650" y="3234358"/>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81" name="Google Shape;2181;p53"/>
            <p:cNvSpPr/>
            <p:nvPr/>
          </p:nvSpPr>
          <p:spPr>
            <a:xfrm>
              <a:off x="8526013" y="323435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82" name="Google Shape;2182;p53"/>
            <p:cNvSpPr/>
            <p:nvPr/>
          </p:nvSpPr>
          <p:spPr>
            <a:xfrm>
              <a:off x="8834377" y="323435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183" name="Google Shape;2183;p53"/>
          <p:cNvGrpSpPr/>
          <p:nvPr/>
        </p:nvGrpSpPr>
        <p:grpSpPr>
          <a:xfrm>
            <a:off x="7306257" y="2537395"/>
            <a:ext cx="1105610" cy="180225"/>
            <a:chOff x="9739079" y="3234358"/>
            <a:chExt cx="1473753" cy="240300"/>
          </a:xfrm>
        </p:grpSpPr>
        <p:sp>
          <p:nvSpPr>
            <p:cNvPr id="2184" name="Google Shape;2184;p53"/>
            <p:cNvSpPr/>
            <p:nvPr/>
          </p:nvSpPr>
          <p:spPr>
            <a:xfrm>
              <a:off x="9739079" y="3234358"/>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85" name="Google Shape;2185;p53"/>
            <p:cNvSpPr/>
            <p:nvPr/>
          </p:nvSpPr>
          <p:spPr>
            <a:xfrm>
              <a:off x="10047442" y="3234358"/>
              <a:ext cx="240300" cy="240300"/>
            </a:xfrm>
            <a:prstGeom prst="star5">
              <a:avLst>
                <a:gd fmla="val 26208" name="adj"/>
                <a:gd fmla="val 105146" name="hf"/>
                <a:gd fmla="val 110557" name="vf"/>
              </a:avLst>
            </a:prstGeom>
            <a:solidFill>
              <a:srgbClr val="0051B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86" name="Google Shape;2186;p53"/>
            <p:cNvSpPr/>
            <p:nvPr/>
          </p:nvSpPr>
          <p:spPr>
            <a:xfrm>
              <a:off x="10355805" y="3234358"/>
              <a:ext cx="240300" cy="240300"/>
            </a:xfrm>
            <a:prstGeom prst="star5">
              <a:avLst>
                <a:gd fmla="val 26208" name="adj"/>
                <a:gd fmla="val 105146" name="hf"/>
                <a:gd fmla="val 110557" name="vf"/>
              </a:avLst>
            </a:prstGeom>
            <a:solidFill>
              <a:srgbClr val="0051B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87" name="Google Shape;2187;p53"/>
            <p:cNvSpPr/>
            <p:nvPr/>
          </p:nvSpPr>
          <p:spPr>
            <a:xfrm>
              <a:off x="10664168" y="3234358"/>
              <a:ext cx="240300" cy="240300"/>
            </a:xfrm>
            <a:prstGeom prst="star5">
              <a:avLst>
                <a:gd fmla="val 26208" name="adj"/>
                <a:gd fmla="val 105146" name="hf"/>
                <a:gd fmla="val 110557" name="vf"/>
              </a:avLst>
            </a:prstGeom>
            <a:solidFill>
              <a:srgbClr val="0051B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88" name="Google Shape;2188;p53"/>
            <p:cNvSpPr/>
            <p:nvPr/>
          </p:nvSpPr>
          <p:spPr>
            <a:xfrm>
              <a:off x="10972532" y="323435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189" name="Google Shape;2189;p53"/>
          <p:cNvGrpSpPr/>
          <p:nvPr/>
        </p:nvGrpSpPr>
        <p:grpSpPr>
          <a:xfrm>
            <a:off x="2519253" y="3127122"/>
            <a:ext cx="1105610" cy="180225"/>
            <a:chOff x="3358108" y="4051222"/>
            <a:chExt cx="1473753" cy="240300"/>
          </a:xfrm>
        </p:grpSpPr>
        <p:sp>
          <p:nvSpPr>
            <p:cNvPr id="2190" name="Google Shape;2190;p53"/>
            <p:cNvSpPr/>
            <p:nvPr/>
          </p:nvSpPr>
          <p:spPr>
            <a:xfrm>
              <a:off x="3358108" y="4051222"/>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91" name="Google Shape;2191;p53"/>
            <p:cNvSpPr/>
            <p:nvPr/>
          </p:nvSpPr>
          <p:spPr>
            <a:xfrm>
              <a:off x="3666471" y="4051222"/>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92" name="Google Shape;2192;p53"/>
            <p:cNvSpPr/>
            <p:nvPr/>
          </p:nvSpPr>
          <p:spPr>
            <a:xfrm>
              <a:off x="3974834" y="4051222"/>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93" name="Google Shape;2193;p53"/>
            <p:cNvSpPr/>
            <p:nvPr/>
          </p:nvSpPr>
          <p:spPr>
            <a:xfrm>
              <a:off x="4283197" y="4051222"/>
              <a:ext cx="240300" cy="240300"/>
            </a:xfrm>
            <a:prstGeom prst="star5">
              <a:avLst>
                <a:gd fmla="val 26208" name="adj"/>
                <a:gd fmla="val 105146" name="hf"/>
                <a:gd fmla="val 110557" name="vf"/>
              </a:avLst>
            </a:prstGeom>
            <a:solidFill>
              <a:srgbClr val="3197F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94" name="Google Shape;2194;p53"/>
            <p:cNvSpPr/>
            <p:nvPr/>
          </p:nvSpPr>
          <p:spPr>
            <a:xfrm>
              <a:off x="4591561" y="4051222"/>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195" name="Google Shape;2195;p53"/>
          <p:cNvGrpSpPr/>
          <p:nvPr/>
        </p:nvGrpSpPr>
        <p:grpSpPr>
          <a:xfrm>
            <a:off x="4129026" y="3127122"/>
            <a:ext cx="1105610" cy="180225"/>
            <a:chOff x="5503900" y="4051222"/>
            <a:chExt cx="1473753" cy="240300"/>
          </a:xfrm>
        </p:grpSpPr>
        <p:sp>
          <p:nvSpPr>
            <p:cNvPr id="2196" name="Google Shape;2196;p53"/>
            <p:cNvSpPr/>
            <p:nvPr/>
          </p:nvSpPr>
          <p:spPr>
            <a:xfrm>
              <a:off x="5503900" y="4051222"/>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97" name="Google Shape;2197;p53"/>
            <p:cNvSpPr/>
            <p:nvPr/>
          </p:nvSpPr>
          <p:spPr>
            <a:xfrm>
              <a:off x="5812263" y="4051222"/>
              <a:ext cx="240300" cy="240300"/>
            </a:xfrm>
            <a:prstGeom prst="star5">
              <a:avLst>
                <a:gd fmla="val 26208" name="adj"/>
                <a:gd fmla="val 105146" name="hf"/>
                <a:gd fmla="val 110557" name="vf"/>
              </a:avLst>
            </a:prstGeom>
            <a:solidFill>
              <a:srgbClr val="73BB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98" name="Google Shape;2198;p53"/>
            <p:cNvSpPr/>
            <p:nvPr/>
          </p:nvSpPr>
          <p:spPr>
            <a:xfrm>
              <a:off x="6120626" y="4051222"/>
              <a:ext cx="240300" cy="240300"/>
            </a:xfrm>
            <a:prstGeom prst="star5">
              <a:avLst>
                <a:gd fmla="val 26208" name="adj"/>
                <a:gd fmla="val 105146" name="hf"/>
                <a:gd fmla="val 110557" name="vf"/>
              </a:avLst>
            </a:prstGeom>
            <a:solidFill>
              <a:srgbClr val="73BB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199" name="Google Shape;2199;p53"/>
            <p:cNvSpPr/>
            <p:nvPr/>
          </p:nvSpPr>
          <p:spPr>
            <a:xfrm>
              <a:off x="6428989" y="4051222"/>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00" name="Google Shape;2200;p53"/>
            <p:cNvSpPr/>
            <p:nvPr/>
          </p:nvSpPr>
          <p:spPr>
            <a:xfrm>
              <a:off x="6737353" y="4051222"/>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01" name="Google Shape;2201;p53"/>
          <p:cNvGrpSpPr/>
          <p:nvPr/>
        </p:nvGrpSpPr>
        <p:grpSpPr>
          <a:xfrm>
            <a:off x="5702213" y="3127122"/>
            <a:ext cx="1105610" cy="180225"/>
            <a:chOff x="7600924" y="4051222"/>
            <a:chExt cx="1473753" cy="240300"/>
          </a:xfrm>
        </p:grpSpPr>
        <p:sp>
          <p:nvSpPr>
            <p:cNvPr id="2202" name="Google Shape;2202;p53"/>
            <p:cNvSpPr/>
            <p:nvPr/>
          </p:nvSpPr>
          <p:spPr>
            <a:xfrm>
              <a:off x="7600924" y="4051222"/>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03" name="Google Shape;2203;p53"/>
            <p:cNvSpPr/>
            <p:nvPr/>
          </p:nvSpPr>
          <p:spPr>
            <a:xfrm>
              <a:off x="7909287" y="4051222"/>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04" name="Google Shape;2204;p53"/>
            <p:cNvSpPr/>
            <p:nvPr/>
          </p:nvSpPr>
          <p:spPr>
            <a:xfrm>
              <a:off x="8217650" y="4051222"/>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05" name="Google Shape;2205;p53"/>
            <p:cNvSpPr/>
            <p:nvPr/>
          </p:nvSpPr>
          <p:spPr>
            <a:xfrm>
              <a:off x="8526013" y="4051222"/>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06" name="Google Shape;2206;p53"/>
            <p:cNvSpPr/>
            <p:nvPr/>
          </p:nvSpPr>
          <p:spPr>
            <a:xfrm>
              <a:off x="8834377" y="4051222"/>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07" name="Google Shape;2207;p53"/>
          <p:cNvGrpSpPr/>
          <p:nvPr/>
        </p:nvGrpSpPr>
        <p:grpSpPr>
          <a:xfrm>
            <a:off x="7306257" y="3127122"/>
            <a:ext cx="1105610" cy="180225"/>
            <a:chOff x="9739079" y="4051222"/>
            <a:chExt cx="1473753" cy="240300"/>
          </a:xfrm>
        </p:grpSpPr>
        <p:sp>
          <p:nvSpPr>
            <p:cNvPr id="2208" name="Google Shape;2208;p53"/>
            <p:cNvSpPr/>
            <p:nvPr/>
          </p:nvSpPr>
          <p:spPr>
            <a:xfrm>
              <a:off x="9739079" y="4051222"/>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09" name="Google Shape;2209;p53"/>
            <p:cNvSpPr/>
            <p:nvPr/>
          </p:nvSpPr>
          <p:spPr>
            <a:xfrm>
              <a:off x="10047442" y="4051222"/>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10" name="Google Shape;2210;p53"/>
            <p:cNvSpPr/>
            <p:nvPr/>
          </p:nvSpPr>
          <p:spPr>
            <a:xfrm>
              <a:off x="10355805" y="4051222"/>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11" name="Google Shape;2211;p53"/>
            <p:cNvSpPr/>
            <p:nvPr/>
          </p:nvSpPr>
          <p:spPr>
            <a:xfrm>
              <a:off x="10664168" y="4051222"/>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12" name="Google Shape;2212;p53"/>
            <p:cNvSpPr/>
            <p:nvPr/>
          </p:nvSpPr>
          <p:spPr>
            <a:xfrm>
              <a:off x="10972532" y="4051222"/>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13" name="Google Shape;2213;p53"/>
          <p:cNvGrpSpPr/>
          <p:nvPr/>
        </p:nvGrpSpPr>
        <p:grpSpPr>
          <a:xfrm>
            <a:off x="2519253" y="3716849"/>
            <a:ext cx="1105610" cy="180225"/>
            <a:chOff x="3358108" y="4880278"/>
            <a:chExt cx="1473753" cy="240300"/>
          </a:xfrm>
        </p:grpSpPr>
        <p:sp>
          <p:nvSpPr>
            <p:cNvPr id="2214" name="Google Shape;2214;p53"/>
            <p:cNvSpPr/>
            <p:nvPr/>
          </p:nvSpPr>
          <p:spPr>
            <a:xfrm>
              <a:off x="3358108" y="4880278"/>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15" name="Google Shape;2215;p53"/>
            <p:cNvSpPr/>
            <p:nvPr/>
          </p:nvSpPr>
          <p:spPr>
            <a:xfrm>
              <a:off x="3666471" y="4880278"/>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16" name="Google Shape;2216;p53"/>
            <p:cNvSpPr/>
            <p:nvPr/>
          </p:nvSpPr>
          <p:spPr>
            <a:xfrm>
              <a:off x="3974834" y="4880278"/>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17" name="Google Shape;2217;p53"/>
            <p:cNvSpPr/>
            <p:nvPr/>
          </p:nvSpPr>
          <p:spPr>
            <a:xfrm>
              <a:off x="4283197" y="4880278"/>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18" name="Google Shape;2218;p53"/>
            <p:cNvSpPr/>
            <p:nvPr/>
          </p:nvSpPr>
          <p:spPr>
            <a:xfrm>
              <a:off x="4591561" y="4880278"/>
              <a:ext cx="240300" cy="240300"/>
            </a:xfrm>
            <a:prstGeom prst="star5">
              <a:avLst>
                <a:gd fmla="val 26208" name="adj"/>
                <a:gd fmla="val 105146" name="hf"/>
                <a:gd fmla="val 110557" name="vf"/>
              </a:avLst>
            </a:prstGeom>
            <a:solidFill>
              <a:srgbClr val="3197F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19" name="Google Shape;2219;p53"/>
          <p:cNvGrpSpPr/>
          <p:nvPr/>
        </p:nvGrpSpPr>
        <p:grpSpPr>
          <a:xfrm>
            <a:off x="4129026" y="3716849"/>
            <a:ext cx="1105610" cy="180225"/>
            <a:chOff x="5503900" y="4880278"/>
            <a:chExt cx="1473753" cy="240300"/>
          </a:xfrm>
        </p:grpSpPr>
        <p:sp>
          <p:nvSpPr>
            <p:cNvPr id="2220" name="Google Shape;2220;p53"/>
            <p:cNvSpPr/>
            <p:nvPr/>
          </p:nvSpPr>
          <p:spPr>
            <a:xfrm>
              <a:off x="5503900" y="4880278"/>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21" name="Google Shape;2221;p53"/>
            <p:cNvSpPr/>
            <p:nvPr/>
          </p:nvSpPr>
          <p:spPr>
            <a:xfrm>
              <a:off x="5812263" y="4880278"/>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22" name="Google Shape;2222;p53"/>
            <p:cNvSpPr/>
            <p:nvPr/>
          </p:nvSpPr>
          <p:spPr>
            <a:xfrm>
              <a:off x="6120626" y="4880278"/>
              <a:ext cx="240300" cy="240300"/>
            </a:xfrm>
            <a:prstGeom prst="star5">
              <a:avLst>
                <a:gd fmla="val 26208" name="adj"/>
                <a:gd fmla="val 105146" name="hf"/>
                <a:gd fmla="val 110557" name="vf"/>
              </a:avLst>
            </a:prstGeom>
            <a:solidFill>
              <a:srgbClr val="73BB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23" name="Google Shape;2223;p53"/>
            <p:cNvSpPr/>
            <p:nvPr/>
          </p:nvSpPr>
          <p:spPr>
            <a:xfrm>
              <a:off x="6428989" y="488027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24" name="Google Shape;2224;p53"/>
            <p:cNvSpPr/>
            <p:nvPr/>
          </p:nvSpPr>
          <p:spPr>
            <a:xfrm>
              <a:off x="6737353" y="488027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25" name="Google Shape;2225;p53"/>
          <p:cNvGrpSpPr/>
          <p:nvPr/>
        </p:nvGrpSpPr>
        <p:grpSpPr>
          <a:xfrm>
            <a:off x="5702213" y="3716849"/>
            <a:ext cx="1105610" cy="180225"/>
            <a:chOff x="7600924" y="4880278"/>
            <a:chExt cx="1473753" cy="240300"/>
          </a:xfrm>
        </p:grpSpPr>
        <p:sp>
          <p:nvSpPr>
            <p:cNvPr id="2226" name="Google Shape;2226;p53"/>
            <p:cNvSpPr/>
            <p:nvPr/>
          </p:nvSpPr>
          <p:spPr>
            <a:xfrm>
              <a:off x="7600924" y="4880278"/>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27" name="Google Shape;2227;p53"/>
            <p:cNvSpPr/>
            <p:nvPr/>
          </p:nvSpPr>
          <p:spPr>
            <a:xfrm>
              <a:off x="7909287" y="4880278"/>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28" name="Google Shape;2228;p53"/>
            <p:cNvSpPr/>
            <p:nvPr/>
          </p:nvSpPr>
          <p:spPr>
            <a:xfrm>
              <a:off x="8217650" y="488027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29" name="Google Shape;2229;p53"/>
            <p:cNvSpPr/>
            <p:nvPr/>
          </p:nvSpPr>
          <p:spPr>
            <a:xfrm>
              <a:off x="8526013" y="488027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30" name="Google Shape;2230;p53"/>
            <p:cNvSpPr/>
            <p:nvPr/>
          </p:nvSpPr>
          <p:spPr>
            <a:xfrm>
              <a:off x="8834377" y="488027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31" name="Google Shape;2231;p53"/>
          <p:cNvGrpSpPr/>
          <p:nvPr/>
        </p:nvGrpSpPr>
        <p:grpSpPr>
          <a:xfrm>
            <a:off x="7306257" y="3716849"/>
            <a:ext cx="1105610" cy="180225"/>
            <a:chOff x="9739079" y="4880278"/>
            <a:chExt cx="1473753" cy="240300"/>
          </a:xfrm>
        </p:grpSpPr>
        <p:sp>
          <p:nvSpPr>
            <p:cNvPr id="2232" name="Google Shape;2232;p53"/>
            <p:cNvSpPr/>
            <p:nvPr/>
          </p:nvSpPr>
          <p:spPr>
            <a:xfrm>
              <a:off x="9739079" y="4880278"/>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33" name="Google Shape;2233;p53"/>
            <p:cNvSpPr/>
            <p:nvPr/>
          </p:nvSpPr>
          <p:spPr>
            <a:xfrm>
              <a:off x="10047442" y="488027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34" name="Google Shape;2234;p53"/>
            <p:cNvSpPr/>
            <p:nvPr/>
          </p:nvSpPr>
          <p:spPr>
            <a:xfrm>
              <a:off x="10355805" y="488027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35" name="Google Shape;2235;p53"/>
            <p:cNvSpPr/>
            <p:nvPr/>
          </p:nvSpPr>
          <p:spPr>
            <a:xfrm>
              <a:off x="10664168" y="488027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36" name="Google Shape;2236;p53"/>
            <p:cNvSpPr/>
            <p:nvPr/>
          </p:nvSpPr>
          <p:spPr>
            <a:xfrm>
              <a:off x="10972532" y="4880278"/>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37" name="Google Shape;2237;p53"/>
          <p:cNvGrpSpPr/>
          <p:nvPr/>
        </p:nvGrpSpPr>
        <p:grpSpPr>
          <a:xfrm>
            <a:off x="2519253" y="4306576"/>
            <a:ext cx="1105610" cy="180225"/>
            <a:chOff x="3358108" y="5721526"/>
            <a:chExt cx="1473753" cy="240300"/>
          </a:xfrm>
        </p:grpSpPr>
        <p:sp>
          <p:nvSpPr>
            <p:cNvPr id="2238" name="Google Shape;2238;p53"/>
            <p:cNvSpPr/>
            <p:nvPr/>
          </p:nvSpPr>
          <p:spPr>
            <a:xfrm>
              <a:off x="3358108" y="5721526"/>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39" name="Google Shape;2239;p53"/>
            <p:cNvSpPr/>
            <p:nvPr/>
          </p:nvSpPr>
          <p:spPr>
            <a:xfrm>
              <a:off x="3666471" y="5721526"/>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40" name="Google Shape;2240;p53"/>
            <p:cNvSpPr/>
            <p:nvPr/>
          </p:nvSpPr>
          <p:spPr>
            <a:xfrm>
              <a:off x="3974834" y="5721526"/>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41" name="Google Shape;2241;p53"/>
            <p:cNvSpPr/>
            <p:nvPr/>
          </p:nvSpPr>
          <p:spPr>
            <a:xfrm>
              <a:off x="4283197" y="5721526"/>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42" name="Google Shape;2242;p53"/>
            <p:cNvSpPr/>
            <p:nvPr/>
          </p:nvSpPr>
          <p:spPr>
            <a:xfrm>
              <a:off x="4591561" y="5721526"/>
              <a:ext cx="240300" cy="240300"/>
            </a:xfrm>
            <a:prstGeom prst="star5">
              <a:avLst>
                <a:gd fmla="val 26208" name="adj"/>
                <a:gd fmla="val 105146" name="hf"/>
                <a:gd fmla="val 110557" name="vf"/>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43" name="Google Shape;2243;p53"/>
          <p:cNvGrpSpPr/>
          <p:nvPr/>
        </p:nvGrpSpPr>
        <p:grpSpPr>
          <a:xfrm>
            <a:off x="4129026" y="4306576"/>
            <a:ext cx="1105610" cy="180225"/>
            <a:chOff x="5503900" y="5721526"/>
            <a:chExt cx="1473753" cy="240300"/>
          </a:xfrm>
        </p:grpSpPr>
        <p:sp>
          <p:nvSpPr>
            <p:cNvPr id="2244" name="Google Shape;2244;p53"/>
            <p:cNvSpPr/>
            <p:nvPr/>
          </p:nvSpPr>
          <p:spPr>
            <a:xfrm>
              <a:off x="5503900" y="5721526"/>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45" name="Google Shape;2245;p53"/>
            <p:cNvSpPr/>
            <p:nvPr/>
          </p:nvSpPr>
          <p:spPr>
            <a:xfrm>
              <a:off x="5812263" y="5721526"/>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46" name="Google Shape;2246;p53"/>
            <p:cNvSpPr/>
            <p:nvPr/>
          </p:nvSpPr>
          <p:spPr>
            <a:xfrm>
              <a:off x="6120626" y="5721526"/>
              <a:ext cx="240300" cy="240300"/>
            </a:xfrm>
            <a:prstGeom prst="star5">
              <a:avLst>
                <a:gd fmla="val 26208" name="adj"/>
                <a:gd fmla="val 105146" name="hf"/>
                <a:gd fmla="val 110557" name="vf"/>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47" name="Google Shape;2247;p53"/>
            <p:cNvSpPr/>
            <p:nvPr/>
          </p:nvSpPr>
          <p:spPr>
            <a:xfrm>
              <a:off x="6428989" y="57215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48" name="Google Shape;2248;p53"/>
            <p:cNvSpPr/>
            <p:nvPr/>
          </p:nvSpPr>
          <p:spPr>
            <a:xfrm>
              <a:off x="6737353" y="57215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49" name="Google Shape;2249;p53"/>
          <p:cNvGrpSpPr/>
          <p:nvPr/>
        </p:nvGrpSpPr>
        <p:grpSpPr>
          <a:xfrm>
            <a:off x="5702213" y="4306576"/>
            <a:ext cx="1105610" cy="180225"/>
            <a:chOff x="7600924" y="5721526"/>
            <a:chExt cx="1473753" cy="240300"/>
          </a:xfrm>
        </p:grpSpPr>
        <p:sp>
          <p:nvSpPr>
            <p:cNvPr id="2250" name="Google Shape;2250;p53"/>
            <p:cNvSpPr/>
            <p:nvPr/>
          </p:nvSpPr>
          <p:spPr>
            <a:xfrm>
              <a:off x="7600924" y="5721526"/>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51" name="Google Shape;2251;p53"/>
            <p:cNvSpPr/>
            <p:nvPr/>
          </p:nvSpPr>
          <p:spPr>
            <a:xfrm>
              <a:off x="7909287" y="5721526"/>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52" name="Google Shape;2252;p53"/>
            <p:cNvSpPr/>
            <p:nvPr/>
          </p:nvSpPr>
          <p:spPr>
            <a:xfrm>
              <a:off x="8217650" y="5721526"/>
              <a:ext cx="240300" cy="240300"/>
            </a:xfrm>
            <a:prstGeom prst="star5">
              <a:avLst>
                <a:gd fmla="val 26208" name="adj"/>
                <a:gd fmla="val 105146" name="hf"/>
                <a:gd fmla="val 110557" name="vf"/>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53" name="Google Shape;2253;p53"/>
            <p:cNvSpPr/>
            <p:nvPr/>
          </p:nvSpPr>
          <p:spPr>
            <a:xfrm>
              <a:off x="8526013" y="5721526"/>
              <a:ext cx="240300" cy="240300"/>
            </a:xfrm>
            <a:prstGeom prst="star5">
              <a:avLst>
                <a:gd fmla="val 26208" name="adj"/>
                <a:gd fmla="val 105146" name="hf"/>
                <a:gd fmla="val 110557" name="vf"/>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54" name="Google Shape;2254;p53"/>
            <p:cNvSpPr/>
            <p:nvPr/>
          </p:nvSpPr>
          <p:spPr>
            <a:xfrm>
              <a:off x="8834377" y="57215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nvGrpSpPr>
          <p:cNvPr id="2255" name="Google Shape;2255;p53"/>
          <p:cNvGrpSpPr/>
          <p:nvPr/>
        </p:nvGrpSpPr>
        <p:grpSpPr>
          <a:xfrm>
            <a:off x="7306257" y="4306576"/>
            <a:ext cx="1105610" cy="180225"/>
            <a:chOff x="9739079" y="5721526"/>
            <a:chExt cx="1473753" cy="240300"/>
          </a:xfrm>
        </p:grpSpPr>
        <p:sp>
          <p:nvSpPr>
            <p:cNvPr id="2256" name="Google Shape;2256;p53"/>
            <p:cNvSpPr/>
            <p:nvPr/>
          </p:nvSpPr>
          <p:spPr>
            <a:xfrm>
              <a:off x="9739079" y="5721526"/>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57" name="Google Shape;2257;p53"/>
            <p:cNvSpPr/>
            <p:nvPr/>
          </p:nvSpPr>
          <p:spPr>
            <a:xfrm>
              <a:off x="10047442" y="5721526"/>
              <a:ext cx="240300" cy="240300"/>
            </a:xfrm>
            <a:prstGeom prst="star5">
              <a:avLst>
                <a:gd fmla="val 26208" name="adj"/>
                <a:gd fmla="val 105146" name="hf"/>
                <a:gd fmla="val 110557" name="vf"/>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58" name="Google Shape;2258;p53"/>
            <p:cNvSpPr/>
            <p:nvPr/>
          </p:nvSpPr>
          <p:spPr>
            <a:xfrm>
              <a:off x="10355805" y="57215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59" name="Google Shape;2259;p53"/>
            <p:cNvSpPr/>
            <p:nvPr/>
          </p:nvSpPr>
          <p:spPr>
            <a:xfrm>
              <a:off x="10664168" y="57215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60" name="Google Shape;2260;p53"/>
            <p:cNvSpPr/>
            <p:nvPr/>
          </p:nvSpPr>
          <p:spPr>
            <a:xfrm>
              <a:off x="10972532" y="5721526"/>
              <a:ext cx="240300" cy="240300"/>
            </a:xfrm>
            <a:prstGeom prst="star5">
              <a:avLst>
                <a:gd fmla="val 26208"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64" name="Shape 2264"/>
        <p:cNvGrpSpPr/>
        <p:nvPr/>
      </p:nvGrpSpPr>
      <p:grpSpPr>
        <a:xfrm>
          <a:off x="0" y="0"/>
          <a:ext cx="0" cy="0"/>
          <a:chOff x="0" y="0"/>
          <a:chExt cx="0" cy="0"/>
        </a:xfrm>
      </p:grpSpPr>
      <p:sp>
        <p:nvSpPr>
          <p:cNvPr id="2265" name="Google Shape;2265;p54"/>
          <p:cNvSpPr/>
          <p:nvPr/>
        </p:nvSpPr>
        <p:spPr>
          <a:xfrm>
            <a:off x="4022026" y="1257300"/>
            <a:ext cx="1099800" cy="3086100"/>
          </a:xfrm>
          <a:prstGeom prst="roundRect">
            <a:avLst>
              <a:gd fmla="val 7894" name="adj"/>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66" name="Google Shape;2266;p54"/>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Competitor </a:t>
            </a:r>
            <a:r>
              <a:rPr lang="en-GB">
                <a:solidFill>
                  <a:schemeClr val="accent3"/>
                </a:solidFill>
              </a:rPr>
              <a:t>Analysis</a:t>
            </a:r>
            <a:endParaRPr>
              <a:latin typeface="Quattrocento Sans"/>
              <a:ea typeface="Quattrocento Sans"/>
              <a:cs typeface="Quattrocento Sans"/>
              <a:sym typeface="Quattrocento Sans"/>
            </a:endParaRPr>
          </a:p>
        </p:txBody>
      </p:sp>
      <p:sp>
        <p:nvSpPr>
          <p:cNvPr id="2267" name="Google Shape;2267;p54"/>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SWOT Analysis</a:t>
            </a:r>
            <a:endParaRPr/>
          </a:p>
        </p:txBody>
      </p:sp>
      <p:sp>
        <p:nvSpPr>
          <p:cNvPr id="2268" name="Google Shape;2268;p54"/>
          <p:cNvSpPr/>
          <p:nvPr/>
        </p:nvSpPr>
        <p:spPr>
          <a:xfrm>
            <a:off x="5197564" y="1257300"/>
            <a:ext cx="3048900" cy="12573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69" name="Google Shape;2269;p54"/>
          <p:cNvSpPr/>
          <p:nvPr/>
        </p:nvSpPr>
        <p:spPr>
          <a:xfrm>
            <a:off x="5197564" y="3086100"/>
            <a:ext cx="3048900" cy="12573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70" name="Google Shape;2270;p54"/>
          <p:cNvSpPr/>
          <p:nvPr/>
        </p:nvSpPr>
        <p:spPr>
          <a:xfrm>
            <a:off x="872331" y="1257300"/>
            <a:ext cx="3074100" cy="12573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71" name="Google Shape;2271;p54"/>
          <p:cNvSpPr/>
          <p:nvPr/>
        </p:nvSpPr>
        <p:spPr>
          <a:xfrm>
            <a:off x="872331" y="3086100"/>
            <a:ext cx="3074100" cy="12573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72" name="Google Shape;2272;p54"/>
          <p:cNvSpPr txBox="1"/>
          <p:nvPr/>
        </p:nvSpPr>
        <p:spPr>
          <a:xfrm>
            <a:off x="4198484" y="1380731"/>
            <a:ext cx="747000" cy="2839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aseline="-25000" lang="en-GB" sz="6600">
                <a:solidFill>
                  <a:schemeClr val="lt1"/>
                </a:solidFill>
                <a:latin typeface="Quattrocento Sans"/>
                <a:ea typeface="Quattrocento Sans"/>
                <a:cs typeface="Quattrocento Sans"/>
                <a:sym typeface="Quattrocento Sans"/>
              </a:rPr>
              <a:t>S</a:t>
            </a:r>
            <a:endParaRPr sz="1100"/>
          </a:p>
          <a:p>
            <a:pPr indent="0" lvl="0" marL="0" marR="0" rtl="0" algn="ctr">
              <a:spcBef>
                <a:spcPts val="0"/>
              </a:spcBef>
              <a:spcAft>
                <a:spcPts val="0"/>
              </a:spcAft>
              <a:buNone/>
            </a:pPr>
            <a:r>
              <a:rPr baseline="-25000" lang="en-GB" sz="6600">
                <a:solidFill>
                  <a:schemeClr val="lt1"/>
                </a:solidFill>
                <a:latin typeface="Quattrocento Sans"/>
                <a:ea typeface="Quattrocento Sans"/>
                <a:cs typeface="Quattrocento Sans"/>
                <a:sym typeface="Quattrocento Sans"/>
              </a:rPr>
              <a:t>W</a:t>
            </a:r>
            <a:endParaRPr sz="1100"/>
          </a:p>
          <a:p>
            <a:pPr indent="0" lvl="0" marL="0" marR="0" rtl="0" algn="ctr">
              <a:spcBef>
                <a:spcPts val="0"/>
              </a:spcBef>
              <a:spcAft>
                <a:spcPts val="0"/>
              </a:spcAft>
              <a:buNone/>
            </a:pPr>
            <a:r>
              <a:rPr baseline="-25000" lang="en-GB" sz="6600">
                <a:solidFill>
                  <a:schemeClr val="lt1"/>
                </a:solidFill>
                <a:latin typeface="Quattrocento Sans"/>
                <a:ea typeface="Quattrocento Sans"/>
                <a:cs typeface="Quattrocento Sans"/>
                <a:sym typeface="Quattrocento Sans"/>
              </a:rPr>
              <a:t>O</a:t>
            </a:r>
            <a:endParaRPr sz="1100"/>
          </a:p>
          <a:p>
            <a:pPr indent="0" lvl="0" marL="0" marR="0" rtl="0" algn="ctr">
              <a:spcBef>
                <a:spcPts val="0"/>
              </a:spcBef>
              <a:spcAft>
                <a:spcPts val="0"/>
              </a:spcAft>
              <a:buNone/>
            </a:pPr>
            <a:r>
              <a:rPr baseline="-25000" lang="en-GB" sz="6600">
                <a:solidFill>
                  <a:schemeClr val="lt1"/>
                </a:solidFill>
                <a:latin typeface="Quattrocento Sans"/>
                <a:ea typeface="Quattrocento Sans"/>
                <a:cs typeface="Quattrocento Sans"/>
                <a:sym typeface="Quattrocento Sans"/>
              </a:rPr>
              <a:t>T</a:t>
            </a:r>
            <a:endParaRPr sz="1100"/>
          </a:p>
        </p:txBody>
      </p:sp>
      <p:sp>
        <p:nvSpPr>
          <p:cNvPr id="2273" name="Google Shape;2273;p54"/>
          <p:cNvSpPr txBox="1"/>
          <p:nvPr/>
        </p:nvSpPr>
        <p:spPr>
          <a:xfrm flipH="1">
            <a:off x="1681981" y="3619500"/>
            <a:ext cx="2000700" cy="62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This is a sample text. Insert your desired text here. </a:t>
            </a:r>
            <a:endParaRPr sz="1200">
              <a:solidFill>
                <a:srgbClr val="3F3F3F"/>
              </a:solidFill>
              <a:latin typeface="Quattrocento Sans"/>
              <a:ea typeface="Quattrocento Sans"/>
              <a:cs typeface="Quattrocento Sans"/>
              <a:sym typeface="Quattrocento Sans"/>
            </a:endParaRPr>
          </a:p>
        </p:txBody>
      </p:sp>
      <p:sp>
        <p:nvSpPr>
          <p:cNvPr id="2274" name="Google Shape;2274;p54"/>
          <p:cNvSpPr txBox="1"/>
          <p:nvPr/>
        </p:nvSpPr>
        <p:spPr>
          <a:xfrm flipH="1">
            <a:off x="1681981" y="1779815"/>
            <a:ext cx="2000700" cy="62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This is a sample text. Insert your desired text here. </a:t>
            </a:r>
            <a:endParaRPr sz="1200">
              <a:solidFill>
                <a:srgbClr val="3F3F3F"/>
              </a:solidFill>
              <a:latin typeface="Quattrocento Sans"/>
              <a:ea typeface="Quattrocento Sans"/>
              <a:cs typeface="Quattrocento Sans"/>
              <a:sym typeface="Quattrocento Sans"/>
            </a:endParaRPr>
          </a:p>
        </p:txBody>
      </p:sp>
      <p:sp>
        <p:nvSpPr>
          <p:cNvPr id="2275" name="Google Shape;2275;p54"/>
          <p:cNvSpPr txBox="1"/>
          <p:nvPr/>
        </p:nvSpPr>
        <p:spPr>
          <a:xfrm flipH="1">
            <a:off x="5469045" y="3619500"/>
            <a:ext cx="2000700" cy="62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This is a sample text. Insert your desired text here. </a:t>
            </a:r>
            <a:endParaRPr sz="1200">
              <a:solidFill>
                <a:srgbClr val="3F3F3F"/>
              </a:solidFill>
              <a:latin typeface="Quattrocento Sans"/>
              <a:ea typeface="Quattrocento Sans"/>
              <a:cs typeface="Quattrocento Sans"/>
              <a:sym typeface="Quattrocento Sans"/>
            </a:endParaRPr>
          </a:p>
        </p:txBody>
      </p:sp>
      <p:sp>
        <p:nvSpPr>
          <p:cNvPr id="2276" name="Google Shape;2276;p54"/>
          <p:cNvSpPr txBox="1"/>
          <p:nvPr/>
        </p:nvSpPr>
        <p:spPr>
          <a:xfrm flipH="1">
            <a:off x="5469045" y="1779815"/>
            <a:ext cx="2000700" cy="62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This is a sample text. Insert your desired text here. </a:t>
            </a:r>
            <a:endParaRPr sz="1200">
              <a:solidFill>
                <a:srgbClr val="3F3F3F"/>
              </a:solidFill>
              <a:latin typeface="Quattrocento Sans"/>
              <a:ea typeface="Quattrocento Sans"/>
              <a:cs typeface="Quattrocento Sans"/>
              <a:sym typeface="Quattrocento Sans"/>
            </a:endParaRPr>
          </a:p>
        </p:txBody>
      </p:sp>
      <p:sp>
        <p:nvSpPr>
          <p:cNvPr id="2277" name="Google Shape;2277;p54"/>
          <p:cNvSpPr txBox="1"/>
          <p:nvPr/>
        </p:nvSpPr>
        <p:spPr>
          <a:xfrm>
            <a:off x="1667619" y="1436915"/>
            <a:ext cx="2015100" cy="27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500">
                <a:solidFill>
                  <a:schemeClr val="accent1"/>
                </a:solidFill>
                <a:latin typeface="Quattrocento Sans"/>
                <a:ea typeface="Quattrocento Sans"/>
                <a:cs typeface="Quattrocento Sans"/>
                <a:sym typeface="Quattrocento Sans"/>
              </a:rPr>
              <a:t>Strengths</a:t>
            </a:r>
            <a:endParaRPr sz="1100"/>
          </a:p>
        </p:txBody>
      </p:sp>
      <p:sp>
        <p:nvSpPr>
          <p:cNvPr id="2278" name="Google Shape;2278;p54"/>
          <p:cNvSpPr txBox="1"/>
          <p:nvPr/>
        </p:nvSpPr>
        <p:spPr>
          <a:xfrm>
            <a:off x="5455874" y="1436915"/>
            <a:ext cx="2013300" cy="27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500">
                <a:solidFill>
                  <a:schemeClr val="accent4"/>
                </a:solidFill>
                <a:latin typeface="Quattrocento Sans"/>
                <a:ea typeface="Quattrocento Sans"/>
                <a:cs typeface="Quattrocento Sans"/>
                <a:sym typeface="Quattrocento Sans"/>
              </a:rPr>
              <a:t>Weaknesses</a:t>
            </a:r>
            <a:endParaRPr sz="1100"/>
          </a:p>
        </p:txBody>
      </p:sp>
      <p:sp>
        <p:nvSpPr>
          <p:cNvPr id="2279" name="Google Shape;2279;p54"/>
          <p:cNvSpPr txBox="1"/>
          <p:nvPr/>
        </p:nvSpPr>
        <p:spPr>
          <a:xfrm>
            <a:off x="1667620" y="3265715"/>
            <a:ext cx="2015100" cy="27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500">
                <a:solidFill>
                  <a:schemeClr val="accent2"/>
                </a:solidFill>
                <a:latin typeface="Quattrocento Sans"/>
                <a:ea typeface="Quattrocento Sans"/>
                <a:cs typeface="Quattrocento Sans"/>
                <a:sym typeface="Quattrocento Sans"/>
              </a:rPr>
              <a:t>Opportunities</a:t>
            </a:r>
            <a:endParaRPr sz="1100"/>
          </a:p>
        </p:txBody>
      </p:sp>
      <p:sp>
        <p:nvSpPr>
          <p:cNvPr id="2280" name="Google Shape;2280;p54"/>
          <p:cNvSpPr txBox="1"/>
          <p:nvPr/>
        </p:nvSpPr>
        <p:spPr>
          <a:xfrm>
            <a:off x="5455875" y="3265715"/>
            <a:ext cx="2013300" cy="27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500">
                <a:solidFill>
                  <a:schemeClr val="accent3"/>
                </a:solidFill>
                <a:latin typeface="Quattrocento Sans"/>
                <a:ea typeface="Quattrocento Sans"/>
                <a:cs typeface="Quattrocento Sans"/>
                <a:sym typeface="Quattrocento Sans"/>
              </a:rPr>
              <a:t>Threats</a:t>
            </a:r>
            <a:endParaRPr sz="1100"/>
          </a:p>
        </p:txBody>
      </p:sp>
      <p:sp>
        <p:nvSpPr>
          <p:cNvPr id="2281" name="Google Shape;2281;p54"/>
          <p:cNvSpPr/>
          <p:nvPr/>
        </p:nvSpPr>
        <p:spPr>
          <a:xfrm>
            <a:off x="7821393" y="1434906"/>
            <a:ext cx="865500" cy="865200"/>
          </a:xfrm>
          <a:prstGeom prst="ellipse">
            <a:avLst/>
          </a:prstGeom>
          <a:solidFill>
            <a:schemeClr val="accent4"/>
          </a:solidFill>
          <a:ln>
            <a:noFill/>
          </a:ln>
          <a:effectLst>
            <a:outerShdw blurRad="428699" rotWithShape="0" algn="tr" dir="8100000" dist="1429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2282" name="Google Shape;2282;p54"/>
          <p:cNvGrpSpPr/>
          <p:nvPr/>
        </p:nvGrpSpPr>
        <p:grpSpPr>
          <a:xfrm>
            <a:off x="8005249" y="1761420"/>
            <a:ext cx="494567" cy="245018"/>
            <a:chOff x="6475412" y="4465356"/>
            <a:chExt cx="883155" cy="437610"/>
          </a:xfrm>
        </p:grpSpPr>
        <p:sp>
          <p:nvSpPr>
            <p:cNvPr id="2283" name="Google Shape;2283;p54"/>
            <p:cNvSpPr/>
            <p:nvPr/>
          </p:nvSpPr>
          <p:spPr>
            <a:xfrm>
              <a:off x="6945899" y="4490298"/>
              <a:ext cx="412668" cy="412668"/>
            </a:xfrm>
            <a:custGeom>
              <a:rect b="b" l="l" r="r" t="t"/>
              <a:pathLst>
                <a:path extrusionOk="0" h="364" w="364">
                  <a:moveTo>
                    <a:pt x="162" y="0"/>
                  </a:moveTo>
                  <a:lnTo>
                    <a:pt x="175" y="1"/>
                  </a:lnTo>
                  <a:lnTo>
                    <a:pt x="190" y="3"/>
                  </a:lnTo>
                  <a:lnTo>
                    <a:pt x="206" y="8"/>
                  </a:lnTo>
                  <a:lnTo>
                    <a:pt x="222" y="17"/>
                  </a:lnTo>
                  <a:lnTo>
                    <a:pt x="345" y="164"/>
                  </a:lnTo>
                  <a:lnTo>
                    <a:pt x="346" y="165"/>
                  </a:lnTo>
                  <a:lnTo>
                    <a:pt x="352" y="175"/>
                  </a:lnTo>
                  <a:lnTo>
                    <a:pt x="356" y="183"/>
                  </a:lnTo>
                  <a:lnTo>
                    <a:pt x="360" y="192"/>
                  </a:lnTo>
                  <a:lnTo>
                    <a:pt x="362" y="203"/>
                  </a:lnTo>
                  <a:lnTo>
                    <a:pt x="364" y="215"/>
                  </a:lnTo>
                  <a:lnTo>
                    <a:pt x="363" y="227"/>
                  </a:lnTo>
                  <a:lnTo>
                    <a:pt x="360" y="239"/>
                  </a:lnTo>
                  <a:lnTo>
                    <a:pt x="353" y="252"/>
                  </a:lnTo>
                  <a:lnTo>
                    <a:pt x="342" y="264"/>
                  </a:lnTo>
                  <a:lnTo>
                    <a:pt x="235" y="352"/>
                  </a:lnTo>
                  <a:lnTo>
                    <a:pt x="234" y="353"/>
                  </a:lnTo>
                  <a:lnTo>
                    <a:pt x="231" y="355"/>
                  </a:lnTo>
                  <a:lnTo>
                    <a:pt x="226" y="358"/>
                  </a:lnTo>
                  <a:lnTo>
                    <a:pt x="219" y="360"/>
                  </a:lnTo>
                  <a:lnTo>
                    <a:pt x="211" y="363"/>
                  </a:lnTo>
                  <a:lnTo>
                    <a:pt x="202" y="364"/>
                  </a:lnTo>
                  <a:lnTo>
                    <a:pt x="191" y="364"/>
                  </a:lnTo>
                  <a:lnTo>
                    <a:pt x="179" y="363"/>
                  </a:lnTo>
                  <a:lnTo>
                    <a:pt x="167" y="358"/>
                  </a:lnTo>
                  <a:lnTo>
                    <a:pt x="154" y="351"/>
                  </a:lnTo>
                  <a:lnTo>
                    <a:pt x="141" y="340"/>
                  </a:lnTo>
                  <a:lnTo>
                    <a:pt x="127" y="326"/>
                  </a:lnTo>
                  <a:lnTo>
                    <a:pt x="4" y="169"/>
                  </a:lnTo>
                  <a:lnTo>
                    <a:pt x="3" y="167"/>
                  </a:lnTo>
                  <a:lnTo>
                    <a:pt x="2" y="163"/>
                  </a:lnTo>
                  <a:lnTo>
                    <a:pt x="0" y="157"/>
                  </a:lnTo>
                  <a:lnTo>
                    <a:pt x="0" y="149"/>
                  </a:lnTo>
                  <a:lnTo>
                    <a:pt x="0" y="139"/>
                  </a:lnTo>
                  <a:lnTo>
                    <a:pt x="1" y="128"/>
                  </a:lnTo>
                  <a:lnTo>
                    <a:pt x="4" y="116"/>
                  </a:lnTo>
                  <a:lnTo>
                    <a:pt x="11" y="104"/>
                  </a:lnTo>
                  <a:lnTo>
                    <a:pt x="20" y="90"/>
                  </a:lnTo>
                  <a:lnTo>
                    <a:pt x="34" y="77"/>
                  </a:lnTo>
                  <a:lnTo>
                    <a:pt x="182" y="264"/>
                  </a:lnTo>
                  <a:lnTo>
                    <a:pt x="184" y="267"/>
                  </a:lnTo>
                  <a:lnTo>
                    <a:pt x="187" y="269"/>
                  </a:lnTo>
                  <a:lnTo>
                    <a:pt x="192" y="270"/>
                  </a:lnTo>
                  <a:lnTo>
                    <a:pt x="197" y="270"/>
                  </a:lnTo>
                  <a:lnTo>
                    <a:pt x="204" y="268"/>
                  </a:lnTo>
                  <a:lnTo>
                    <a:pt x="212" y="264"/>
                  </a:lnTo>
                  <a:lnTo>
                    <a:pt x="261" y="226"/>
                  </a:lnTo>
                  <a:lnTo>
                    <a:pt x="261" y="225"/>
                  </a:lnTo>
                  <a:lnTo>
                    <a:pt x="263" y="223"/>
                  </a:lnTo>
                  <a:lnTo>
                    <a:pt x="265" y="219"/>
                  </a:lnTo>
                  <a:lnTo>
                    <a:pt x="267" y="214"/>
                  </a:lnTo>
                  <a:lnTo>
                    <a:pt x="267" y="209"/>
                  </a:lnTo>
                  <a:lnTo>
                    <a:pt x="265" y="202"/>
                  </a:lnTo>
                  <a:lnTo>
                    <a:pt x="261" y="195"/>
                  </a:lnTo>
                  <a:lnTo>
                    <a:pt x="122" y="14"/>
                  </a:lnTo>
                  <a:lnTo>
                    <a:pt x="123" y="13"/>
                  </a:lnTo>
                  <a:lnTo>
                    <a:pt x="127" y="10"/>
                  </a:lnTo>
                  <a:lnTo>
                    <a:pt x="133" y="8"/>
                  </a:lnTo>
                  <a:lnTo>
                    <a:pt x="141" y="4"/>
                  </a:lnTo>
                  <a:lnTo>
                    <a:pt x="150" y="2"/>
                  </a:lnTo>
                  <a:lnTo>
                    <a:pt x="162"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84" name="Google Shape;2284;p54"/>
            <p:cNvSpPr/>
            <p:nvPr/>
          </p:nvSpPr>
          <p:spPr>
            <a:xfrm>
              <a:off x="6475412" y="4465356"/>
              <a:ext cx="385459" cy="307234"/>
            </a:xfrm>
            <a:custGeom>
              <a:rect b="b" l="l" r="r" t="t"/>
              <a:pathLst>
                <a:path extrusionOk="0" h="271" w="340">
                  <a:moveTo>
                    <a:pt x="88" y="0"/>
                  </a:moveTo>
                  <a:lnTo>
                    <a:pt x="288" y="0"/>
                  </a:lnTo>
                  <a:lnTo>
                    <a:pt x="289" y="1"/>
                  </a:lnTo>
                  <a:lnTo>
                    <a:pt x="292" y="2"/>
                  </a:lnTo>
                  <a:lnTo>
                    <a:pt x="297" y="4"/>
                  </a:lnTo>
                  <a:lnTo>
                    <a:pt x="303" y="8"/>
                  </a:lnTo>
                  <a:lnTo>
                    <a:pt x="310" y="12"/>
                  </a:lnTo>
                  <a:lnTo>
                    <a:pt x="317" y="19"/>
                  </a:lnTo>
                  <a:lnTo>
                    <a:pt x="324" y="27"/>
                  </a:lnTo>
                  <a:lnTo>
                    <a:pt x="330" y="37"/>
                  </a:lnTo>
                  <a:lnTo>
                    <a:pt x="335" y="50"/>
                  </a:lnTo>
                  <a:lnTo>
                    <a:pt x="338" y="64"/>
                  </a:lnTo>
                  <a:lnTo>
                    <a:pt x="340" y="81"/>
                  </a:lnTo>
                  <a:lnTo>
                    <a:pt x="102" y="80"/>
                  </a:lnTo>
                  <a:lnTo>
                    <a:pt x="99" y="80"/>
                  </a:lnTo>
                  <a:lnTo>
                    <a:pt x="96" y="81"/>
                  </a:lnTo>
                  <a:lnTo>
                    <a:pt x="92" y="83"/>
                  </a:lnTo>
                  <a:lnTo>
                    <a:pt x="89" y="86"/>
                  </a:lnTo>
                  <a:lnTo>
                    <a:pt x="86" y="90"/>
                  </a:lnTo>
                  <a:lnTo>
                    <a:pt x="84" y="96"/>
                  </a:lnTo>
                  <a:lnTo>
                    <a:pt x="83" y="105"/>
                  </a:lnTo>
                  <a:lnTo>
                    <a:pt x="82" y="166"/>
                  </a:lnTo>
                  <a:lnTo>
                    <a:pt x="82" y="167"/>
                  </a:lnTo>
                  <a:lnTo>
                    <a:pt x="83" y="169"/>
                  </a:lnTo>
                  <a:lnTo>
                    <a:pt x="84" y="173"/>
                  </a:lnTo>
                  <a:lnTo>
                    <a:pt x="86" y="177"/>
                  </a:lnTo>
                  <a:lnTo>
                    <a:pt x="89" y="180"/>
                  </a:lnTo>
                  <a:lnTo>
                    <a:pt x="93" y="183"/>
                  </a:lnTo>
                  <a:lnTo>
                    <a:pt x="99" y="185"/>
                  </a:lnTo>
                  <a:lnTo>
                    <a:pt x="107" y="186"/>
                  </a:lnTo>
                  <a:lnTo>
                    <a:pt x="335" y="190"/>
                  </a:lnTo>
                  <a:lnTo>
                    <a:pt x="335" y="191"/>
                  </a:lnTo>
                  <a:lnTo>
                    <a:pt x="334" y="195"/>
                  </a:lnTo>
                  <a:lnTo>
                    <a:pt x="334" y="200"/>
                  </a:lnTo>
                  <a:lnTo>
                    <a:pt x="332" y="207"/>
                  </a:lnTo>
                  <a:lnTo>
                    <a:pt x="328" y="215"/>
                  </a:lnTo>
                  <a:lnTo>
                    <a:pt x="324" y="224"/>
                  </a:lnTo>
                  <a:lnTo>
                    <a:pt x="317" y="233"/>
                  </a:lnTo>
                  <a:lnTo>
                    <a:pt x="309" y="242"/>
                  </a:lnTo>
                  <a:lnTo>
                    <a:pt x="298" y="251"/>
                  </a:lnTo>
                  <a:lnTo>
                    <a:pt x="286" y="259"/>
                  </a:lnTo>
                  <a:lnTo>
                    <a:pt x="270" y="266"/>
                  </a:lnTo>
                  <a:lnTo>
                    <a:pt x="78" y="271"/>
                  </a:lnTo>
                  <a:lnTo>
                    <a:pt x="74" y="271"/>
                  </a:lnTo>
                  <a:lnTo>
                    <a:pt x="68" y="271"/>
                  </a:lnTo>
                  <a:lnTo>
                    <a:pt x="62" y="269"/>
                  </a:lnTo>
                  <a:lnTo>
                    <a:pt x="54" y="267"/>
                  </a:lnTo>
                  <a:lnTo>
                    <a:pt x="47" y="265"/>
                  </a:lnTo>
                  <a:lnTo>
                    <a:pt x="38" y="261"/>
                  </a:lnTo>
                  <a:lnTo>
                    <a:pt x="29" y="256"/>
                  </a:lnTo>
                  <a:lnTo>
                    <a:pt x="22" y="249"/>
                  </a:lnTo>
                  <a:lnTo>
                    <a:pt x="15" y="241"/>
                  </a:lnTo>
                  <a:lnTo>
                    <a:pt x="9" y="232"/>
                  </a:lnTo>
                  <a:lnTo>
                    <a:pt x="5" y="221"/>
                  </a:lnTo>
                  <a:lnTo>
                    <a:pt x="2" y="207"/>
                  </a:lnTo>
                  <a:lnTo>
                    <a:pt x="0" y="68"/>
                  </a:lnTo>
                  <a:lnTo>
                    <a:pt x="0" y="64"/>
                  </a:lnTo>
                  <a:lnTo>
                    <a:pt x="1" y="60"/>
                  </a:lnTo>
                  <a:lnTo>
                    <a:pt x="2" y="54"/>
                  </a:lnTo>
                  <a:lnTo>
                    <a:pt x="4" y="48"/>
                  </a:lnTo>
                  <a:lnTo>
                    <a:pt x="7" y="41"/>
                  </a:lnTo>
                  <a:lnTo>
                    <a:pt x="11" y="34"/>
                  </a:lnTo>
                  <a:lnTo>
                    <a:pt x="17" y="27"/>
                  </a:lnTo>
                  <a:lnTo>
                    <a:pt x="24" y="20"/>
                  </a:lnTo>
                  <a:lnTo>
                    <a:pt x="33" y="14"/>
                  </a:lnTo>
                  <a:lnTo>
                    <a:pt x="43" y="8"/>
                  </a:lnTo>
                  <a:lnTo>
                    <a:pt x="55" y="4"/>
                  </a:lnTo>
                  <a:lnTo>
                    <a:pt x="70" y="1"/>
                  </a:lnTo>
                  <a:lnTo>
                    <a:pt x="88"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85" name="Google Shape;2285;p54"/>
            <p:cNvSpPr/>
            <p:nvPr/>
          </p:nvSpPr>
          <p:spPr>
            <a:xfrm>
              <a:off x="6690816" y="4573058"/>
              <a:ext cx="384326" cy="92964"/>
            </a:xfrm>
            <a:custGeom>
              <a:rect b="b" l="l" r="r" t="t"/>
              <a:pathLst>
                <a:path extrusionOk="0" h="82" w="339">
                  <a:moveTo>
                    <a:pt x="35" y="0"/>
                  </a:moveTo>
                  <a:lnTo>
                    <a:pt x="306" y="8"/>
                  </a:lnTo>
                  <a:lnTo>
                    <a:pt x="317" y="10"/>
                  </a:lnTo>
                  <a:lnTo>
                    <a:pt x="326" y="16"/>
                  </a:lnTo>
                  <a:lnTo>
                    <a:pt x="333" y="24"/>
                  </a:lnTo>
                  <a:lnTo>
                    <a:pt x="338" y="34"/>
                  </a:lnTo>
                  <a:lnTo>
                    <a:pt x="339" y="46"/>
                  </a:lnTo>
                  <a:lnTo>
                    <a:pt x="337" y="58"/>
                  </a:lnTo>
                  <a:lnTo>
                    <a:pt x="332" y="68"/>
                  </a:lnTo>
                  <a:lnTo>
                    <a:pt x="324" y="75"/>
                  </a:lnTo>
                  <a:lnTo>
                    <a:pt x="315" y="80"/>
                  </a:lnTo>
                  <a:lnTo>
                    <a:pt x="304" y="82"/>
                  </a:lnTo>
                  <a:lnTo>
                    <a:pt x="33" y="74"/>
                  </a:lnTo>
                  <a:lnTo>
                    <a:pt x="22" y="72"/>
                  </a:lnTo>
                  <a:lnTo>
                    <a:pt x="13" y="66"/>
                  </a:lnTo>
                  <a:lnTo>
                    <a:pt x="6" y="58"/>
                  </a:lnTo>
                  <a:lnTo>
                    <a:pt x="1" y="48"/>
                  </a:lnTo>
                  <a:lnTo>
                    <a:pt x="0" y="36"/>
                  </a:lnTo>
                  <a:lnTo>
                    <a:pt x="2" y="24"/>
                  </a:lnTo>
                  <a:lnTo>
                    <a:pt x="7" y="14"/>
                  </a:lnTo>
                  <a:lnTo>
                    <a:pt x="15" y="7"/>
                  </a:lnTo>
                  <a:lnTo>
                    <a:pt x="25" y="1"/>
                  </a:lnTo>
                  <a:lnTo>
                    <a:pt x="35"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2286" name="Google Shape;2286;p54"/>
          <p:cNvSpPr/>
          <p:nvPr/>
        </p:nvSpPr>
        <p:spPr>
          <a:xfrm>
            <a:off x="458609" y="3260189"/>
            <a:ext cx="865500" cy="865200"/>
          </a:xfrm>
          <a:prstGeom prst="ellipse">
            <a:avLst/>
          </a:prstGeom>
          <a:solidFill>
            <a:schemeClr val="accent2"/>
          </a:solidFill>
          <a:ln>
            <a:noFill/>
          </a:ln>
          <a:effectLst>
            <a:outerShdw blurRad="428699" rotWithShape="0" algn="tr" dir="8100000" dist="1429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2287" name="Google Shape;2287;p54"/>
          <p:cNvGrpSpPr/>
          <p:nvPr/>
        </p:nvGrpSpPr>
        <p:grpSpPr>
          <a:xfrm>
            <a:off x="630109" y="3411212"/>
            <a:ext cx="457322" cy="474989"/>
            <a:chOff x="1217612" y="4548282"/>
            <a:chExt cx="609600" cy="633318"/>
          </a:xfrm>
        </p:grpSpPr>
        <p:sp>
          <p:nvSpPr>
            <p:cNvPr id="2288" name="Google Shape;2288;p54"/>
            <p:cNvSpPr/>
            <p:nvPr/>
          </p:nvSpPr>
          <p:spPr>
            <a:xfrm>
              <a:off x="1217612" y="4876800"/>
              <a:ext cx="304800" cy="304800"/>
            </a:xfrm>
            <a:prstGeom prst="star5">
              <a:avLst>
                <a:gd fmla="val 24419"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89" name="Google Shape;2289;p54"/>
            <p:cNvSpPr/>
            <p:nvPr/>
          </p:nvSpPr>
          <p:spPr>
            <a:xfrm>
              <a:off x="1446212" y="4548282"/>
              <a:ext cx="381000" cy="381000"/>
            </a:xfrm>
            <a:prstGeom prst="star5">
              <a:avLst>
                <a:gd fmla="val 24419"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290" name="Google Shape;2290;p54"/>
            <p:cNvSpPr/>
            <p:nvPr/>
          </p:nvSpPr>
          <p:spPr>
            <a:xfrm>
              <a:off x="1598612" y="5029200"/>
              <a:ext cx="152400" cy="152400"/>
            </a:xfrm>
            <a:prstGeom prst="star5">
              <a:avLst>
                <a:gd fmla="val 24419"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sp>
        <p:nvSpPr>
          <p:cNvPr id="2291" name="Google Shape;2291;p54"/>
          <p:cNvSpPr/>
          <p:nvPr/>
        </p:nvSpPr>
        <p:spPr>
          <a:xfrm>
            <a:off x="7821393" y="3260189"/>
            <a:ext cx="865500" cy="865200"/>
          </a:xfrm>
          <a:prstGeom prst="ellipse">
            <a:avLst/>
          </a:prstGeom>
          <a:solidFill>
            <a:schemeClr val="accent3"/>
          </a:solidFill>
          <a:ln>
            <a:noFill/>
          </a:ln>
          <a:effectLst>
            <a:outerShdw blurRad="428699" rotWithShape="0" algn="tr" dir="8100000" dist="1429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2292" name="Google Shape;2292;p54"/>
          <p:cNvGrpSpPr/>
          <p:nvPr/>
        </p:nvGrpSpPr>
        <p:grpSpPr>
          <a:xfrm>
            <a:off x="8011329" y="3466303"/>
            <a:ext cx="486607" cy="453481"/>
            <a:chOff x="7992307" y="5619466"/>
            <a:chExt cx="918300" cy="855947"/>
          </a:xfrm>
        </p:grpSpPr>
        <p:sp>
          <p:nvSpPr>
            <p:cNvPr id="2293" name="Google Shape;2293;p54"/>
            <p:cNvSpPr/>
            <p:nvPr/>
          </p:nvSpPr>
          <p:spPr>
            <a:xfrm>
              <a:off x="7992307" y="5855276"/>
              <a:ext cx="619002" cy="620137"/>
            </a:xfrm>
            <a:custGeom>
              <a:rect b="b" l="l" r="r" t="t"/>
              <a:pathLst>
                <a:path extrusionOk="0" h="547" w="546">
                  <a:moveTo>
                    <a:pt x="273" y="0"/>
                  </a:moveTo>
                  <a:lnTo>
                    <a:pt x="305" y="2"/>
                  </a:lnTo>
                  <a:lnTo>
                    <a:pt x="336" y="7"/>
                  </a:lnTo>
                  <a:lnTo>
                    <a:pt x="366" y="16"/>
                  </a:lnTo>
                  <a:lnTo>
                    <a:pt x="394" y="28"/>
                  </a:lnTo>
                  <a:lnTo>
                    <a:pt x="420" y="42"/>
                  </a:lnTo>
                  <a:lnTo>
                    <a:pt x="444" y="60"/>
                  </a:lnTo>
                  <a:lnTo>
                    <a:pt x="467" y="80"/>
                  </a:lnTo>
                  <a:lnTo>
                    <a:pt x="487" y="102"/>
                  </a:lnTo>
                  <a:lnTo>
                    <a:pt x="504" y="127"/>
                  </a:lnTo>
                  <a:lnTo>
                    <a:pt x="519" y="153"/>
                  </a:lnTo>
                  <a:lnTo>
                    <a:pt x="530" y="181"/>
                  </a:lnTo>
                  <a:lnTo>
                    <a:pt x="539" y="211"/>
                  </a:lnTo>
                  <a:lnTo>
                    <a:pt x="544" y="241"/>
                  </a:lnTo>
                  <a:lnTo>
                    <a:pt x="546" y="273"/>
                  </a:lnTo>
                  <a:lnTo>
                    <a:pt x="544" y="305"/>
                  </a:lnTo>
                  <a:lnTo>
                    <a:pt x="539" y="336"/>
                  </a:lnTo>
                  <a:lnTo>
                    <a:pt x="530" y="366"/>
                  </a:lnTo>
                  <a:lnTo>
                    <a:pt x="519" y="393"/>
                  </a:lnTo>
                  <a:lnTo>
                    <a:pt x="504" y="420"/>
                  </a:lnTo>
                  <a:lnTo>
                    <a:pt x="487" y="444"/>
                  </a:lnTo>
                  <a:lnTo>
                    <a:pt x="467" y="467"/>
                  </a:lnTo>
                  <a:lnTo>
                    <a:pt x="444" y="487"/>
                  </a:lnTo>
                  <a:lnTo>
                    <a:pt x="420" y="505"/>
                  </a:lnTo>
                  <a:lnTo>
                    <a:pt x="394" y="519"/>
                  </a:lnTo>
                  <a:lnTo>
                    <a:pt x="366" y="531"/>
                  </a:lnTo>
                  <a:lnTo>
                    <a:pt x="336" y="540"/>
                  </a:lnTo>
                  <a:lnTo>
                    <a:pt x="305" y="545"/>
                  </a:lnTo>
                  <a:lnTo>
                    <a:pt x="273" y="547"/>
                  </a:lnTo>
                  <a:lnTo>
                    <a:pt x="241" y="545"/>
                  </a:lnTo>
                  <a:lnTo>
                    <a:pt x="211" y="540"/>
                  </a:lnTo>
                  <a:lnTo>
                    <a:pt x="181" y="531"/>
                  </a:lnTo>
                  <a:lnTo>
                    <a:pt x="153" y="519"/>
                  </a:lnTo>
                  <a:lnTo>
                    <a:pt x="126" y="505"/>
                  </a:lnTo>
                  <a:lnTo>
                    <a:pt x="103" y="487"/>
                  </a:lnTo>
                  <a:lnTo>
                    <a:pt x="80" y="467"/>
                  </a:lnTo>
                  <a:lnTo>
                    <a:pt x="60" y="444"/>
                  </a:lnTo>
                  <a:lnTo>
                    <a:pt x="42" y="420"/>
                  </a:lnTo>
                  <a:lnTo>
                    <a:pt x="27" y="393"/>
                  </a:lnTo>
                  <a:lnTo>
                    <a:pt x="16" y="366"/>
                  </a:lnTo>
                  <a:lnTo>
                    <a:pt x="7" y="336"/>
                  </a:lnTo>
                  <a:lnTo>
                    <a:pt x="2" y="305"/>
                  </a:lnTo>
                  <a:lnTo>
                    <a:pt x="0" y="273"/>
                  </a:lnTo>
                  <a:lnTo>
                    <a:pt x="2" y="241"/>
                  </a:lnTo>
                  <a:lnTo>
                    <a:pt x="7" y="211"/>
                  </a:lnTo>
                  <a:lnTo>
                    <a:pt x="16" y="181"/>
                  </a:lnTo>
                  <a:lnTo>
                    <a:pt x="27" y="153"/>
                  </a:lnTo>
                  <a:lnTo>
                    <a:pt x="42" y="127"/>
                  </a:lnTo>
                  <a:lnTo>
                    <a:pt x="60" y="102"/>
                  </a:lnTo>
                  <a:lnTo>
                    <a:pt x="80" y="80"/>
                  </a:lnTo>
                  <a:lnTo>
                    <a:pt x="103" y="60"/>
                  </a:lnTo>
                  <a:lnTo>
                    <a:pt x="126" y="42"/>
                  </a:lnTo>
                  <a:lnTo>
                    <a:pt x="153" y="28"/>
                  </a:lnTo>
                  <a:lnTo>
                    <a:pt x="181" y="16"/>
                  </a:lnTo>
                  <a:lnTo>
                    <a:pt x="211" y="7"/>
                  </a:lnTo>
                  <a:lnTo>
                    <a:pt x="241" y="2"/>
                  </a:lnTo>
                  <a:lnTo>
                    <a:pt x="2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94" name="Google Shape;2294;p54"/>
            <p:cNvSpPr/>
            <p:nvPr/>
          </p:nvSpPr>
          <p:spPr>
            <a:xfrm>
              <a:off x="8198641" y="5752109"/>
              <a:ext cx="206334" cy="206334"/>
            </a:xfrm>
            <a:custGeom>
              <a:rect b="b" l="l" r="r" t="t"/>
              <a:pathLst>
                <a:path extrusionOk="0" h="182" w="182">
                  <a:moveTo>
                    <a:pt x="91" y="0"/>
                  </a:moveTo>
                  <a:lnTo>
                    <a:pt x="110" y="2"/>
                  </a:lnTo>
                  <a:lnTo>
                    <a:pt x="127" y="7"/>
                  </a:lnTo>
                  <a:lnTo>
                    <a:pt x="142" y="15"/>
                  </a:lnTo>
                  <a:lnTo>
                    <a:pt x="156" y="26"/>
                  </a:lnTo>
                  <a:lnTo>
                    <a:pt x="167" y="39"/>
                  </a:lnTo>
                  <a:lnTo>
                    <a:pt x="175" y="55"/>
                  </a:lnTo>
                  <a:lnTo>
                    <a:pt x="180" y="72"/>
                  </a:lnTo>
                  <a:lnTo>
                    <a:pt x="182" y="91"/>
                  </a:lnTo>
                  <a:lnTo>
                    <a:pt x="180" y="109"/>
                  </a:lnTo>
                  <a:lnTo>
                    <a:pt x="175" y="126"/>
                  </a:lnTo>
                  <a:lnTo>
                    <a:pt x="167" y="142"/>
                  </a:lnTo>
                  <a:lnTo>
                    <a:pt x="156" y="155"/>
                  </a:lnTo>
                  <a:lnTo>
                    <a:pt x="142" y="167"/>
                  </a:lnTo>
                  <a:lnTo>
                    <a:pt x="127" y="175"/>
                  </a:lnTo>
                  <a:lnTo>
                    <a:pt x="110" y="180"/>
                  </a:lnTo>
                  <a:lnTo>
                    <a:pt x="91" y="182"/>
                  </a:lnTo>
                  <a:lnTo>
                    <a:pt x="73" y="180"/>
                  </a:lnTo>
                  <a:lnTo>
                    <a:pt x="56" y="175"/>
                  </a:lnTo>
                  <a:lnTo>
                    <a:pt x="40" y="167"/>
                  </a:lnTo>
                  <a:lnTo>
                    <a:pt x="27" y="155"/>
                  </a:lnTo>
                  <a:lnTo>
                    <a:pt x="16" y="142"/>
                  </a:lnTo>
                  <a:lnTo>
                    <a:pt x="8" y="126"/>
                  </a:lnTo>
                  <a:lnTo>
                    <a:pt x="2" y="109"/>
                  </a:lnTo>
                  <a:lnTo>
                    <a:pt x="0" y="91"/>
                  </a:lnTo>
                  <a:lnTo>
                    <a:pt x="2" y="72"/>
                  </a:lnTo>
                  <a:lnTo>
                    <a:pt x="8" y="55"/>
                  </a:lnTo>
                  <a:lnTo>
                    <a:pt x="16" y="39"/>
                  </a:lnTo>
                  <a:lnTo>
                    <a:pt x="27" y="26"/>
                  </a:lnTo>
                  <a:lnTo>
                    <a:pt x="40" y="15"/>
                  </a:lnTo>
                  <a:lnTo>
                    <a:pt x="56" y="7"/>
                  </a:lnTo>
                  <a:lnTo>
                    <a:pt x="73" y="2"/>
                  </a:lnTo>
                  <a:lnTo>
                    <a:pt x="91"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95" name="Google Shape;2295;p54"/>
            <p:cNvSpPr/>
            <p:nvPr/>
          </p:nvSpPr>
          <p:spPr>
            <a:xfrm>
              <a:off x="8273466" y="5619466"/>
              <a:ext cx="637141" cy="260752"/>
            </a:xfrm>
            <a:custGeom>
              <a:rect b="b" l="l" r="r" t="t"/>
              <a:pathLst>
                <a:path extrusionOk="0" h="230" w="562">
                  <a:moveTo>
                    <a:pt x="128" y="0"/>
                  </a:moveTo>
                  <a:lnTo>
                    <a:pt x="150" y="1"/>
                  </a:lnTo>
                  <a:lnTo>
                    <a:pt x="172" y="5"/>
                  </a:lnTo>
                  <a:lnTo>
                    <a:pt x="194" y="13"/>
                  </a:lnTo>
                  <a:lnTo>
                    <a:pt x="217" y="24"/>
                  </a:lnTo>
                  <a:lnTo>
                    <a:pt x="240" y="39"/>
                  </a:lnTo>
                  <a:lnTo>
                    <a:pt x="262" y="57"/>
                  </a:lnTo>
                  <a:lnTo>
                    <a:pt x="285" y="76"/>
                  </a:lnTo>
                  <a:lnTo>
                    <a:pt x="308" y="97"/>
                  </a:lnTo>
                  <a:lnTo>
                    <a:pt x="329" y="115"/>
                  </a:lnTo>
                  <a:lnTo>
                    <a:pt x="349" y="132"/>
                  </a:lnTo>
                  <a:lnTo>
                    <a:pt x="368" y="147"/>
                  </a:lnTo>
                  <a:lnTo>
                    <a:pt x="386" y="160"/>
                  </a:lnTo>
                  <a:lnTo>
                    <a:pt x="403" y="171"/>
                  </a:lnTo>
                  <a:lnTo>
                    <a:pt x="421" y="180"/>
                  </a:lnTo>
                  <a:lnTo>
                    <a:pt x="437" y="186"/>
                  </a:lnTo>
                  <a:lnTo>
                    <a:pt x="454" y="189"/>
                  </a:lnTo>
                  <a:lnTo>
                    <a:pt x="470" y="189"/>
                  </a:lnTo>
                  <a:lnTo>
                    <a:pt x="486" y="186"/>
                  </a:lnTo>
                  <a:lnTo>
                    <a:pt x="502" y="179"/>
                  </a:lnTo>
                  <a:lnTo>
                    <a:pt x="518" y="168"/>
                  </a:lnTo>
                  <a:lnTo>
                    <a:pt x="534" y="154"/>
                  </a:lnTo>
                  <a:lnTo>
                    <a:pt x="562" y="182"/>
                  </a:lnTo>
                  <a:lnTo>
                    <a:pt x="542" y="200"/>
                  </a:lnTo>
                  <a:lnTo>
                    <a:pt x="522" y="214"/>
                  </a:lnTo>
                  <a:lnTo>
                    <a:pt x="502" y="223"/>
                  </a:lnTo>
                  <a:lnTo>
                    <a:pt x="482" y="228"/>
                  </a:lnTo>
                  <a:lnTo>
                    <a:pt x="463" y="230"/>
                  </a:lnTo>
                  <a:lnTo>
                    <a:pt x="441" y="228"/>
                  </a:lnTo>
                  <a:lnTo>
                    <a:pt x="419" y="222"/>
                  </a:lnTo>
                  <a:lnTo>
                    <a:pt x="398" y="214"/>
                  </a:lnTo>
                  <a:lnTo>
                    <a:pt x="377" y="202"/>
                  </a:lnTo>
                  <a:lnTo>
                    <a:pt x="357" y="189"/>
                  </a:lnTo>
                  <a:lnTo>
                    <a:pt x="337" y="174"/>
                  </a:lnTo>
                  <a:lnTo>
                    <a:pt x="318" y="158"/>
                  </a:lnTo>
                  <a:lnTo>
                    <a:pt x="299" y="142"/>
                  </a:lnTo>
                  <a:lnTo>
                    <a:pt x="281" y="126"/>
                  </a:lnTo>
                  <a:lnTo>
                    <a:pt x="260" y="107"/>
                  </a:lnTo>
                  <a:lnTo>
                    <a:pt x="239" y="89"/>
                  </a:lnTo>
                  <a:lnTo>
                    <a:pt x="219" y="73"/>
                  </a:lnTo>
                  <a:lnTo>
                    <a:pt x="199" y="59"/>
                  </a:lnTo>
                  <a:lnTo>
                    <a:pt x="179" y="50"/>
                  </a:lnTo>
                  <a:lnTo>
                    <a:pt x="160" y="43"/>
                  </a:lnTo>
                  <a:lnTo>
                    <a:pt x="142" y="40"/>
                  </a:lnTo>
                  <a:lnTo>
                    <a:pt x="125" y="40"/>
                  </a:lnTo>
                  <a:lnTo>
                    <a:pt x="108" y="43"/>
                  </a:lnTo>
                  <a:lnTo>
                    <a:pt x="94" y="49"/>
                  </a:lnTo>
                  <a:lnTo>
                    <a:pt x="80" y="59"/>
                  </a:lnTo>
                  <a:lnTo>
                    <a:pt x="68" y="71"/>
                  </a:lnTo>
                  <a:lnTo>
                    <a:pt x="58" y="86"/>
                  </a:lnTo>
                  <a:lnTo>
                    <a:pt x="51" y="103"/>
                  </a:lnTo>
                  <a:lnTo>
                    <a:pt x="45" y="121"/>
                  </a:lnTo>
                  <a:lnTo>
                    <a:pt x="41" y="141"/>
                  </a:lnTo>
                  <a:lnTo>
                    <a:pt x="40" y="161"/>
                  </a:lnTo>
                  <a:lnTo>
                    <a:pt x="41" y="182"/>
                  </a:lnTo>
                  <a:lnTo>
                    <a:pt x="45" y="203"/>
                  </a:lnTo>
                  <a:lnTo>
                    <a:pt x="6" y="212"/>
                  </a:lnTo>
                  <a:lnTo>
                    <a:pt x="2" y="189"/>
                  </a:lnTo>
                  <a:lnTo>
                    <a:pt x="0" y="165"/>
                  </a:lnTo>
                  <a:lnTo>
                    <a:pt x="1" y="142"/>
                  </a:lnTo>
                  <a:lnTo>
                    <a:pt x="4" y="120"/>
                  </a:lnTo>
                  <a:lnTo>
                    <a:pt x="10" y="98"/>
                  </a:lnTo>
                  <a:lnTo>
                    <a:pt x="18" y="78"/>
                  </a:lnTo>
                  <a:lnTo>
                    <a:pt x="28" y="59"/>
                  </a:lnTo>
                  <a:lnTo>
                    <a:pt x="40" y="43"/>
                  </a:lnTo>
                  <a:lnTo>
                    <a:pt x="54" y="29"/>
                  </a:lnTo>
                  <a:lnTo>
                    <a:pt x="71" y="17"/>
                  </a:lnTo>
                  <a:lnTo>
                    <a:pt x="88" y="8"/>
                  </a:lnTo>
                  <a:lnTo>
                    <a:pt x="108" y="2"/>
                  </a:lnTo>
                  <a:lnTo>
                    <a:pt x="128"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
        <p:nvSpPr>
          <p:cNvPr id="2296" name="Google Shape;2296;p54"/>
          <p:cNvSpPr/>
          <p:nvPr/>
        </p:nvSpPr>
        <p:spPr>
          <a:xfrm>
            <a:off x="458609" y="1434906"/>
            <a:ext cx="865500" cy="865200"/>
          </a:xfrm>
          <a:prstGeom prst="ellipse">
            <a:avLst/>
          </a:prstGeom>
          <a:solidFill>
            <a:schemeClr val="accent1"/>
          </a:solidFill>
          <a:ln>
            <a:noFill/>
          </a:ln>
          <a:effectLst>
            <a:outerShdw blurRad="428699" rotWithShape="0" algn="tr" dir="8100000" dist="1429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2297" name="Google Shape;2297;p54"/>
          <p:cNvGrpSpPr/>
          <p:nvPr/>
        </p:nvGrpSpPr>
        <p:grpSpPr>
          <a:xfrm>
            <a:off x="687889" y="1669142"/>
            <a:ext cx="405685" cy="405612"/>
            <a:chOff x="6554771" y="5685221"/>
            <a:chExt cx="724437" cy="724436"/>
          </a:xfrm>
        </p:grpSpPr>
        <p:sp>
          <p:nvSpPr>
            <p:cNvPr id="2298" name="Google Shape;2298;p54"/>
            <p:cNvSpPr/>
            <p:nvPr/>
          </p:nvSpPr>
          <p:spPr>
            <a:xfrm>
              <a:off x="6872208" y="5685221"/>
              <a:ext cx="407000" cy="420604"/>
            </a:xfrm>
            <a:custGeom>
              <a:rect b="b" l="l" r="r" t="t"/>
              <a:pathLst>
                <a:path extrusionOk="0" h="371" w="359">
                  <a:moveTo>
                    <a:pt x="203" y="0"/>
                  </a:moveTo>
                  <a:lnTo>
                    <a:pt x="215" y="1"/>
                  </a:lnTo>
                  <a:lnTo>
                    <a:pt x="229" y="7"/>
                  </a:lnTo>
                  <a:lnTo>
                    <a:pt x="242" y="16"/>
                  </a:lnTo>
                  <a:lnTo>
                    <a:pt x="342" y="113"/>
                  </a:lnTo>
                  <a:lnTo>
                    <a:pt x="342" y="114"/>
                  </a:lnTo>
                  <a:lnTo>
                    <a:pt x="345" y="117"/>
                  </a:lnTo>
                  <a:lnTo>
                    <a:pt x="348" y="122"/>
                  </a:lnTo>
                  <a:lnTo>
                    <a:pt x="352" y="128"/>
                  </a:lnTo>
                  <a:lnTo>
                    <a:pt x="355" y="136"/>
                  </a:lnTo>
                  <a:lnTo>
                    <a:pt x="358" y="145"/>
                  </a:lnTo>
                  <a:lnTo>
                    <a:pt x="359" y="155"/>
                  </a:lnTo>
                  <a:lnTo>
                    <a:pt x="358" y="167"/>
                  </a:lnTo>
                  <a:lnTo>
                    <a:pt x="356" y="180"/>
                  </a:lnTo>
                  <a:lnTo>
                    <a:pt x="350" y="193"/>
                  </a:lnTo>
                  <a:lnTo>
                    <a:pt x="341" y="208"/>
                  </a:lnTo>
                  <a:lnTo>
                    <a:pt x="328" y="223"/>
                  </a:lnTo>
                  <a:lnTo>
                    <a:pt x="186" y="364"/>
                  </a:lnTo>
                  <a:lnTo>
                    <a:pt x="181" y="367"/>
                  </a:lnTo>
                  <a:lnTo>
                    <a:pt x="175" y="369"/>
                  </a:lnTo>
                  <a:lnTo>
                    <a:pt x="167" y="371"/>
                  </a:lnTo>
                  <a:lnTo>
                    <a:pt x="158" y="371"/>
                  </a:lnTo>
                  <a:lnTo>
                    <a:pt x="146" y="371"/>
                  </a:lnTo>
                  <a:lnTo>
                    <a:pt x="134" y="369"/>
                  </a:lnTo>
                  <a:lnTo>
                    <a:pt x="120" y="365"/>
                  </a:lnTo>
                  <a:lnTo>
                    <a:pt x="106" y="357"/>
                  </a:lnTo>
                  <a:lnTo>
                    <a:pt x="92" y="345"/>
                  </a:lnTo>
                  <a:lnTo>
                    <a:pt x="261" y="176"/>
                  </a:lnTo>
                  <a:lnTo>
                    <a:pt x="262" y="175"/>
                  </a:lnTo>
                  <a:lnTo>
                    <a:pt x="263" y="173"/>
                  </a:lnTo>
                  <a:lnTo>
                    <a:pt x="265" y="170"/>
                  </a:lnTo>
                  <a:lnTo>
                    <a:pt x="266" y="165"/>
                  </a:lnTo>
                  <a:lnTo>
                    <a:pt x="265" y="160"/>
                  </a:lnTo>
                  <a:lnTo>
                    <a:pt x="263" y="153"/>
                  </a:lnTo>
                  <a:lnTo>
                    <a:pt x="257" y="145"/>
                  </a:lnTo>
                  <a:lnTo>
                    <a:pt x="214" y="102"/>
                  </a:lnTo>
                  <a:lnTo>
                    <a:pt x="213" y="101"/>
                  </a:lnTo>
                  <a:lnTo>
                    <a:pt x="209" y="99"/>
                  </a:lnTo>
                  <a:lnTo>
                    <a:pt x="204" y="97"/>
                  </a:lnTo>
                  <a:lnTo>
                    <a:pt x="198" y="96"/>
                  </a:lnTo>
                  <a:lnTo>
                    <a:pt x="190" y="99"/>
                  </a:lnTo>
                  <a:lnTo>
                    <a:pt x="182" y="105"/>
                  </a:lnTo>
                  <a:lnTo>
                    <a:pt x="19" y="263"/>
                  </a:lnTo>
                  <a:lnTo>
                    <a:pt x="18" y="262"/>
                  </a:lnTo>
                  <a:lnTo>
                    <a:pt x="15" y="259"/>
                  </a:lnTo>
                  <a:lnTo>
                    <a:pt x="11" y="253"/>
                  </a:lnTo>
                  <a:lnTo>
                    <a:pt x="7" y="246"/>
                  </a:lnTo>
                  <a:lnTo>
                    <a:pt x="4" y="237"/>
                  </a:lnTo>
                  <a:lnTo>
                    <a:pt x="2" y="226"/>
                  </a:lnTo>
                  <a:lnTo>
                    <a:pt x="0" y="212"/>
                  </a:lnTo>
                  <a:lnTo>
                    <a:pt x="1" y="198"/>
                  </a:lnTo>
                  <a:lnTo>
                    <a:pt x="4" y="182"/>
                  </a:lnTo>
                  <a:lnTo>
                    <a:pt x="11" y="164"/>
                  </a:lnTo>
                  <a:lnTo>
                    <a:pt x="142" y="25"/>
                  </a:lnTo>
                  <a:lnTo>
                    <a:pt x="144" y="23"/>
                  </a:lnTo>
                  <a:lnTo>
                    <a:pt x="147" y="21"/>
                  </a:lnTo>
                  <a:lnTo>
                    <a:pt x="153" y="17"/>
                  </a:lnTo>
                  <a:lnTo>
                    <a:pt x="160" y="11"/>
                  </a:lnTo>
                  <a:lnTo>
                    <a:pt x="169" y="7"/>
                  </a:lnTo>
                  <a:lnTo>
                    <a:pt x="180" y="3"/>
                  </a:lnTo>
                  <a:lnTo>
                    <a:pt x="191" y="1"/>
                  </a:lnTo>
                  <a:lnTo>
                    <a:pt x="20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299" name="Google Shape;2299;p54"/>
            <p:cNvSpPr/>
            <p:nvPr/>
          </p:nvSpPr>
          <p:spPr>
            <a:xfrm>
              <a:off x="6554771" y="5987919"/>
              <a:ext cx="407000" cy="421738"/>
            </a:xfrm>
            <a:custGeom>
              <a:rect b="b" l="l" r="r" t="t"/>
              <a:pathLst>
                <a:path extrusionOk="0" h="372" w="359">
                  <a:moveTo>
                    <a:pt x="201" y="0"/>
                  </a:moveTo>
                  <a:lnTo>
                    <a:pt x="212" y="1"/>
                  </a:lnTo>
                  <a:lnTo>
                    <a:pt x="225" y="3"/>
                  </a:lnTo>
                  <a:lnTo>
                    <a:pt x="238" y="8"/>
                  </a:lnTo>
                  <a:lnTo>
                    <a:pt x="252" y="16"/>
                  </a:lnTo>
                  <a:lnTo>
                    <a:pt x="267" y="28"/>
                  </a:lnTo>
                  <a:lnTo>
                    <a:pt x="97" y="196"/>
                  </a:lnTo>
                  <a:lnTo>
                    <a:pt x="97" y="197"/>
                  </a:lnTo>
                  <a:lnTo>
                    <a:pt x="95" y="199"/>
                  </a:lnTo>
                  <a:lnTo>
                    <a:pt x="93" y="202"/>
                  </a:lnTo>
                  <a:lnTo>
                    <a:pt x="93" y="207"/>
                  </a:lnTo>
                  <a:lnTo>
                    <a:pt x="93" y="212"/>
                  </a:lnTo>
                  <a:lnTo>
                    <a:pt x="96" y="219"/>
                  </a:lnTo>
                  <a:lnTo>
                    <a:pt x="102" y="227"/>
                  </a:lnTo>
                  <a:lnTo>
                    <a:pt x="145" y="270"/>
                  </a:lnTo>
                  <a:lnTo>
                    <a:pt x="145" y="270"/>
                  </a:lnTo>
                  <a:lnTo>
                    <a:pt x="148" y="272"/>
                  </a:lnTo>
                  <a:lnTo>
                    <a:pt x="152" y="274"/>
                  </a:lnTo>
                  <a:lnTo>
                    <a:pt x="157" y="275"/>
                  </a:lnTo>
                  <a:lnTo>
                    <a:pt x="163" y="275"/>
                  </a:lnTo>
                  <a:lnTo>
                    <a:pt x="170" y="272"/>
                  </a:lnTo>
                  <a:lnTo>
                    <a:pt x="177" y="267"/>
                  </a:lnTo>
                  <a:lnTo>
                    <a:pt x="340" y="108"/>
                  </a:lnTo>
                  <a:lnTo>
                    <a:pt x="341" y="110"/>
                  </a:lnTo>
                  <a:lnTo>
                    <a:pt x="343" y="113"/>
                  </a:lnTo>
                  <a:lnTo>
                    <a:pt x="347" y="118"/>
                  </a:lnTo>
                  <a:lnTo>
                    <a:pt x="351" y="125"/>
                  </a:lnTo>
                  <a:lnTo>
                    <a:pt x="355" y="135"/>
                  </a:lnTo>
                  <a:lnTo>
                    <a:pt x="357" y="147"/>
                  </a:lnTo>
                  <a:lnTo>
                    <a:pt x="359" y="159"/>
                  </a:lnTo>
                  <a:lnTo>
                    <a:pt x="358" y="175"/>
                  </a:lnTo>
                  <a:lnTo>
                    <a:pt x="355" y="191"/>
                  </a:lnTo>
                  <a:lnTo>
                    <a:pt x="348" y="209"/>
                  </a:lnTo>
                  <a:lnTo>
                    <a:pt x="216" y="347"/>
                  </a:lnTo>
                  <a:lnTo>
                    <a:pt x="215" y="348"/>
                  </a:lnTo>
                  <a:lnTo>
                    <a:pt x="212" y="351"/>
                  </a:lnTo>
                  <a:lnTo>
                    <a:pt x="206" y="356"/>
                  </a:lnTo>
                  <a:lnTo>
                    <a:pt x="198" y="360"/>
                  </a:lnTo>
                  <a:lnTo>
                    <a:pt x="190" y="365"/>
                  </a:lnTo>
                  <a:lnTo>
                    <a:pt x="179" y="369"/>
                  </a:lnTo>
                  <a:lnTo>
                    <a:pt x="168" y="372"/>
                  </a:lnTo>
                  <a:lnTo>
                    <a:pt x="156" y="372"/>
                  </a:lnTo>
                  <a:lnTo>
                    <a:pt x="143" y="370"/>
                  </a:lnTo>
                  <a:lnTo>
                    <a:pt x="130" y="365"/>
                  </a:lnTo>
                  <a:lnTo>
                    <a:pt x="117" y="356"/>
                  </a:lnTo>
                  <a:lnTo>
                    <a:pt x="17" y="259"/>
                  </a:lnTo>
                  <a:lnTo>
                    <a:pt x="16" y="258"/>
                  </a:lnTo>
                  <a:lnTo>
                    <a:pt x="14" y="255"/>
                  </a:lnTo>
                  <a:lnTo>
                    <a:pt x="10" y="250"/>
                  </a:lnTo>
                  <a:lnTo>
                    <a:pt x="7" y="244"/>
                  </a:lnTo>
                  <a:lnTo>
                    <a:pt x="4" y="236"/>
                  </a:lnTo>
                  <a:lnTo>
                    <a:pt x="1" y="227"/>
                  </a:lnTo>
                  <a:lnTo>
                    <a:pt x="0" y="217"/>
                  </a:lnTo>
                  <a:lnTo>
                    <a:pt x="0" y="205"/>
                  </a:lnTo>
                  <a:lnTo>
                    <a:pt x="3" y="192"/>
                  </a:lnTo>
                  <a:lnTo>
                    <a:pt x="8" y="179"/>
                  </a:lnTo>
                  <a:lnTo>
                    <a:pt x="18" y="164"/>
                  </a:lnTo>
                  <a:lnTo>
                    <a:pt x="31" y="149"/>
                  </a:lnTo>
                  <a:lnTo>
                    <a:pt x="173" y="8"/>
                  </a:lnTo>
                  <a:lnTo>
                    <a:pt x="178" y="5"/>
                  </a:lnTo>
                  <a:lnTo>
                    <a:pt x="184" y="3"/>
                  </a:lnTo>
                  <a:lnTo>
                    <a:pt x="192" y="2"/>
                  </a:lnTo>
                  <a:lnTo>
                    <a:pt x="201"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00" name="Google Shape;2300;p54"/>
            <p:cNvSpPr/>
            <p:nvPr/>
          </p:nvSpPr>
          <p:spPr>
            <a:xfrm>
              <a:off x="6764507" y="5901758"/>
              <a:ext cx="303833" cy="291362"/>
            </a:xfrm>
            <a:custGeom>
              <a:rect b="b" l="l" r="r" t="t"/>
              <a:pathLst>
                <a:path extrusionOk="0" h="257" w="268">
                  <a:moveTo>
                    <a:pt x="223" y="0"/>
                  </a:moveTo>
                  <a:lnTo>
                    <a:pt x="233" y="0"/>
                  </a:lnTo>
                  <a:lnTo>
                    <a:pt x="241" y="1"/>
                  </a:lnTo>
                  <a:lnTo>
                    <a:pt x="250" y="6"/>
                  </a:lnTo>
                  <a:lnTo>
                    <a:pt x="258" y="12"/>
                  </a:lnTo>
                  <a:lnTo>
                    <a:pt x="265" y="22"/>
                  </a:lnTo>
                  <a:lnTo>
                    <a:pt x="268" y="33"/>
                  </a:lnTo>
                  <a:lnTo>
                    <a:pt x="268" y="43"/>
                  </a:lnTo>
                  <a:lnTo>
                    <a:pt x="265" y="54"/>
                  </a:lnTo>
                  <a:lnTo>
                    <a:pt x="259" y="62"/>
                  </a:lnTo>
                  <a:lnTo>
                    <a:pt x="61" y="249"/>
                  </a:lnTo>
                  <a:lnTo>
                    <a:pt x="52" y="255"/>
                  </a:lnTo>
                  <a:lnTo>
                    <a:pt x="42" y="257"/>
                  </a:lnTo>
                  <a:lnTo>
                    <a:pt x="31" y="257"/>
                  </a:lnTo>
                  <a:lnTo>
                    <a:pt x="21" y="252"/>
                  </a:lnTo>
                  <a:lnTo>
                    <a:pt x="11" y="245"/>
                  </a:lnTo>
                  <a:lnTo>
                    <a:pt x="5" y="237"/>
                  </a:lnTo>
                  <a:lnTo>
                    <a:pt x="1" y="228"/>
                  </a:lnTo>
                  <a:lnTo>
                    <a:pt x="0" y="219"/>
                  </a:lnTo>
                  <a:lnTo>
                    <a:pt x="1" y="210"/>
                  </a:lnTo>
                  <a:lnTo>
                    <a:pt x="5" y="202"/>
                  </a:lnTo>
                  <a:lnTo>
                    <a:pt x="10" y="195"/>
                  </a:lnTo>
                  <a:lnTo>
                    <a:pt x="207" y="8"/>
                  </a:lnTo>
                  <a:lnTo>
                    <a:pt x="215" y="3"/>
                  </a:lnTo>
                  <a:lnTo>
                    <a:pt x="22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04" name="Shape 2304"/>
        <p:cNvGrpSpPr/>
        <p:nvPr/>
      </p:nvGrpSpPr>
      <p:grpSpPr>
        <a:xfrm>
          <a:off x="0" y="0"/>
          <a:ext cx="0" cy="0"/>
          <a:chOff x="0" y="0"/>
          <a:chExt cx="0" cy="0"/>
        </a:xfrm>
      </p:grpSpPr>
      <p:sp>
        <p:nvSpPr>
          <p:cNvPr id="2305" name="Google Shape;2305;p55"/>
          <p:cNvSpPr/>
          <p:nvPr/>
        </p:nvSpPr>
        <p:spPr>
          <a:xfrm>
            <a:off x="1332858" y="1457784"/>
            <a:ext cx="1946724" cy="2736485"/>
          </a:xfrm>
          <a:custGeom>
            <a:rect b="b" l="l" r="r" t="t"/>
            <a:pathLst>
              <a:path extrusionOk="0" h="3648647" w="2595632">
                <a:moveTo>
                  <a:pt x="1431903" y="0"/>
                </a:moveTo>
                <a:cubicBezTo>
                  <a:pt x="1554919" y="0"/>
                  <a:pt x="1668093" y="4921"/>
                  <a:pt x="1771426" y="14762"/>
                </a:cubicBezTo>
                <a:cubicBezTo>
                  <a:pt x="1874760" y="24603"/>
                  <a:pt x="1968662" y="36905"/>
                  <a:pt x="2053132" y="51667"/>
                </a:cubicBezTo>
                <a:cubicBezTo>
                  <a:pt x="2137603" y="66429"/>
                  <a:pt x="2256108" y="94312"/>
                  <a:pt x="2408648" y="135317"/>
                </a:cubicBezTo>
                <a:lnTo>
                  <a:pt x="2408648" y="1033332"/>
                </a:lnTo>
                <a:cubicBezTo>
                  <a:pt x="2111770" y="870951"/>
                  <a:pt x="1819813" y="789761"/>
                  <a:pt x="1532776" y="789761"/>
                </a:cubicBezTo>
                <a:cubicBezTo>
                  <a:pt x="1414681" y="789761"/>
                  <a:pt x="1319548" y="811904"/>
                  <a:pt x="1247379" y="856190"/>
                </a:cubicBezTo>
                <a:cubicBezTo>
                  <a:pt x="1175210" y="900475"/>
                  <a:pt x="1139125" y="961163"/>
                  <a:pt x="1139125" y="1038253"/>
                </a:cubicBezTo>
                <a:cubicBezTo>
                  <a:pt x="1139125" y="1112062"/>
                  <a:pt x="1168239" y="1173160"/>
                  <a:pt x="1226466" y="1221546"/>
                </a:cubicBezTo>
                <a:cubicBezTo>
                  <a:pt x="1284694" y="1269933"/>
                  <a:pt x="1406480" y="1332671"/>
                  <a:pt x="1591823" y="1409760"/>
                </a:cubicBezTo>
                <a:cubicBezTo>
                  <a:pt x="1957590" y="1557379"/>
                  <a:pt x="2216333" y="1718940"/>
                  <a:pt x="2368053" y="1894442"/>
                </a:cubicBezTo>
                <a:cubicBezTo>
                  <a:pt x="2519772" y="2069945"/>
                  <a:pt x="2595632" y="2278252"/>
                  <a:pt x="2595632" y="2519362"/>
                </a:cubicBezTo>
                <a:cubicBezTo>
                  <a:pt x="2595632" y="2753913"/>
                  <a:pt x="2532894" y="2958118"/>
                  <a:pt x="2407418" y="3131981"/>
                </a:cubicBezTo>
                <a:cubicBezTo>
                  <a:pt x="2281942" y="3305843"/>
                  <a:pt x="2106029" y="3435420"/>
                  <a:pt x="1879680" y="3520711"/>
                </a:cubicBezTo>
                <a:cubicBezTo>
                  <a:pt x="1653331" y="3606002"/>
                  <a:pt x="1381056" y="3648647"/>
                  <a:pt x="1062856" y="3648647"/>
                </a:cubicBezTo>
                <a:cubicBezTo>
                  <a:pt x="693808" y="3648647"/>
                  <a:pt x="355925" y="3586319"/>
                  <a:pt x="49206" y="3461663"/>
                </a:cubicBezTo>
                <a:lnTo>
                  <a:pt x="49206" y="2494759"/>
                </a:lnTo>
                <a:cubicBezTo>
                  <a:pt x="196825" y="2603013"/>
                  <a:pt x="360026" y="2690354"/>
                  <a:pt x="538809" y="2756783"/>
                </a:cubicBezTo>
                <a:cubicBezTo>
                  <a:pt x="717591" y="2823211"/>
                  <a:pt x="884073" y="2856426"/>
                  <a:pt x="1038252" y="2856426"/>
                </a:cubicBezTo>
                <a:cubicBezTo>
                  <a:pt x="1154707" y="2856426"/>
                  <a:pt x="1244919" y="2835513"/>
                  <a:pt x="1308887" y="2793687"/>
                </a:cubicBezTo>
                <a:cubicBezTo>
                  <a:pt x="1372855" y="2751862"/>
                  <a:pt x="1404839" y="2690764"/>
                  <a:pt x="1404839" y="2610394"/>
                </a:cubicBezTo>
                <a:cubicBezTo>
                  <a:pt x="1404839" y="2552987"/>
                  <a:pt x="1388847" y="2502550"/>
                  <a:pt x="1356863" y="2459085"/>
                </a:cubicBezTo>
                <a:cubicBezTo>
                  <a:pt x="1324879" y="2415619"/>
                  <a:pt x="1276493" y="2375024"/>
                  <a:pt x="1211705" y="2337299"/>
                </a:cubicBezTo>
                <a:cubicBezTo>
                  <a:pt x="1146916" y="2299574"/>
                  <a:pt x="1026771" y="2247908"/>
                  <a:pt x="851268" y="2182299"/>
                </a:cubicBezTo>
                <a:cubicBezTo>
                  <a:pt x="283756" y="1964151"/>
                  <a:pt x="0" y="1611506"/>
                  <a:pt x="0" y="1124364"/>
                </a:cubicBezTo>
                <a:cubicBezTo>
                  <a:pt x="0" y="783200"/>
                  <a:pt x="129576" y="510515"/>
                  <a:pt x="388729" y="306309"/>
                </a:cubicBezTo>
                <a:cubicBezTo>
                  <a:pt x="647882" y="102103"/>
                  <a:pt x="995607" y="0"/>
                  <a:pt x="1431903" y="0"/>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06" name="Google Shape;2306;p55"/>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SWOT </a:t>
            </a:r>
            <a:r>
              <a:rPr lang="en-GB">
                <a:solidFill>
                  <a:schemeClr val="accent3"/>
                </a:solidFill>
              </a:rPr>
              <a:t>Analysis</a:t>
            </a:r>
            <a:endParaRPr>
              <a:latin typeface="Quattrocento Sans"/>
              <a:ea typeface="Quattrocento Sans"/>
              <a:cs typeface="Quattrocento Sans"/>
              <a:sym typeface="Quattrocento Sans"/>
            </a:endParaRPr>
          </a:p>
        </p:txBody>
      </p:sp>
      <p:sp>
        <p:nvSpPr>
          <p:cNvPr id="2307" name="Google Shape;2307;p55"/>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Strengths</a:t>
            </a:r>
            <a:endParaRPr/>
          </a:p>
        </p:txBody>
      </p:sp>
      <p:sp>
        <p:nvSpPr>
          <p:cNvPr id="2308" name="Google Shape;2308;p55"/>
          <p:cNvSpPr/>
          <p:nvPr/>
        </p:nvSpPr>
        <p:spPr>
          <a:xfrm>
            <a:off x="4572000" y="843558"/>
            <a:ext cx="4205700" cy="38178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09" name="Google Shape;2309;p55"/>
          <p:cNvSpPr txBox="1"/>
          <p:nvPr/>
        </p:nvSpPr>
        <p:spPr>
          <a:xfrm flipH="1">
            <a:off x="4788038" y="2020184"/>
            <a:ext cx="3882000" cy="186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Crusoe is well funded, well known, large network and experience. Industry leader.</a:t>
            </a:r>
            <a:endParaRPr sz="1100"/>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NGON is well funded, has experience, partnered with a large public miner.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360 Energy has a partnership with industry leading oilfield services company, Haliburton. Good market reach.</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10NetZero, best business model 🡪 best value proposition fit with Digital Midstream. High quality, high volume, low-cost natural gas, strategic partner for low-risk scaling, multi-discipline hands-on experience from top down. Low-cost leader.</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p:txBody>
      </p:sp>
      <p:sp>
        <p:nvSpPr>
          <p:cNvPr id="2310" name="Google Shape;2310;p55"/>
          <p:cNvSpPr txBox="1"/>
          <p:nvPr/>
        </p:nvSpPr>
        <p:spPr>
          <a:xfrm>
            <a:off x="5705191" y="1151305"/>
            <a:ext cx="2810400" cy="49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GB" sz="2700">
                <a:solidFill>
                  <a:schemeClr val="accent1"/>
                </a:solidFill>
                <a:latin typeface="Quattrocento Sans"/>
                <a:ea typeface="Quattrocento Sans"/>
                <a:cs typeface="Quattrocento Sans"/>
                <a:sym typeface="Quattrocento Sans"/>
              </a:rPr>
              <a:t>Strengths</a:t>
            </a:r>
            <a:endParaRPr sz="1100"/>
          </a:p>
        </p:txBody>
      </p:sp>
      <p:grpSp>
        <p:nvGrpSpPr>
          <p:cNvPr id="2311" name="Google Shape;2311;p55"/>
          <p:cNvGrpSpPr/>
          <p:nvPr/>
        </p:nvGrpSpPr>
        <p:grpSpPr>
          <a:xfrm>
            <a:off x="4662922" y="945438"/>
            <a:ext cx="865356" cy="865125"/>
            <a:chOff x="7051277" y="1743732"/>
            <a:chExt cx="1153500" cy="1153500"/>
          </a:xfrm>
        </p:grpSpPr>
        <p:sp>
          <p:nvSpPr>
            <p:cNvPr id="2312" name="Google Shape;2312;p55"/>
            <p:cNvSpPr/>
            <p:nvPr/>
          </p:nvSpPr>
          <p:spPr>
            <a:xfrm>
              <a:off x="7051277" y="1743732"/>
              <a:ext cx="1153500" cy="1153500"/>
            </a:xfrm>
            <a:prstGeom prst="ellipse">
              <a:avLst/>
            </a:prstGeom>
            <a:solidFill>
              <a:schemeClr val="accent1"/>
            </a:solidFill>
            <a:ln>
              <a:noFill/>
            </a:ln>
            <a:effectLst>
              <a:outerShdw blurRad="428699" rotWithShape="0" algn="tr" dir="8100000" dist="1429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2313" name="Google Shape;2313;p55"/>
            <p:cNvGrpSpPr/>
            <p:nvPr/>
          </p:nvGrpSpPr>
          <p:grpSpPr>
            <a:xfrm>
              <a:off x="7357086" y="2055857"/>
              <a:ext cx="540792" cy="540792"/>
              <a:chOff x="6554771" y="5685221"/>
              <a:chExt cx="724437" cy="724436"/>
            </a:xfrm>
          </p:grpSpPr>
          <p:sp>
            <p:nvSpPr>
              <p:cNvPr id="2314" name="Google Shape;2314;p55"/>
              <p:cNvSpPr/>
              <p:nvPr/>
            </p:nvSpPr>
            <p:spPr>
              <a:xfrm>
                <a:off x="6872208" y="5685221"/>
                <a:ext cx="407000" cy="420604"/>
              </a:xfrm>
              <a:custGeom>
                <a:rect b="b" l="l" r="r" t="t"/>
                <a:pathLst>
                  <a:path extrusionOk="0" h="371" w="359">
                    <a:moveTo>
                      <a:pt x="203" y="0"/>
                    </a:moveTo>
                    <a:lnTo>
                      <a:pt x="215" y="1"/>
                    </a:lnTo>
                    <a:lnTo>
                      <a:pt x="229" y="7"/>
                    </a:lnTo>
                    <a:lnTo>
                      <a:pt x="242" y="16"/>
                    </a:lnTo>
                    <a:lnTo>
                      <a:pt x="342" y="113"/>
                    </a:lnTo>
                    <a:lnTo>
                      <a:pt x="342" y="114"/>
                    </a:lnTo>
                    <a:lnTo>
                      <a:pt x="345" y="117"/>
                    </a:lnTo>
                    <a:lnTo>
                      <a:pt x="348" y="122"/>
                    </a:lnTo>
                    <a:lnTo>
                      <a:pt x="352" y="128"/>
                    </a:lnTo>
                    <a:lnTo>
                      <a:pt x="355" y="136"/>
                    </a:lnTo>
                    <a:lnTo>
                      <a:pt x="358" y="145"/>
                    </a:lnTo>
                    <a:lnTo>
                      <a:pt x="359" y="155"/>
                    </a:lnTo>
                    <a:lnTo>
                      <a:pt x="358" y="167"/>
                    </a:lnTo>
                    <a:lnTo>
                      <a:pt x="356" y="180"/>
                    </a:lnTo>
                    <a:lnTo>
                      <a:pt x="350" y="193"/>
                    </a:lnTo>
                    <a:lnTo>
                      <a:pt x="341" y="208"/>
                    </a:lnTo>
                    <a:lnTo>
                      <a:pt x="328" y="223"/>
                    </a:lnTo>
                    <a:lnTo>
                      <a:pt x="186" y="364"/>
                    </a:lnTo>
                    <a:lnTo>
                      <a:pt x="181" y="367"/>
                    </a:lnTo>
                    <a:lnTo>
                      <a:pt x="175" y="369"/>
                    </a:lnTo>
                    <a:lnTo>
                      <a:pt x="167" y="371"/>
                    </a:lnTo>
                    <a:lnTo>
                      <a:pt x="158" y="371"/>
                    </a:lnTo>
                    <a:lnTo>
                      <a:pt x="146" y="371"/>
                    </a:lnTo>
                    <a:lnTo>
                      <a:pt x="134" y="369"/>
                    </a:lnTo>
                    <a:lnTo>
                      <a:pt x="120" y="365"/>
                    </a:lnTo>
                    <a:lnTo>
                      <a:pt x="106" y="357"/>
                    </a:lnTo>
                    <a:lnTo>
                      <a:pt x="92" y="345"/>
                    </a:lnTo>
                    <a:lnTo>
                      <a:pt x="261" y="176"/>
                    </a:lnTo>
                    <a:lnTo>
                      <a:pt x="262" y="175"/>
                    </a:lnTo>
                    <a:lnTo>
                      <a:pt x="263" y="173"/>
                    </a:lnTo>
                    <a:lnTo>
                      <a:pt x="265" y="170"/>
                    </a:lnTo>
                    <a:lnTo>
                      <a:pt x="266" y="165"/>
                    </a:lnTo>
                    <a:lnTo>
                      <a:pt x="265" y="160"/>
                    </a:lnTo>
                    <a:lnTo>
                      <a:pt x="263" y="153"/>
                    </a:lnTo>
                    <a:lnTo>
                      <a:pt x="257" y="145"/>
                    </a:lnTo>
                    <a:lnTo>
                      <a:pt x="214" y="102"/>
                    </a:lnTo>
                    <a:lnTo>
                      <a:pt x="213" y="101"/>
                    </a:lnTo>
                    <a:lnTo>
                      <a:pt x="209" y="99"/>
                    </a:lnTo>
                    <a:lnTo>
                      <a:pt x="204" y="97"/>
                    </a:lnTo>
                    <a:lnTo>
                      <a:pt x="198" y="96"/>
                    </a:lnTo>
                    <a:lnTo>
                      <a:pt x="190" y="99"/>
                    </a:lnTo>
                    <a:lnTo>
                      <a:pt x="182" y="105"/>
                    </a:lnTo>
                    <a:lnTo>
                      <a:pt x="19" y="263"/>
                    </a:lnTo>
                    <a:lnTo>
                      <a:pt x="18" y="262"/>
                    </a:lnTo>
                    <a:lnTo>
                      <a:pt x="15" y="259"/>
                    </a:lnTo>
                    <a:lnTo>
                      <a:pt x="11" y="253"/>
                    </a:lnTo>
                    <a:lnTo>
                      <a:pt x="7" y="246"/>
                    </a:lnTo>
                    <a:lnTo>
                      <a:pt x="4" y="237"/>
                    </a:lnTo>
                    <a:lnTo>
                      <a:pt x="2" y="226"/>
                    </a:lnTo>
                    <a:lnTo>
                      <a:pt x="0" y="212"/>
                    </a:lnTo>
                    <a:lnTo>
                      <a:pt x="1" y="198"/>
                    </a:lnTo>
                    <a:lnTo>
                      <a:pt x="4" y="182"/>
                    </a:lnTo>
                    <a:lnTo>
                      <a:pt x="11" y="164"/>
                    </a:lnTo>
                    <a:lnTo>
                      <a:pt x="142" y="25"/>
                    </a:lnTo>
                    <a:lnTo>
                      <a:pt x="144" y="23"/>
                    </a:lnTo>
                    <a:lnTo>
                      <a:pt x="147" y="21"/>
                    </a:lnTo>
                    <a:lnTo>
                      <a:pt x="153" y="17"/>
                    </a:lnTo>
                    <a:lnTo>
                      <a:pt x="160" y="11"/>
                    </a:lnTo>
                    <a:lnTo>
                      <a:pt x="169" y="7"/>
                    </a:lnTo>
                    <a:lnTo>
                      <a:pt x="180" y="3"/>
                    </a:lnTo>
                    <a:lnTo>
                      <a:pt x="191" y="1"/>
                    </a:lnTo>
                    <a:lnTo>
                      <a:pt x="20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15" name="Google Shape;2315;p55"/>
              <p:cNvSpPr/>
              <p:nvPr/>
            </p:nvSpPr>
            <p:spPr>
              <a:xfrm>
                <a:off x="6554771" y="5987919"/>
                <a:ext cx="407000" cy="421738"/>
              </a:xfrm>
              <a:custGeom>
                <a:rect b="b" l="l" r="r" t="t"/>
                <a:pathLst>
                  <a:path extrusionOk="0" h="372" w="359">
                    <a:moveTo>
                      <a:pt x="201" y="0"/>
                    </a:moveTo>
                    <a:lnTo>
                      <a:pt x="212" y="1"/>
                    </a:lnTo>
                    <a:lnTo>
                      <a:pt x="225" y="3"/>
                    </a:lnTo>
                    <a:lnTo>
                      <a:pt x="238" y="8"/>
                    </a:lnTo>
                    <a:lnTo>
                      <a:pt x="252" y="16"/>
                    </a:lnTo>
                    <a:lnTo>
                      <a:pt x="267" y="28"/>
                    </a:lnTo>
                    <a:lnTo>
                      <a:pt x="97" y="196"/>
                    </a:lnTo>
                    <a:lnTo>
                      <a:pt x="97" y="197"/>
                    </a:lnTo>
                    <a:lnTo>
                      <a:pt x="95" y="199"/>
                    </a:lnTo>
                    <a:lnTo>
                      <a:pt x="93" y="202"/>
                    </a:lnTo>
                    <a:lnTo>
                      <a:pt x="93" y="207"/>
                    </a:lnTo>
                    <a:lnTo>
                      <a:pt x="93" y="212"/>
                    </a:lnTo>
                    <a:lnTo>
                      <a:pt x="96" y="219"/>
                    </a:lnTo>
                    <a:lnTo>
                      <a:pt x="102" y="227"/>
                    </a:lnTo>
                    <a:lnTo>
                      <a:pt x="145" y="270"/>
                    </a:lnTo>
                    <a:lnTo>
                      <a:pt x="145" y="270"/>
                    </a:lnTo>
                    <a:lnTo>
                      <a:pt x="148" y="272"/>
                    </a:lnTo>
                    <a:lnTo>
                      <a:pt x="152" y="274"/>
                    </a:lnTo>
                    <a:lnTo>
                      <a:pt x="157" y="275"/>
                    </a:lnTo>
                    <a:lnTo>
                      <a:pt x="163" y="275"/>
                    </a:lnTo>
                    <a:lnTo>
                      <a:pt x="170" y="272"/>
                    </a:lnTo>
                    <a:lnTo>
                      <a:pt x="177" y="267"/>
                    </a:lnTo>
                    <a:lnTo>
                      <a:pt x="340" y="108"/>
                    </a:lnTo>
                    <a:lnTo>
                      <a:pt x="341" y="110"/>
                    </a:lnTo>
                    <a:lnTo>
                      <a:pt x="343" y="113"/>
                    </a:lnTo>
                    <a:lnTo>
                      <a:pt x="347" y="118"/>
                    </a:lnTo>
                    <a:lnTo>
                      <a:pt x="351" y="125"/>
                    </a:lnTo>
                    <a:lnTo>
                      <a:pt x="355" y="135"/>
                    </a:lnTo>
                    <a:lnTo>
                      <a:pt x="357" y="147"/>
                    </a:lnTo>
                    <a:lnTo>
                      <a:pt x="359" y="159"/>
                    </a:lnTo>
                    <a:lnTo>
                      <a:pt x="358" y="175"/>
                    </a:lnTo>
                    <a:lnTo>
                      <a:pt x="355" y="191"/>
                    </a:lnTo>
                    <a:lnTo>
                      <a:pt x="348" y="209"/>
                    </a:lnTo>
                    <a:lnTo>
                      <a:pt x="216" y="347"/>
                    </a:lnTo>
                    <a:lnTo>
                      <a:pt x="215" y="348"/>
                    </a:lnTo>
                    <a:lnTo>
                      <a:pt x="212" y="351"/>
                    </a:lnTo>
                    <a:lnTo>
                      <a:pt x="206" y="356"/>
                    </a:lnTo>
                    <a:lnTo>
                      <a:pt x="198" y="360"/>
                    </a:lnTo>
                    <a:lnTo>
                      <a:pt x="190" y="365"/>
                    </a:lnTo>
                    <a:lnTo>
                      <a:pt x="179" y="369"/>
                    </a:lnTo>
                    <a:lnTo>
                      <a:pt x="168" y="372"/>
                    </a:lnTo>
                    <a:lnTo>
                      <a:pt x="156" y="372"/>
                    </a:lnTo>
                    <a:lnTo>
                      <a:pt x="143" y="370"/>
                    </a:lnTo>
                    <a:lnTo>
                      <a:pt x="130" y="365"/>
                    </a:lnTo>
                    <a:lnTo>
                      <a:pt x="117" y="356"/>
                    </a:lnTo>
                    <a:lnTo>
                      <a:pt x="17" y="259"/>
                    </a:lnTo>
                    <a:lnTo>
                      <a:pt x="16" y="258"/>
                    </a:lnTo>
                    <a:lnTo>
                      <a:pt x="14" y="255"/>
                    </a:lnTo>
                    <a:lnTo>
                      <a:pt x="10" y="250"/>
                    </a:lnTo>
                    <a:lnTo>
                      <a:pt x="7" y="244"/>
                    </a:lnTo>
                    <a:lnTo>
                      <a:pt x="4" y="236"/>
                    </a:lnTo>
                    <a:lnTo>
                      <a:pt x="1" y="227"/>
                    </a:lnTo>
                    <a:lnTo>
                      <a:pt x="0" y="217"/>
                    </a:lnTo>
                    <a:lnTo>
                      <a:pt x="0" y="205"/>
                    </a:lnTo>
                    <a:lnTo>
                      <a:pt x="3" y="192"/>
                    </a:lnTo>
                    <a:lnTo>
                      <a:pt x="8" y="179"/>
                    </a:lnTo>
                    <a:lnTo>
                      <a:pt x="18" y="164"/>
                    </a:lnTo>
                    <a:lnTo>
                      <a:pt x="31" y="149"/>
                    </a:lnTo>
                    <a:lnTo>
                      <a:pt x="173" y="8"/>
                    </a:lnTo>
                    <a:lnTo>
                      <a:pt x="178" y="5"/>
                    </a:lnTo>
                    <a:lnTo>
                      <a:pt x="184" y="3"/>
                    </a:lnTo>
                    <a:lnTo>
                      <a:pt x="192" y="2"/>
                    </a:lnTo>
                    <a:lnTo>
                      <a:pt x="201"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16" name="Google Shape;2316;p55"/>
              <p:cNvSpPr/>
              <p:nvPr/>
            </p:nvSpPr>
            <p:spPr>
              <a:xfrm>
                <a:off x="6764507" y="5901758"/>
                <a:ext cx="303833" cy="291362"/>
              </a:xfrm>
              <a:custGeom>
                <a:rect b="b" l="l" r="r" t="t"/>
                <a:pathLst>
                  <a:path extrusionOk="0" h="257" w="268">
                    <a:moveTo>
                      <a:pt x="223" y="0"/>
                    </a:moveTo>
                    <a:lnTo>
                      <a:pt x="233" y="0"/>
                    </a:lnTo>
                    <a:lnTo>
                      <a:pt x="241" y="1"/>
                    </a:lnTo>
                    <a:lnTo>
                      <a:pt x="250" y="6"/>
                    </a:lnTo>
                    <a:lnTo>
                      <a:pt x="258" y="12"/>
                    </a:lnTo>
                    <a:lnTo>
                      <a:pt x="265" y="22"/>
                    </a:lnTo>
                    <a:lnTo>
                      <a:pt x="268" y="33"/>
                    </a:lnTo>
                    <a:lnTo>
                      <a:pt x="268" y="43"/>
                    </a:lnTo>
                    <a:lnTo>
                      <a:pt x="265" y="54"/>
                    </a:lnTo>
                    <a:lnTo>
                      <a:pt x="259" y="62"/>
                    </a:lnTo>
                    <a:lnTo>
                      <a:pt x="61" y="249"/>
                    </a:lnTo>
                    <a:lnTo>
                      <a:pt x="52" y="255"/>
                    </a:lnTo>
                    <a:lnTo>
                      <a:pt x="42" y="257"/>
                    </a:lnTo>
                    <a:lnTo>
                      <a:pt x="31" y="257"/>
                    </a:lnTo>
                    <a:lnTo>
                      <a:pt x="21" y="252"/>
                    </a:lnTo>
                    <a:lnTo>
                      <a:pt x="11" y="245"/>
                    </a:lnTo>
                    <a:lnTo>
                      <a:pt x="5" y="237"/>
                    </a:lnTo>
                    <a:lnTo>
                      <a:pt x="1" y="228"/>
                    </a:lnTo>
                    <a:lnTo>
                      <a:pt x="0" y="219"/>
                    </a:lnTo>
                    <a:lnTo>
                      <a:pt x="1" y="210"/>
                    </a:lnTo>
                    <a:lnTo>
                      <a:pt x="5" y="202"/>
                    </a:lnTo>
                    <a:lnTo>
                      <a:pt x="10" y="195"/>
                    </a:lnTo>
                    <a:lnTo>
                      <a:pt x="207" y="8"/>
                    </a:lnTo>
                    <a:lnTo>
                      <a:pt x="215" y="3"/>
                    </a:lnTo>
                    <a:lnTo>
                      <a:pt x="22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20" name="Shape 2320"/>
        <p:cNvGrpSpPr/>
        <p:nvPr/>
      </p:nvGrpSpPr>
      <p:grpSpPr>
        <a:xfrm>
          <a:off x="0" y="0"/>
          <a:ext cx="0" cy="0"/>
          <a:chOff x="0" y="0"/>
          <a:chExt cx="0" cy="0"/>
        </a:xfrm>
      </p:grpSpPr>
      <p:sp>
        <p:nvSpPr>
          <p:cNvPr id="2321" name="Google Shape;2321;p56"/>
          <p:cNvSpPr/>
          <p:nvPr/>
        </p:nvSpPr>
        <p:spPr>
          <a:xfrm>
            <a:off x="303785" y="1502068"/>
            <a:ext cx="3904520" cy="2646069"/>
          </a:xfrm>
          <a:custGeom>
            <a:rect b="b" l="l" r="r" t="t"/>
            <a:pathLst>
              <a:path extrusionOk="0" h="3528092" w="5206026">
                <a:moveTo>
                  <a:pt x="0" y="0"/>
                </a:moveTo>
                <a:lnTo>
                  <a:pt x="1166189" y="0"/>
                </a:lnTo>
                <a:lnTo>
                  <a:pt x="1461427" y="2076506"/>
                </a:lnTo>
                <a:cubicBezTo>
                  <a:pt x="1466348" y="2102750"/>
                  <a:pt x="1473729" y="2179019"/>
                  <a:pt x="1483570" y="2305316"/>
                </a:cubicBezTo>
                <a:lnTo>
                  <a:pt x="1498332" y="2509522"/>
                </a:lnTo>
                <a:lnTo>
                  <a:pt x="1513094" y="2509522"/>
                </a:lnTo>
                <a:cubicBezTo>
                  <a:pt x="1516374" y="2466876"/>
                  <a:pt x="1526215" y="2394297"/>
                  <a:pt x="1542617" y="2291784"/>
                </a:cubicBezTo>
                <a:cubicBezTo>
                  <a:pt x="1559020" y="2189271"/>
                  <a:pt x="1574602" y="2112591"/>
                  <a:pt x="1589363" y="2061744"/>
                </a:cubicBezTo>
                <a:lnTo>
                  <a:pt x="2133093" y="0"/>
                </a:lnTo>
                <a:lnTo>
                  <a:pt x="3291901" y="0"/>
                </a:lnTo>
                <a:lnTo>
                  <a:pt x="3744599" y="2091268"/>
                </a:lnTo>
                <a:lnTo>
                  <a:pt x="3776583" y="2300395"/>
                </a:lnTo>
                <a:lnTo>
                  <a:pt x="3801187" y="2504601"/>
                </a:lnTo>
                <a:lnTo>
                  <a:pt x="3811028" y="2504601"/>
                </a:lnTo>
                <a:lnTo>
                  <a:pt x="3818409" y="2418490"/>
                </a:lnTo>
                <a:lnTo>
                  <a:pt x="3850393" y="2076506"/>
                </a:lnTo>
                <a:lnTo>
                  <a:pt x="4157932" y="0"/>
                </a:lnTo>
                <a:lnTo>
                  <a:pt x="5206026" y="0"/>
                </a:lnTo>
                <a:lnTo>
                  <a:pt x="4315392" y="3528092"/>
                </a:lnTo>
                <a:lnTo>
                  <a:pt x="3186108" y="3528092"/>
                </a:lnTo>
                <a:lnTo>
                  <a:pt x="2696505" y="1518015"/>
                </a:lnTo>
                <a:cubicBezTo>
                  <a:pt x="2681743" y="1460608"/>
                  <a:pt x="2665341" y="1317909"/>
                  <a:pt x="2647299" y="1089920"/>
                </a:cubicBezTo>
                <a:lnTo>
                  <a:pt x="2637458" y="1089920"/>
                </a:lnTo>
                <a:cubicBezTo>
                  <a:pt x="2612855" y="1291666"/>
                  <a:pt x="2589072" y="1434364"/>
                  <a:pt x="2566108" y="1518015"/>
                </a:cubicBezTo>
                <a:lnTo>
                  <a:pt x="2037141" y="3528092"/>
                </a:lnTo>
                <a:lnTo>
                  <a:pt x="841428" y="3528092"/>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22" name="Google Shape;2322;p56"/>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SWOT </a:t>
            </a:r>
            <a:r>
              <a:rPr lang="en-GB">
                <a:solidFill>
                  <a:schemeClr val="accent3"/>
                </a:solidFill>
              </a:rPr>
              <a:t>Analysis</a:t>
            </a:r>
            <a:endParaRPr>
              <a:latin typeface="Quattrocento Sans"/>
              <a:ea typeface="Quattrocento Sans"/>
              <a:cs typeface="Quattrocento Sans"/>
              <a:sym typeface="Quattrocento Sans"/>
            </a:endParaRPr>
          </a:p>
        </p:txBody>
      </p:sp>
      <p:sp>
        <p:nvSpPr>
          <p:cNvPr id="2323" name="Google Shape;2323;p56"/>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Weaknesses</a:t>
            </a:r>
            <a:endParaRPr/>
          </a:p>
        </p:txBody>
      </p:sp>
      <p:sp>
        <p:nvSpPr>
          <p:cNvPr id="2324" name="Google Shape;2324;p56"/>
          <p:cNvSpPr/>
          <p:nvPr/>
        </p:nvSpPr>
        <p:spPr>
          <a:xfrm>
            <a:off x="4572000" y="1130192"/>
            <a:ext cx="4205700" cy="3425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25" name="Google Shape;2325;p56"/>
          <p:cNvSpPr txBox="1"/>
          <p:nvPr/>
        </p:nvSpPr>
        <p:spPr>
          <a:xfrm flipH="1">
            <a:off x="4788038" y="2306819"/>
            <a:ext cx="3882000" cy="186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Crusoe lost IP challenge, pivoting away from off-grid datacenters. </a:t>
            </a:r>
            <a:endParaRPr sz="1100"/>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NGON’s business model is not ideal for scaling and being as efficient as possible. Value Proposition is limited.</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360 Energy lack operational experience and access to capital. Do not own equipment and dependent on third-party services. Formed rental company to meet market demand. Capital constrained.</a:t>
            </a:r>
            <a:endParaRPr sz="1100"/>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10NetZero, needs capital to execute business model.</a:t>
            </a:r>
            <a:endParaRPr sz="1200">
              <a:solidFill>
                <a:srgbClr val="3F3F3F"/>
              </a:solidFill>
              <a:latin typeface="Quattrocento Sans"/>
              <a:ea typeface="Quattrocento Sans"/>
              <a:cs typeface="Quattrocento Sans"/>
              <a:sym typeface="Quattrocento Sans"/>
            </a:endParaRPr>
          </a:p>
        </p:txBody>
      </p:sp>
      <p:sp>
        <p:nvSpPr>
          <p:cNvPr id="2326" name="Google Shape;2326;p56"/>
          <p:cNvSpPr txBox="1"/>
          <p:nvPr/>
        </p:nvSpPr>
        <p:spPr>
          <a:xfrm>
            <a:off x="5705191" y="1437940"/>
            <a:ext cx="2810400" cy="49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GB" sz="2700">
                <a:solidFill>
                  <a:schemeClr val="accent3"/>
                </a:solidFill>
                <a:latin typeface="Quattrocento Sans"/>
                <a:ea typeface="Quattrocento Sans"/>
                <a:cs typeface="Quattrocento Sans"/>
                <a:sym typeface="Quattrocento Sans"/>
              </a:rPr>
              <a:t>Weaknesses</a:t>
            </a:r>
            <a:endParaRPr sz="1100"/>
          </a:p>
        </p:txBody>
      </p:sp>
      <p:grpSp>
        <p:nvGrpSpPr>
          <p:cNvPr id="2327" name="Google Shape;2327;p56"/>
          <p:cNvGrpSpPr/>
          <p:nvPr/>
        </p:nvGrpSpPr>
        <p:grpSpPr>
          <a:xfrm>
            <a:off x="4662938" y="1232073"/>
            <a:ext cx="865356" cy="865125"/>
            <a:chOff x="10425808" y="1913208"/>
            <a:chExt cx="1153500" cy="1153500"/>
          </a:xfrm>
        </p:grpSpPr>
        <p:sp>
          <p:nvSpPr>
            <p:cNvPr id="2328" name="Google Shape;2328;p56"/>
            <p:cNvSpPr/>
            <p:nvPr/>
          </p:nvSpPr>
          <p:spPr>
            <a:xfrm>
              <a:off x="10425808" y="1913208"/>
              <a:ext cx="1153500" cy="1153500"/>
            </a:xfrm>
            <a:prstGeom prst="ellipse">
              <a:avLst/>
            </a:prstGeom>
            <a:solidFill>
              <a:schemeClr val="accent4"/>
            </a:solidFill>
            <a:ln>
              <a:noFill/>
            </a:ln>
            <a:effectLst>
              <a:outerShdw blurRad="428699" rotWithShape="0" algn="tr" dir="8100000" dist="1429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2329" name="Google Shape;2329;p56"/>
            <p:cNvGrpSpPr/>
            <p:nvPr/>
          </p:nvGrpSpPr>
          <p:grpSpPr>
            <a:xfrm>
              <a:off x="10671065" y="2348412"/>
              <a:ext cx="659275" cy="326676"/>
              <a:chOff x="6475412" y="4465356"/>
              <a:chExt cx="883155" cy="437610"/>
            </a:xfrm>
          </p:grpSpPr>
          <p:sp>
            <p:nvSpPr>
              <p:cNvPr id="2330" name="Google Shape;2330;p56"/>
              <p:cNvSpPr/>
              <p:nvPr/>
            </p:nvSpPr>
            <p:spPr>
              <a:xfrm>
                <a:off x="6945899" y="4490298"/>
                <a:ext cx="412668" cy="412668"/>
              </a:xfrm>
              <a:custGeom>
                <a:rect b="b" l="l" r="r" t="t"/>
                <a:pathLst>
                  <a:path extrusionOk="0" h="364" w="364">
                    <a:moveTo>
                      <a:pt x="162" y="0"/>
                    </a:moveTo>
                    <a:lnTo>
                      <a:pt x="175" y="1"/>
                    </a:lnTo>
                    <a:lnTo>
                      <a:pt x="190" y="3"/>
                    </a:lnTo>
                    <a:lnTo>
                      <a:pt x="206" y="8"/>
                    </a:lnTo>
                    <a:lnTo>
                      <a:pt x="222" y="17"/>
                    </a:lnTo>
                    <a:lnTo>
                      <a:pt x="345" y="164"/>
                    </a:lnTo>
                    <a:lnTo>
                      <a:pt x="346" y="165"/>
                    </a:lnTo>
                    <a:lnTo>
                      <a:pt x="352" y="175"/>
                    </a:lnTo>
                    <a:lnTo>
                      <a:pt x="356" y="183"/>
                    </a:lnTo>
                    <a:lnTo>
                      <a:pt x="360" y="192"/>
                    </a:lnTo>
                    <a:lnTo>
                      <a:pt x="362" y="203"/>
                    </a:lnTo>
                    <a:lnTo>
                      <a:pt x="364" y="215"/>
                    </a:lnTo>
                    <a:lnTo>
                      <a:pt x="363" y="227"/>
                    </a:lnTo>
                    <a:lnTo>
                      <a:pt x="360" y="239"/>
                    </a:lnTo>
                    <a:lnTo>
                      <a:pt x="353" y="252"/>
                    </a:lnTo>
                    <a:lnTo>
                      <a:pt x="342" y="264"/>
                    </a:lnTo>
                    <a:lnTo>
                      <a:pt x="235" y="352"/>
                    </a:lnTo>
                    <a:lnTo>
                      <a:pt x="234" y="353"/>
                    </a:lnTo>
                    <a:lnTo>
                      <a:pt x="231" y="355"/>
                    </a:lnTo>
                    <a:lnTo>
                      <a:pt x="226" y="358"/>
                    </a:lnTo>
                    <a:lnTo>
                      <a:pt x="219" y="360"/>
                    </a:lnTo>
                    <a:lnTo>
                      <a:pt x="211" y="363"/>
                    </a:lnTo>
                    <a:lnTo>
                      <a:pt x="202" y="364"/>
                    </a:lnTo>
                    <a:lnTo>
                      <a:pt x="191" y="364"/>
                    </a:lnTo>
                    <a:lnTo>
                      <a:pt x="179" y="363"/>
                    </a:lnTo>
                    <a:lnTo>
                      <a:pt x="167" y="358"/>
                    </a:lnTo>
                    <a:lnTo>
                      <a:pt x="154" y="351"/>
                    </a:lnTo>
                    <a:lnTo>
                      <a:pt x="141" y="340"/>
                    </a:lnTo>
                    <a:lnTo>
                      <a:pt x="127" y="326"/>
                    </a:lnTo>
                    <a:lnTo>
                      <a:pt x="4" y="169"/>
                    </a:lnTo>
                    <a:lnTo>
                      <a:pt x="3" y="167"/>
                    </a:lnTo>
                    <a:lnTo>
                      <a:pt x="2" y="163"/>
                    </a:lnTo>
                    <a:lnTo>
                      <a:pt x="0" y="157"/>
                    </a:lnTo>
                    <a:lnTo>
                      <a:pt x="0" y="149"/>
                    </a:lnTo>
                    <a:lnTo>
                      <a:pt x="0" y="139"/>
                    </a:lnTo>
                    <a:lnTo>
                      <a:pt x="1" y="128"/>
                    </a:lnTo>
                    <a:lnTo>
                      <a:pt x="4" y="116"/>
                    </a:lnTo>
                    <a:lnTo>
                      <a:pt x="11" y="104"/>
                    </a:lnTo>
                    <a:lnTo>
                      <a:pt x="20" y="90"/>
                    </a:lnTo>
                    <a:lnTo>
                      <a:pt x="34" y="77"/>
                    </a:lnTo>
                    <a:lnTo>
                      <a:pt x="182" y="264"/>
                    </a:lnTo>
                    <a:lnTo>
                      <a:pt x="184" y="267"/>
                    </a:lnTo>
                    <a:lnTo>
                      <a:pt x="187" y="269"/>
                    </a:lnTo>
                    <a:lnTo>
                      <a:pt x="192" y="270"/>
                    </a:lnTo>
                    <a:lnTo>
                      <a:pt x="197" y="270"/>
                    </a:lnTo>
                    <a:lnTo>
                      <a:pt x="204" y="268"/>
                    </a:lnTo>
                    <a:lnTo>
                      <a:pt x="212" y="264"/>
                    </a:lnTo>
                    <a:lnTo>
                      <a:pt x="261" y="226"/>
                    </a:lnTo>
                    <a:lnTo>
                      <a:pt x="261" y="225"/>
                    </a:lnTo>
                    <a:lnTo>
                      <a:pt x="263" y="223"/>
                    </a:lnTo>
                    <a:lnTo>
                      <a:pt x="265" y="219"/>
                    </a:lnTo>
                    <a:lnTo>
                      <a:pt x="267" y="214"/>
                    </a:lnTo>
                    <a:lnTo>
                      <a:pt x="267" y="209"/>
                    </a:lnTo>
                    <a:lnTo>
                      <a:pt x="265" y="202"/>
                    </a:lnTo>
                    <a:lnTo>
                      <a:pt x="261" y="195"/>
                    </a:lnTo>
                    <a:lnTo>
                      <a:pt x="122" y="14"/>
                    </a:lnTo>
                    <a:lnTo>
                      <a:pt x="123" y="13"/>
                    </a:lnTo>
                    <a:lnTo>
                      <a:pt x="127" y="10"/>
                    </a:lnTo>
                    <a:lnTo>
                      <a:pt x="133" y="8"/>
                    </a:lnTo>
                    <a:lnTo>
                      <a:pt x="141" y="4"/>
                    </a:lnTo>
                    <a:lnTo>
                      <a:pt x="150" y="2"/>
                    </a:lnTo>
                    <a:lnTo>
                      <a:pt x="162"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31" name="Google Shape;2331;p56"/>
              <p:cNvSpPr/>
              <p:nvPr/>
            </p:nvSpPr>
            <p:spPr>
              <a:xfrm>
                <a:off x="6475412" y="4465356"/>
                <a:ext cx="385459" cy="307234"/>
              </a:xfrm>
              <a:custGeom>
                <a:rect b="b" l="l" r="r" t="t"/>
                <a:pathLst>
                  <a:path extrusionOk="0" h="271" w="340">
                    <a:moveTo>
                      <a:pt x="88" y="0"/>
                    </a:moveTo>
                    <a:lnTo>
                      <a:pt x="288" y="0"/>
                    </a:lnTo>
                    <a:lnTo>
                      <a:pt x="289" y="1"/>
                    </a:lnTo>
                    <a:lnTo>
                      <a:pt x="292" y="2"/>
                    </a:lnTo>
                    <a:lnTo>
                      <a:pt x="297" y="4"/>
                    </a:lnTo>
                    <a:lnTo>
                      <a:pt x="303" y="8"/>
                    </a:lnTo>
                    <a:lnTo>
                      <a:pt x="310" y="12"/>
                    </a:lnTo>
                    <a:lnTo>
                      <a:pt x="317" y="19"/>
                    </a:lnTo>
                    <a:lnTo>
                      <a:pt x="324" y="27"/>
                    </a:lnTo>
                    <a:lnTo>
                      <a:pt x="330" y="37"/>
                    </a:lnTo>
                    <a:lnTo>
                      <a:pt x="335" y="50"/>
                    </a:lnTo>
                    <a:lnTo>
                      <a:pt x="338" y="64"/>
                    </a:lnTo>
                    <a:lnTo>
                      <a:pt x="340" y="81"/>
                    </a:lnTo>
                    <a:lnTo>
                      <a:pt x="102" y="80"/>
                    </a:lnTo>
                    <a:lnTo>
                      <a:pt x="99" y="80"/>
                    </a:lnTo>
                    <a:lnTo>
                      <a:pt x="96" y="81"/>
                    </a:lnTo>
                    <a:lnTo>
                      <a:pt x="92" y="83"/>
                    </a:lnTo>
                    <a:lnTo>
                      <a:pt x="89" y="86"/>
                    </a:lnTo>
                    <a:lnTo>
                      <a:pt x="86" y="90"/>
                    </a:lnTo>
                    <a:lnTo>
                      <a:pt x="84" y="96"/>
                    </a:lnTo>
                    <a:lnTo>
                      <a:pt x="83" y="105"/>
                    </a:lnTo>
                    <a:lnTo>
                      <a:pt x="82" y="166"/>
                    </a:lnTo>
                    <a:lnTo>
                      <a:pt x="82" y="167"/>
                    </a:lnTo>
                    <a:lnTo>
                      <a:pt x="83" y="169"/>
                    </a:lnTo>
                    <a:lnTo>
                      <a:pt x="84" y="173"/>
                    </a:lnTo>
                    <a:lnTo>
                      <a:pt x="86" y="177"/>
                    </a:lnTo>
                    <a:lnTo>
                      <a:pt x="89" y="180"/>
                    </a:lnTo>
                    <a:lnTo>
                      <a:pt x="93" y="183"/>
                    </a:lnTo>
                    <a:lnTo>
                      <a:pt x="99" y="185"/>
                    </a:lnTo>
                    <a:lnTo>
                      <a:pt x="107" y="186"/>
                    </a:lnTo>
                    <a:lnTo>
                      <a:pt x="335" y="190"/>
                    </a:lnTo>
                    <a:lnTo>
                      <a:pt x="335" y="191"/>
                    </a:lnTo>
                    <a:lnTo>
                      <a:pt x="334" y="195"/>
                    </a:lnTo>
                    <a:lnTo>
                      <a:pt x="334" y="200"/>
                    </a:lnTo>
                    <a:lnTo>
                      <a:pt x="332" y="207"/>
                    </a:lnTo>
                    <a:lnTo>
                      <a:pt x="328" y="215"/>
                    </a:lnTo>
                    <a:lnTo>
                      <a:pt x="324" y="224"/>
                    </a:lnTo>
                    <a:lnTo>
                      <a:pt x="317" y="233"/>
                    </a:lnTo>
                    <a:lnTo>
                      <a:pt x="309" y="242"/>
                    </a:lnTo>
                    <a:lnTo>
                      <a:pt x="298" y="251"/>
                    </a:lnTo>
                    <a:lnTo>
                      <a:pt x="286" y="259"/>
                    </a:lnTo>
                    <a:lnTo>
                      <a:pt x="270" y="266"/>
                    </a:lnTo>
                    <a:lnTo>
                      <a:pt x="78" y="271"/>
                    </a:lnTo>
                    <a:lnTo>
                      <a:pt x="74" y="271"/>
                    </a:lnTo>
                    <a:lnTo>
                      <a:pt x="68" y="271"/>
                    </a:lnTo>
                    <a:lnTo>
                      <a:pt x="62" y="269"/>
                    </a:lnTo>
                    <a:lnTo>
                      <a:pt x="54" y="267"/>
                    </a:lnTo>
                    <a:lnTo>
                      <a:pt x="47" y="265"/>
                    </a:lnTo>
                    <a:lnTo>
                      <a:pt x="38" y="261"/>
                    </a:lnTo>
                    <a:lnTo>
                      <a:pt x="29" y="256"/>
                    </a:lnTo>
                    <a:lnTo>
                      <a:pt x="22" y="249"/>
                    </a:lnTo>
                    <a:lnTo>
                      <a:pt x="15" y="241"/>
                    </a:lnTo>
                    <a:lnTo>
                      <a:pt x="9" y="232"/>
                    </a:lnTo>
                    <a:lnTo>
                      <a:pt x="5" y="221"/>
                    </a:lnTo>
                    <a:lnTo>
                      <a:pt x="2" y="207"/>
                    </a:lnTo>
                    <a:lnTo>
                      <a:pt x="0" y="68"/>
                    </a:lnTo>
                    <a:lnTo>
                      <a:pt x="0" y="64"/>
                    </a:lnTo>
                    <a:lnTo>
                      <a:pt x="1" y="60"/>
                    </a:lnTo>
                    <a:lnTo>
                      <a:pt x="2" y="54"/>
                    </a:lnTo>
                    <a:lnTo>
                      <a:pt x="4" y="48"/>
                    </a:lnTo>
                    <a:lnTo>
                      <a:pt x="7" y="41"/>
                    </a:lnTo>
                    <a:lnTo>
                      <a:pt x="11" y="34"/>
                    </a:lnTo>
                    <a:lnTo>
                      <a:pt x="17" y="27"/>
                    </a:lnTo>
                    <a:lnTo>
                      <a:pt x="24" y="20"/>
                    </a:lnTo>
                    <a:lnTo>
                      <a:pt x="33" y="14"/>
                    </a:lnTo>
                    <a:lnTo>
                      <a:pt x="43" y="8"/>
                    </a:lnTo>
                    <a:lnTo>
                      <a:pt x="55" y="4"/>
                    </a:lnTo>
                    <a:lnTo>
                      <a:pt x="70" y="1"/>
                    </a:lnTo>
                    <a:lnTo>
                      <a:pt x="88"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32" name="Google Shape;2332;p56"/>
              <p:cNvSpPr/>
              <p:nvPr/>
            </p:nvSpPr>
            <p:spPr>
              <a:xfrm>
                <a:off x="6690816" y="4573058"/>
                <a:ext cx="384326" cy="92964"/>
              </a:xfrm>
              <a:custGeom>
                <a:rect b="b" l="l" r="r" t="t"/>
                <a:pathLst>
                  <a:path extrusionOk="0" h="82" w="339">
                    <a:moveTo>
                      <a:pt x="35" y="0"/>
                    </a:moveTo>
                    <a:lnTo>
                      <a:pt x="306" y="8"/>
                    </a:lnTo>
                    <a:lnTo>
                      <a:pt x="317" y="10"/>
                    </a:lnTo>
                    <a:lnTo>
                      <a:pt x="326" y="16"/>
                    </a:lnTo>
                    <a:lnTo>
                      <a:pt x="333" y="24"/>
                    </a:lnTo>
                    <a:lnTo>
                      <a:pt x="338" y="34"/>
                    </a:lnTo>
                    <a:lnTo>
                      <a:pt x="339" y="46"/>
                    </a:lnTo>
                    <a:lnTo>
                      <a:pt x="337" y="58"/>
                    </a:lnTo>
                    <a:lnTo>
                      <a:pt x="332" y="68"/>
                    </a:lnTo>
                    <a:lnTo>
                      <a:pt x="324" y="75"/>
                    </a:lnTo>
                    <a:lnTo>
                      <a:pt x="315" y="80"/>
                    </a:lnTo>
                    <a:lnTo>
                      <a:pt x="304" y="82"/>
                    </a:lnTo>
                    <a:lnTo>
                      <a:pt x="33" y="74"/>
                    </a:lnTo>
                    <a:lnTo>
                      <a:pt x="22" y="72"/>
                    </a:lnTo>
                    <a:lnTo>
                      <a:pt x="13" y="66"/>
                    </a:lnTo>
                    <a:lnTo>
                      <a:pt x="6" y="58"/>
                    </a:lnTo>
                    <a:lnTo>
                      <a:pt x="1" y="48"/>
                    </a:lnTo>
                    <a:lnTo>
                      <a:pt x="0" y="36"/>
                    </a:lnTo>
                    <a:lnTo>
                      <a:pt x="2" y="24"/>
                    </a:lnTo>
                    <a:lnTo>
                      <a:pt x="7" y="14"/>
                    </a:lnTo>
                    <a:lnTo>
                      <a:pt x="15" y="7"/>
                    </a:lnTo>
                    <a:lnTo>
                      <a:pt x="25" y="1"/>
                    </a:lnTo>
                    <a:lnTo>
                      <a:pt x="35"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36" name="Shape 2336"/>
        <p:cNvGrpSpPr/>
        <p:nvPr/>
      </p:nvGrpSpPr>
      <p:grpSpPr>
        <a:xfrm>
          <a:off x="0" y="0"/>
          <a:ext cx="0" cy="0"/>
          <a:chOff x="0" y="0"/>
          <a:chExt cx="0" cy="0"/>
        </a:xfrm>
      </p:grpSpPr>
      <p:sp>
        <p:nvSpPr>
          <p:cNvPr id="2337" name="Google Shape;2337;p57"/>
          <p:cNvSpPr/>
          <p:nvPr/>
        </p:nvSpPr>
        <p:spPr>
          <a:xfrm>
            <a:off x="922526" y="1457784"/>
            <a:ext cx="2664521" cy="2736485"/>
          </a:xfrm>
          <a:custGeom>
            <a:rect b="b" l="l" r="r" t="t"/>
            <a:pathLst>
              <a:path extrusionOk="0" h="3648647" w="3552695">
                <a:moveTo>
                  <a:pt x="1800950" y="905396"/>
                </a:moveTo>
                <a:cubicBezTo>
                  <a:pt x="1589363" y="905396"/>
                  <a:pt x="1424522" y="985766"/>
                  <a:pt x="1306427" y="1146507"/>
                </a:cubicBezTo>
                <a:cubicBezTo>
                  <a:pt x="1188332" y="1307247"/>
                  <a:pt x="1129284" y="1534417"/>
                  <a:pt x="1129284" y="1828014"/>
                </a:cubicBezTo>
                <a:cubicBezTo>
                  <a:pt x="1129284" y="2115051"/>
                  <a:pt x="1187922" y="2338939"/>
                  <a:pt x="1305197" y="2499680"/>
                </a:cubicBezTo>
                <a:cubicBezTo>
                  <a:pt x="1422472" y="2660421"/>
                  <a:pt x="1581982" y="2740791"/>
                  <a:pt x="1783728" y="2740791"/>
                </a:cubicBezTo>
                <a:cubicBezTo>
                  <a:pt x="1906744" y="2740791"/>
                  <a:pt x="2017458" y="2704706"/>
                  <a:pt x="2115871" y="2632537"/>
                </a:cubicBezTo>
                <a:cubicBezTo>
                  <a:pt x="2214283" y="2560368"/>
                  <a:pt x="2290553" y="2457034"/>
                  <a:pt x="2344680" y="2322537"/>
                </a:cubicBezTo>
                <a:cubicBezTo>
                  <a:pt x="2398807" y="2188040"/>
                  <a:pt x="2425870" y="2028119"/>
                  <a:pt x="2425870" y="1842776"/>
                </a:cubicBezTo>
                <a:cubicBezTo>
                  <a:pt x="2425870" y="1552459"/>
                  <a:pt x="2370104" y="1323649"/>
                  <a:pt x="2258569" y="1156348"/>
                </a:cubicBezTo>
                <a:cubicBezTo>
                  <a:pt x="2147035" y="989047"/>
                  <a:pt x="1994495" y="905396"/>
                  <a:pt x="1800950" y="905396"/>
                </a:cubicBezTo>
                <a:close/>
                <a:moveTo>
                  <a:pt x="1810792" y="0"/>
                </a:moveTo>
                <a:cubicBezTo>
                  <a:pt x="2148675" y="0"/>
                  <a:pt x="2450883" y="75040"/>
                  <a:pt x="2717418" y="225119"/>
                </a:cubicBezTo>
                <a:cubicBezTo>
                  <a:pt x="2983952" y="375198"/>
                  <a:pt x="3189798" y="589245"/>
                  <a:pt x="3334957" y="867261"/>
                </a:cubicBezTo>
                <a:cubicBezTo>
                  <a:pt x="3480115" y="1145277"/>
                  <a:pt x="3552695" y="1460607"/>
                  <a:pt x="3552695" y="1813252"/>
                </a:cubicBezTo>
                <a:cubicBezTo>
                  <a:pt x="3552695" y="2167537"/>
                  <a:pt x="3476425" y="2484508"/>
                  <a:pt x="3323885" y="2764164"/>
                </a:cubicBezTo>
                <a:cubicBezTo>
                  <a:pt x="3171346" y="3043820"/>
                  <a:pt x="2958119" y="3261147"/>
                  <a:pt x="2684204" y="3416147"/>
                </a:cubicBezTo>
                <a:cubicBezTo>
                  <a:pt x="2410288" y="3571147"/>
                  <a:pt x="2103569" y="3648647"/>
                  <a:pt x="1764046" y="3648647"/>
                </a:cubicBezTo>
                <a:cubicBezTo>
                  <a:pt x="1432723" y="3648647"/>
                  <a:pt x="1131335" y="3573607"/>
                  <a:pt x="859880" y="3423528"/>
                </a:cubicBezTo>
                <a:cubicBezTo>
                  <a:pt x="588425" y="3273449"/>
                  <a:pt x="377248" y="3062682"/>
                  <a:pt x="226349" y="2791227"/>
                </a:cubicBezTo>
                <a:cubicBezTo>
                  <a:pt x="75450" y="2519773"/>
                  <a:pt x="0" y="2212643"/>
                  <a:pt x="0" y="1869839"/>
                </a:cubicBezTo>
                <a:cubicBezTo>
                  <a:pt x="0" y="1510633"/>
                  <a:pt x="76270" y="1187512"/>
                  <a:pt x="228809" y="900475"/>
                </a:cubicBezTo>
                <a:cubicBezTo>
                  <a:pt x="381349" y="613439"/>
                  <a:pt x="595396" y="391600"/>
                  <a:pt x="870951" y="234960"/>
                </a:cubicBezTo>
                <a:cubicBezTo>
                  <a:pt x="1146507" y="78320"/>
                  <a:pt x="1459787" y="0"/>
                  <a:pt x="1810792" y="0"/>
                </a:cubicBezTo>
                <a:close/>
              </a:path>
            </a:pathLst>
          </a:cu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38" name="Google Shape;2338;p57"/>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SWOT </a:t>
            </a:r>
            <a:r>
              <a:rPr lang="en-GB">
                <a:solidFill>
                  <a:schemeClr val="accent3"/>
                </a:solidFill>
              </a:rPr>
              <a:t>Analysis</a:t>
            </a:r>
            <a:endParaRPr>
              <a:latin typeface="Quattrocento Sans"/>
              <a:ea typeface="Quattrocento Sans"/>
              <a:cs typeface="Quattrocento Sans"/>
              <a:sym typeface="Quattrocento Sans"/>
            </a:endParaRPr>
          </a:p>
        </p:txBody>
      </p:sp>
      <p:sp>
        <p:nvSpPr>
          <p:cNvPr id="2339" name="Google Shape;2339;p57"/>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Opportunities</a:t>
            </a:r>
            <a:endParaRPr/>
          </a:p>
        </p:txBody>
      </p:sp>
      <p:sp>
        <p:nvSpPr>
          <p:cNvPr id="2340" name="Google Shape;2340;p57"/>
          <p:cNvSpPr/>
          <p:nvPr/>
        </p:nvSpPr>
        <p:spPr>
          <a:xfrm>
            <a:off x="4572000" y="968175"/>
            <a:ext cx="4205700" cy="36558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41" name="Google Shape;2341;p57"/>
          <p:cNvSpPr txBox="1"/>
          <p:nvPr/>
        </p:nvSpPr>
        <p:spPr>
          <a:xfrm flipH="1">
            <a:off x="4788038" y="2144800"/>
            <a:ext cx="3882000" cy="186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Crusoe: leveraging existing capacity and network </a:t>
            </a:r>
            <a:endParaRPr sz="1100"/>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NGON: leverage partnership to raise money, grab market share in off-grid data center market. Synergies with operations from public miner.</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360 Energy: leverage relationship with Haliburton to scale and grow market share, access to tier-1 oil and gas operators.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10NetZero: become the largest off-grid data center company with lowest cost leadership and lowest risk. First mover advantage with Digital Midstream business model.</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p:txBody>
      </p:sp>
      <p:sp>
        <p:nvSpPr>
          <p:cNvPr id="2342" name="Google Shape;2342;p57"/>
          <p:cNvSpPr txBox="1"/>
          <p:nvPr/>
        </p:nvSpPr>
        <p:spPr>
          <a:xfrm>
            <a:off x="5705191" y="1275922"/>
            <a:ext cx="2810400" cy="49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GB" sz="2700">
                <a:solidFill>
                  <a:schemeClr val="accent2"/>
                </a:solidFill>
                <a:latin typeface="Quattrocento Sans"/>
                <a:ea typeface="Quattrocento Sans"/>
                <a:cs typeface="Quattrocento Sans"/>
                <a:sym typeface="Quattrocento Sans"/>
              </a:rPr>
              <a:t>Opportunities</a:t>
            </a:r>
            <a:endParaRPr sz="1100"/>
          </a:p>
        </p:txBody>
      </p:sp>
      <p:grpSp>
        <p:nvGrpSpPr>
          <p:cNvPr id="2343" name="Google Shape;2343;p57"/>
          <p:cNvGrpSpPr/>
          <p:nvPr/>
        </p:nvGrpSpPr>
        <p:grpSpPr>
          <a:xfrm>
            <a:off x="4662892" y="1076226"/>
            <a:ext cx="865356" cy="865125"/>
            <a:chOff x="611319" y="4346919"/>
            <a:chExt cx="1153500" cy="1153500"/>
          </a:xfrm>
        </p:grpSpPr>
        <p:sp>
          <p:nvSpPr>
            <p:cNvPr id="2344" name="Google Shape;2344;p57"/>
            <p:cNvSpPr/>
            <p:nvPr/>
          </p:nvSpPr>
          <p:spPr>
            <a:xfrm>
              <a:off x="611319" y="4346919"/>
              <a:ext cx="1153500" cy="1153500"/>
            </a:xfrm>
            <a:prstGeom prst="ellipse">
              <a:avLst/>
            </a:prstGeom>
            <a:solidFill>
              <a:schemeClr val="accent2"/>
            </a:solidFill>
            <a:ln>
              <a:noFill/>
            </a:ln>
            <a:effectLst>
              <a:outerShdw blurRad="428699" rotWithShape="0" algn="tr" dir="8100000" dist="1429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2345" name="Google Shape;2345;p57"/>
            <p:cNvGrpSpPr/>
            <p:nvPr/>
          </p:nvGrpSpPr>
          <p:grpSpPr>
            <a:xfrm>
              <a:off x="839919" y="4548282"/>
              <a:ext cx="609600" cy="633318"/>
              <a:chOff x="1217612" y="4548282"/>
              <a:chExt cx="609600" cy="633318"/>
            </a:xfrm>
          </p:grpSpPr>
          <p:sp>
            <p:nvSpPr>
              <p:cNvPr id="2346" name="Google Shape;2346;p57"/>
              <p:cNvSpPr/>
              <p:nvPr/>
            </p:nvSpPr>
            <p:spPr>
              <a:xfrm>
                <a:off x="1217612" y="4876800"/>
                <a:ext cx="304800" cy="304800"/>
              </a:xfrm>
              <a:prstGeom prst="star5">
                <a:avLst>
                  <a:gd fmla="val 24419"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47" name="Google Shape;2347;p57"/>
              <p:cNvSpPr/>
              <p:nvPr/>
            </p:nvSpPr>
            <p:spPr>
              <a:xfrm>
                <a:off x="1446212" y="4548282"/>
                <a:ext cx="381000" cy="381000"/>
              </a:xfrm>
              <a:prstGeom prst="star5">
                <a:avLst>
                  <a:gd fmla="val 24419"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48" name="Google Shape;2348;p57"/>
              <p:cNvSpPr/>
              <p:nvPr/>
            </p:nvSpPr>
            <p:spPr>
              <a:xfrm>
                <a:off x="1598612" y="5029200"/>
                <a:ext cx="152400" cy="152400"/>
              </a:xfrm>
              <a:prstGeom prst="star5">
                <a:avLst>
                  <a:gd fmla="val 24419" name="adj"/>
                  <a:gd fmla="val 105146" name="hf"/>
                  <a:gd fmla="val 110557" name="vf"/>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52" name="Shape 2352"/>
        <p:cNvGrpSpPr/>
        <p:nvPr/>
      </p:nvGrpSpPr>
      <p:grpSpPr>
        <a:xfrm>
          <a:off x="0" y="0"/>
          <a:ext cx="0" cy="0"/>
          <a:chOff x="0" y="0"/>
          <a:chExt cx="0" cy="0"/>
        </a:xfrm>
      </p:grpSpPr>
      <p:sp>
        <p:nvSpPr>
          <p:cNvPr id="2353" name="Google Shape;2353;p58"/>
          <p:cNvSpPr/>
          <p:nvPr/>
        </p:nvSpPr>
        <p:spPr>
          <a:xfrm>
            <a:off x="1110082" y="1502070"/>
            <a:ext cx="2289938" cy="2646068"/>
          </a:xfrm>
          <a:custGeom>
            <a:rect b="b" l="l" r="r" t="t"/>
            <a:pathLst>
              <a:path extrusionOk="0" h="3528091" w="3053251">
                <a:moveTo>
                  <a:pt x="0" y="0"/>
                </a:moveTo>
                <a:lnTo>
                  <a:pt x="3053251" y="0"/>
                </a:lnTo>
                <a:lnTo>
                  <a:pt x="3053251" y="831586"/>
                </a:lnTo>
                <a:lnTo>
                  <a:pt x="2054363" y="831586"/>
                </a:lnTo>
                <a:lnTo>
                  <a:pt x="2054363" y="3528091"/>
                </a:lnTo>
                <a:lnTo>
                  <a:pt x="986586" y="3528091"/>
                </a:lnTo>
                <a:lnTo>
                  <a:pt x="986586" y="831586"/>
                </a:lnTo>
                <a:lnTo>
                  <a:pt x="0" y="831586"/>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54" name="Google Shape;2354;p58"/>
          <p:cNvSpPr txBox="1"/>
          <p:nvPr>
            <p:ph type="title"/>
          </p:nvPr>
        </p:nvSpPr>
        <p:spPr>
          <a:xfrm>
            <a:off x="440437" y="205979"/>
            <a:ext cx="8229600" cy="533400"/>
          </a:xfrm>
          <a:prstGeom prst="rect">
            <a:avLst/>
          </a:prstGeom>
          <a:noFill/>
          <a:ln>
            <a:noFill/>
          </a:ln>
        </p:spPr>
        <p:txBody>
          <a:bodyPr anchorCtr="0" anchor="ctr" bIns="45700" lIns="6850" spcFirstLastPara="1" rIns="0" wrap="square" tIns="45700">
            <a:normAutofit/>
          </a:bodyPr>
          <a:lstStyle/>
          <a:p>
            <a:pPr indent="0" lvl="0" marL="0" rtl="0" algn="l">
              <a:spcBef>
                <a:spcPts val="0"/>
              </a:spcBef>
              <a:spcAft>
                <a:spcPts val="0"/>
              </a:spcAft>
              <a:buClr>
                <a:schemeClr val="dk1"/>
              </a:buClr>
              <a:buSzPts val="2400"/>
              <a:buFont typeface="Arial Black"/>
              <a:buNone/>
            </a:pPr>
            <a:r>
              <a:rPr lang="en-GB"/>
              <a:t>SWOT </a:t>
            </a:r>
            <a:r>
              <a:rPr lang="en-GB">
                <a:solidFill>
                  <a:schemeClr val="accent3"/>
                </a:solidFill>
              </a:rPr>
              <a:t>Analysis</a:t>
            </a:r>
            <a:endParaRPr>
              <a:latin typeface="Quattrocento Sans"/>
              <a:ea typeface="Quattrocento Sans"/>
              <a:cs typeface="Quattrocento Sans"/>
              <a:sym typeface="Quattrocento Sans"/>
            </a:endParaRPr>
          </a:p>
        </p:txBody>
      </p:sp>
      <p:sp>
        <p:nvSpPr>
          <p:cNvPr id="2355" name="Google Shape;2355;p58"/>
          <p:cNvSpPr txBox="1"/>
          <p:nvPr>
            <p:ph idx="1" type="body"/>
          </p:nvPr>
        </p:nvSpPr>
        <p:spPr>
          <a:xfrm>
            <a:off x="440437" y="587951"/>
            <a:ext cx="8249400" cy="685800"/>
          </a:xfrm>
          <a:prstGeom prst="rect">
            <a:avLst/>
          </a:prstGeom>
          <a:noFill/>
          <a:ln>
            <a:noFill/>
          </a:ln>
        </p:spPr>
        <p:txBody>
          <a:bodyPr anchorCtr="0" anchor="t" bIns="45700" lIns="6850" spcFirstLastPara="1" rIns="0" wrap="square" tIns="45700">
            <a:normAutofit/>
          </a:bodyPr>
          <a:lstStyle/>
          <a:p>
            <a:pPr indent="0" lvl="0" marL="0" rtl="0" algn="l">
              <a:spcBef>
                <a:spcPts val="0"/>
              </a:spcBef>
              <a:spcAft>
                <a:spcPts val="0"/>
              </a:spcAft>
              <a:buClr>
                <a:schemeClr val="dk1"/>
              </a:buClr>
              <a:buSzPts val="1800"/>
              <a:buNone/>
            </a:pPr>
            <a:r>
              <a:rPr lang="en-GB"/>
              <a:t>Threats</a:t>
            </a:r>
            <a:endParaRPr/>
          </a:p>
        </p:txBody>
      </p:sp>
      <p:sp>
        <p:nvSpPr>
          <p:cNvPr id="2356" name="Google Shape;2356;p58"/>
          <p:cNvSpPr/>
          <p:nvPr/>
        </p:nvSpPr>
        <p:spPr>
          <a:xfrm>
            <a:off x="4572000" y="627534"/>
            <a:ext cx="4205700" cy="40506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357" name="Google Shape;2357;p58"/>
          <p:cNvSpPr txBox="1"/>
          <p:nvPr/>
        </p:nvSpPr>
        <p:spPr>
          <a:xfrm flipH="1">
            <a:off x="4788038" y="1804160"/>
            <a:ext cx="3882000" cy="287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Crusoe: lost IP challenge, could not be allowed to develop or leverage existing traditional off-grid data centers. (Update* settled – have license).</a:t>
            </a:r>
            <a:endParaRPr sz="1100"/>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NGON: business model is not easy to scale, could not fulfill 25MW goal with public miner, lose market share or not be able to be low-cost leader.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360 Mining: profitability could be low, hard to scale unless tier-1 operators buy-in and build their own off-grid data centers. Rental model losses market share.</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GB" sz="1200">
                <a:solidFill>
                  <a:srgbClr val="3F3F3F"/>
                </a:solidFill>
                <a:latin typeface="Quattrocento Sans"/>
                <a:ea typeface="Quattrocento Sans"/>
                <a:cs typeface="Quattrocento Sans"/>
                <a:sym typeface="Quattrocento Sans"/>
              </a:rPr>
              <a:t>10NetZero: unable to raise capital and deploy Digital Midstream business model before someone else does, lose first mover advantage and market share. </a:t>
            </a:r>
            <a:endParaRPr sz="1200">
              <a:solidFill>
                <a:srgbClr val="3F3F3F"/>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200">
              <a:solidFill>
                <a:srgbClr val="3F3F3F"/>
              </a:solidFill>
              <a:latin typeface="Quattrocento Sans"/>
              <a:ea typeface="Quattrocento Sans"/>
              <a:cs typeface="Quattrocento Sans"/>
              <a:sym typeface="Quattrocento Sans"/>
            </a:endParaRPr>
          </a:p>
        </p:txBody>
      </p:sp>
      <p:sp>
        <p:nvSpPr>
          <p:cNvPr id="2358" name="Google Shape;2358;p58"/>
          <p:cNvSpPr txBox="1"/>
          <p:nvPr/>
        </p:nvSpPr>
        <p:spPr>
          <a:xfrm>
            <a:off x="5705191" y="935281"/>
            <a:ext cx="2810400" cy="49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GB" sz="2700">
                <a:solidFill>
                  <a:schemeClr val="accent3"/>
                </a:solidFill>
                <a:latin typeface="Quattrocento Sans"/>
                <a:ea typeface="Quattrocento Sans"/>
                <a:cs typeface="Quattrocento Sans"/>
                <a:sym typeface="Quattrocento Sans"/>
              </a:rPr>
              <a:t>Threats</a:t>
            </a:r>
            <a:endParaRPr sz="1100"/>
          </a:p>
        </p:txBody>
      </p:sp>
      <p:grpSp>
        <p:nvGrpSpPr>
          <p:cNvPr id="2359" name="Google Shape;2359;p58"/>
          <p:cNvGrpSpPr/>
          <p:nvPr/>
        </p:nvGrpSpPr>
        <p:grpSpPr>
          <a:xfrm>
            <a:off x="4662938" y="744658"/>
            <a:ext cx="865356" cy="865125"/>
            <a:chOff x="10425808" y="4346919"/>
            <a:chExt cx="1153500" cy="1153500"/>
          </a:xfrm>
        </p:grpSpPr>
        <p:sp>
          <p:nvSpPr>
            <p:cNvPr id="2360" name="Google Shape;2360;p58"/>
            <p:cNvSpPr/>
            <p:nvPr/>
          </p:nvSpPr>
          <p:spPr>
            <a:xfrm>
              <a:off x="10425808" y="4346919"/>
              <a:ext cx="1153500" cy="1153500"/>
            </a:xfrm>
            <a:prstGeom prst="ellipse">
              <a:avLst/>
            </a:prstGeom>
            <a:solidFill>
              <a:schemeClr val="accent3"/>
            </a:solidFill>
            <a:ln>
              <a:noFill/>
            </a:ln>
            <a:effectLst>
              <a:outerShdw blurRad="428699" rotWithShape="0" algn="tr" dir="8100000" dist="1429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grpSp>
          <p:nvGrpSpPr>
            <p:cNvPr id="2361" name="Google Shape;2361;p58"/>
            <p:cNvGrpSpPr/>
            <p:nvPr/>
          </p:nvGrpSpPr>
          <p:grpSpPr>
            <a:xfrm>
              <a:off x="10679395" y="4621738"/>
              <a:ext cx="648687" cy="604641"/>
              <a:chOff x="7992307" y="5619466"/>
              <a:chExt cx="918300" cy="855947"/>
            </a:xfrm>
          </p:grpSpPr>
          <p:sp>
            <p:nvSpPr>
              <p:cNvPr id="2362" name="Google Shape;2362;p58"/>
              <p:cNvSpPr/>
              <p:nvPr/>
            </p:nvSpPr>
            <p:spPr>
              <a:xfrm>
                <a:off x="7992307" y="5855276"/>
                <a:ext cx="619002" cy="620137"/>
              </a:xfrm>
              <a:custGeom>
                <a:rect b="b" l="l" r="r" t="t"/>
                <a:pathLst>
                  <a:path extrusionOk="0" h="547" w="546">
                    <a:moveTo>
                      <a:pt x="273" y="0"/>
                    </a:moveTo>
                    <a:lnTo>
                      <a:pt x="305" y="2"/>
                    </a:lnTo>
                    <a:lnTo>
                      <a:pt x="336" y="7"/>
                    </a:lnTo>
                    <a:lnTo>
                      <a:pt x="366" y="16"/>
                    </a:lnTo>
                    <a:lnTo>
                      <a:pt x="394" y="28"/>
                    </a:lnTo>
                    <a:lnTo>
                      <a:pt x="420" y="42"/>
                    </a:lnTo>
                    <a:lnTo>
                      <a:pt x="444" y="60"/>
                    </a:lnTo>
                    <a:lnTo>
                      <a:pt x="467" y="80"/>
                    </a:lnTo>
                    <a:lnTo>
                      <a:pt x="487" y="102"/>
                    </a:lnTo>
                    <a:lnTo>
                      <a:pt x="504" y="127"/>
                    </a:lnTo>
                    <a:lnTo>
                      <a:pt x="519" y="153"/>
                    </a:lnTo>
                    <a:lnTo>
                      <a:pt x="530" y="181"/>
                    </a:lnTo>
                    <a:lnTo>
                      <a:pt x="539" y="211"/>
                    </a:lnTo>
                    <a:lnTo>
                      <a:pt x="544" y="241"/>
                    </a:lnTo>
                    <a:lnTo>
                      <a:pt x="546" y="273"/>
                    </a:lnTo>
                    <a:lnTo>
                      <a:pt x="544" y="305"/>
                    </a:lnTo>
                    <a:lnTo>
                      <a:pt x="539" y="336"/>
                    </a:lnTo>
                    <a:lnTo>
                      <a:pt x="530" y="366"/>
                    </a:lnTo>
                    <a:lnTo>
                      <a:pt x="519" y="393"/>
                    </a:lnTo>
                    <a:lnTo>
                      <a:pt x="504" y="420"/>
                    </a:lnTo>
                    <a:lnTo>
                      <a:pt x="487" y="444"/>
                    </a:lnTo>
                    <a:lnTo>
                      <a:pt x="467" y="467"/>
                    </a:lnTo>
                    <a:lnTo>
                      <a:pt x="444" y="487"/>
                    </a:lnTo>
                    <a:lnTo>
                      <a:pt x="420" y="505"/>
                    </a:lnTo>
                    <a:lnTo>
                      <a:pt x="394" y="519"/>
                    </a:lnTo>
                    <a:lnTo>
                      <a:pt x="366" y="531"/>
                    </a:lnTo>
                    <a:lnTo>
                      <a:pt x="336" y="540"/>
                    </a:lnTo>
                    <a:lnTo>
                      <a:pt x="305" y="545"/>
                    </a:lnTo>
                    <a:lnTo>
                      <a:pt x="273" y="547"/>
                    </a:lnTo>
                    <a:lnTo>
                      <a:pt x="241" y="545"/>
                    </a:lnTo>
                    <a:lnTo>
                      <a:pt x="211" y="540"/>
                    </a:lnTo>
                    <a:lnTo>
                      <a:pt x="181" y="531"/>
                    </a:lnTo>
                    <a:lnTo>
                      <a:pt x="153" y="519"/>
                    </a:lnTo>
                    <a:lnTo>
                      <a:pt x="126" y="505"/>
                    </a:lnTo>
                    <a:lnTo>
                      <a:pt x="103" y="487"/>
                    </a:lnTo>
                    <a:lnTo>
                      <a:pt x="80" y="467"/>
                    </a:lnTo>
                    <a:lnTo>
                      <a:pt x="60" y="444"/>
                    </a:lnTo>
                    <a:lnTo>
                      <a:pt x="42" y="420"/>
                    </a:lnTo>
                    <a:lnTo>
                      <a:pt x="27" y="393"/>
                    </a:lnTo>
                    <a:lnTo>
                      <a:pt x="16" y="366"/>
                    </a:lnTo>
                    <a:lnTo>
                      <a:pt x="7" y="336"/>
                    </a:lnTo>
                    <a:lnTo>
                      <a:pt x="2" y="305"/>
                    </a:lnTo>
                    <a:lnTo>
                      <a:pt x="0" y="273"/>
                    </a:lnTo>
                    <a:lnTo>
                      <a:pt x="2" y="241"/>
                    </a:lnTo>
                    <a:lnTo>
                      <a:pt x="7" y="211"/>
                    </a:lnTo>
                    <a:lnTo>
                      <a:pt x="16" y="181"/>
                    </a:lnTo>
                    <a:lnTo>
                      <a:pt x="27" y="153"/>
                    </a:lnTo>
                    <a:lnTo>
                      <a:pt x="42" y="127"/>
                    </a:lnTo>
                    <a:lnTo>
                      <a:pt x="60" y="102"/>
                    </a:lnTo>
                    <a:lnTo>
                      <a:pt x="80" y="80"/>
                    </a:lnTo>
                    <a:lnTo>
                      <a:pt x="103" y="60"/>
                    </a:lnTo>
                    <a:lnTo>
                      <a:pt x="126" y="42"/>
                    </a:lnTo>
                    <a:lnTo>
                      <a:pt x="153" y="28"/>
                    </a:lnTo>
                    <a:lnTo>
                      <a:pt x="181" y="16"/>
                    </a:lnTo>
                    <a:lnTo>
                      <a:pt x="211" y="7"/>
                    </a:lnTo>
                    <a:lnTo>
                      <a:pt x="241" y="2"/>
                    </a:lnTo>
                    <a:lnTo>
                      <a:pt x="273"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63" name="Google Shape;2363;p58"/>
              <p:cNvSpPr/>
              <p:nvPr/>
            </p:nvSpPr>
            <p:spPr>
              <a:xfrm>
                <a:off x="8198641" y="5752109"/>
                <a:ext cx="206334" cy="206334"/>
              </a:xfrm>
              <a:custGeom>
                <a:rect b="b" l="l" r="r" t="t"/>
                <a:pathLst>
                  <a:path extrusionOk="0" h="182" w="182">
                    <a:moveTo>
                      <a:pt x="91" y="0"/>
                    </a:moveTo>
                    <a:lnTo>
                      <a:pt x="110" y="2"/>
                    </a:lnTo>
                    <a:lnTo>
                      <a:pt x="127" y="7"/>
                    </a:lnTo>
                    <a:lnTo>
                      <a:pt x="142" y="15"/>
                    </a:lnTo>
                    <a:lnTo>
                      <a:pt x="156" y="26"/>
                    </a:lnTo>
                    <a:lnTo>
                      <a:pt x="167" y="39"/>
                    </a:lnTo>
                    <a:lnTo>
                      <a:pt x="175" y="55"/>
                    </a:lnTo>
                    <a:lnTo>
                      <a:pt x="180" y="72"/>
                    </a:lnTo>
                    <a:lnTo>
                      <a:pt x="182" y="91"/>
                    </a:lnTo>
                    <a:lnTo>
                      <a:pt x="180" y="109"/>
                    </a:lnTo>
                    <a:lnTo>
                      <a:pt x="175" y="126"/>
                    </a:lnTo>
                    <a:lnTo>
                      <a:pt x="167" y="142"/>
                    </a:lnTo>
                    <a:lnTo>
                      <a:pt x="156" y="155"/>
                    </a:lnTo>
                    <a:lnTo>
                      <a:pt x="142" y="167"/>
                    </a:lnTo>
                    <a:lnTo>
                      <a:pt x="127" y="175"/>
                    </a:lnTo>
                    <a:lnTo>
                      <a:pt x="110" y="180"/>
                    </a:lnTo>
                    <a:lnTo>
                      <a:pt x="91" y="182"/>
                    </a:lnTo>
                    <a:lnTo>
                      <a:pt x="73" y="180"/>
                    </a:lnTo>
                    <a:lnTo>
                      <a:pt x="56" y="175"/>
                    </a:lnTo>
                    <a:lnTo>
                      <a:pt x="40" y="167"/>
                    </a:lnTo>
                    <a:lnTo>
                      <a:pt x="27" y="155"/>
                    </a:lnTo>
                    <a:lnTo>
                      <a:pt x="16" y="142"/>
                    </a:lnTo>
                    <a:lnTo>
                      <a:pt x="8" y="126"/>
                    </a:lnTo>
                    <a:lnTo>
                      <a:pt x="2" y="109"/>
                    </a:lnTo>
                    <a:lnTo>
                      <a:pt x="0" y="91"/>
                    </a:lnTo>
                    <a:lnTo>
                      <a:pt x="2" y="72"/>
                    </a:lnTo>
                    <a:lnTo>
                      <a:pt x="8" y="55"/>
                    </a:lnTo>
                    <a:lnTo>
                      <a:pt x="16" y="39"/>
                    </a:lnTo>
                    <a:lnTo>
                      <a:pt x="27" y="26"/>
                    </a:lnTo>
                    <a:lnTo>
                      <a:pt x="40" y="15"/>
                    </a:lnTo>
                    <a:lnTo>
                      <a:pt x="56" y="7"/>
                    </a:lnTo>
                    <a:lnTo>
                      <a:pt x="73" y="2"/>
                    </a:lnTo>
                    <a:lnTo>
                      <a:pt x="91"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sp>
            <p:nvSpPr>
              <p:cNvPr id="2364" name="Google Shape;2364;p58"/>
              <p:cNvSpPr/>
              <p:nvPr/>
            </p:nvSpPr>
            <p:spPr>
              <a:xfrm>
                <a:off x="8273466" y="5619466"/>
                <a:ext cx="637141" cy="260752"/>
              </a:xfrm>
              <a:custGeom>
                <a:rect b="b" l="l" r="r" t="t"/>
                <a:pathLst>
                  <a:path extrusionOk="0" h="230" w="562">
                    <a:moveTo>
                      <a:pt x="128" y="0"/>
                    </a:moveTo>
                    <a:lnTo>
                      <a:pt x="150" y="1"/>
                    </a:lnTo>
                    <a:lnTo>
                      <a:pt x="172" y="5"/>
                    </a:lnTo>
                    <a:lnTo>
                      <a:pt x="194" y="13"/>
                    </a:lnTo>
                    <a:lnTo>
                      <a:pt x="217" y="24"/>
                    </a:lnTo>
                    <a:lnTo>
                      <a:pt x="240" y="39"/>
                    </a:lnTo>
                    <a:lnTo>
                      <a:pt x="262" y="57"/>
                    </a:lnTo>
                    <a:lnTo>
                      <a:pt x="285" y="76"/>
                    </a:lnTo>
                    <a:lnTo>
                      <a:pt x="308" y="97"/>
                    </a:lnTo>
                    <a:lnTo>
                      <a:pt x="329" y="115"/>
                    </a:lnTo>
                    <a:lnTo>
                      <a:pt x="349" y="132"/>
                    </a:lnTo>
                    <a:lnTo>
                      <a:pt x="368" y="147"/>
                    </a:lnTo>
                    <a:lnTo>
                      <a:pt x="386" y="160"/>
                    </a:lnTo>
                    <a:lnTo>
                      <a:pt x="403" y="171"/>
                    </a:lnTo>
                    <a:lnTo>
                      <a:pt x="421" y="180"/>
                    </a:lnTo>
                    <a:lnTo>
                      <a:pt x="437" y="186"/>
                    </a:lnTo>
                    <a:lnTo>
                      <a:pt x="454" y="189"/>
                    </a:lnTo>
                    <a:lnTo>
                      <a:pt x="470" y="189"/>
                    </a:lnTo>
                    <a:lnTo>
                      <a:pt x="486" y="186"/>
                    </a:lnTo>
                    <a:lnTo>
                      <a:pt x="502" y="179"/>
                    </a:lnTo>
                    <a:lnTo>
                      <a:pt x="518" y="168"/>
                    </a:lnTo>
                    <a:lnTo>
                      <a:pt x="534" y="154"/>
                    </a:lnTo>
                    <a:lnTo>
                      <a:pt x="562" y="182"/>
                    </a:lnTo>
                    <a:lnTo>
                      <a:pt x="542" y="200"/>
                    </a:lnTo>
                    <a:lnTo>
                      <a:pt x="522" y="214"/>
                    </a:lnTo>
                    <a:lnTo>
                      <a:pt x="502" y="223"/>
                    </a:lnTo>
                    <a:lnTo>
                      <a:pt x="482" y="228"/>
                    </a:lnTo>
                    <a:lnTo>
                      <a:pt x="463" y="230"/>
                    </a:lnTo>
                    <a:lnTo>
                      <a:pt x="441" y="228"/>
                    </a:lnTo>
                    <a:lnTo>
                      <a:pt x="419" y="222"/>
                    </a:lnTo>
                    <a:lnTo>
                      <a:pt x="398" y="214"/>
                    </a:lnTo>
                    <a:lnTo>
                      <a:pt x="377" y="202"/>
                    </a:lnTo>
                    <a:lnTo>
                      <a:pt x="357" y="189"/>
                    </a:lnTo>
                    <a:lnTo>
                      <a:pt x="337" y="174"/>
                    </a:lnTo>
                    <a:lnTo>
                      <a:pt x="318" y="158"/>
                    </a:lnTo>
                    <a:lnTo>
                      <a:pt x="299" y="142"/>
                    </a:lnTo>
                    <a:lnTo>
                      <a:pt x="281" y="126"/>
                    </a:lnTo>
                    <a:lnTo>
                      <a:pt x="260" y="107"/>
                    </a:lnTo>
                    <a:lnTo>
                      <a:pt x="239" y="89"/>
                    </a:lnTo>
                    <a:lnTo>
                      <a:pt x="219" y="73"/>
                    </a:lnTo>
                    <a:lnTo>
                      <a:pt x="199" y="59"/>
                    </a:lnTo>
                    <a:lnTo>
                      <a:pt x="179" y="50"/>
                    </a:lnTo>
                    <a:lnTo>
                      <a:pt x="160" y="43"/>
                    </a:lnTo>
                    <a:lnTo>
                      <a:pt x="142" y="40"/>
                    </a:lnTo>
                    <a:lnTo>
                      <a:pt x="125" y="40"/>
                    </a:lnTo>
                    <a:lnTo>
                      <a:pt x="108" y="43"/>
                    </a:lnTo>
                    <a:lnTo>
                      <a:pt x="94" y="49"/>
                    </a:lnTo>
                    <a:lnTo>
                      <a:pt x="80" y="59"/>
                    </a:lnTo>
                    <a:lnTo>
                      <a:pt x="68" y="71"/>
                    </a:lnTo>
                    <a:lnTo>
                      <a:pt x="58" y="86"/>
                    </a:lnTo>
                    <a:lnTo>
                      <a:pt x="51" y="103"/>
                    </a:lnTo>
                    <a:lnTo>
                      <a:pt x="45" y="121"/>
                    </a:lnTo>
                    <a:lnTo>
                      <a:pt x="41" y="141"/>
                    </a:lnTo>
                    <a:lnTo>
                      <a:pt x="40" y="161"/>
                    </a:lnTo>
                    <a:lnTo>
                      <a:pt x="41" y="182"/>
                    </a:lnTo>
                    <a:lnTo>
                      <a:pt x="45" y="203"/>
                    </a:lnTo>
                    <a:lnTo>
                      <a:pt x="6" y="212"/>
                    </a:lnTo>
                    <a:lnTo>
                      <a:pt x="2" y="189"/>
                    </a:lnTo>
                    <a:lnTo>
                      <a:pt x="0" y="165"/>
                    </a:lnTo>
                    <a:lnTo>
                      <a:pt x="1" y="142"/>
                    </a:lnTo>
                    <a:lnTo>
                      <a:pt x="4" y="120"/>
                    </a:lnTo>
                    <a:lnTo>
                      <a:pt x="10" y="98"/>
                    </a:lnTo>
                    <a:lnTo>
                      <a:pt x="18" y="78"/>
                    </a:lnTo>
                    <a:lnTo>
                      <a:pt x="28" y="59"/>
                    </a:lnTo>
                    <a:lnTo>
                      <a:pt x="40" y="43"/>
                    </a:lnTo>
                    <a:lnTo>
                      <a:pt x="54" y="29"/>
                    </a:lnTo>
                    <a:lnTo>
                      <a:pt x="71" y="17"/>
                    </a:lnTo>
                    <a:lnTo>
                      <a:pt x="88" y="8"/>
                    </a:lnTo>
                    <a:lnTo>
                      <a:pt x="108" y="2"/>
                    </a:lnTo>
                    <a:lnTo>
                      <a:pt x="128"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Project Management Pack">
      <a:dk1>
        <a:srgbClr val="000000"/>
      </a:dk1>
      <a:lt1>
        <a:srgbClr val="FFFFFF"/>
      </a:lt1>
      <a:dk2>
        <a:srgbClr val="373545"/>
      </a:dk2>
      <a:lt2>
        <a:srgbClr val="FFFFFF"/>
      </a:lt2>
      <a:accent1>
        <a:srgbClr val="013E79"/>
      </a:accent1>
      <a:accent2>
        <a:srgbClr val="0253A2"/>
      </a:accent2>
      <a:accent3>
        <a:srgbClr val="006DEC"/>
      </a:accent3>
      <a:accent4>
        <a:srgbClr val="3C96FF"/>
      </a:accent4>
      <a:accent5>
        <a:srgbClr val="75B9FC"/>
      </a:accent5>
      <a:accent6>
        <a:srgbClr val="FFFFFF"/>
      </a:accent6>
      <a:hlink>
        <a:srgbClr val="3B0072"/>
      </a:hlink>
      <a:folHlink>
        <a:srgbClr val="562F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23">
      <a:dk1>
        <a:srgbClr val="000000"/>
      </a:dk1>
      <a:lt1>
        <a:srgbClr val="FFFFFF"/>
      </a:lt1>
      <a:dk2>
        <a:srgbClr val="1F497D"/>
      </a:dk2>
      <a:lt2>
        <a:srgbClr val="EEECE1"/>
      </a:lt2>
      <a:accent1>
        <a:srgbClr val="33A3DC"/>
      </a:accent1>
      <a:accent2>
        <a:srgbClr val="135A6D"/>
      </a:accent2>
      <a:accent3>
        <a:srgbClr val="A4C6E0"/>
      </a:accent3>
      <a:accent4>
        <a:srgbClr val="E7965B"/>
      </a:accent4>
      <a:accent5>
        <a:srgbClr val="F05A2A"/>
      </a:accent5>
      <a:accent6>
        <a:srgbClr val="104A57"/>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